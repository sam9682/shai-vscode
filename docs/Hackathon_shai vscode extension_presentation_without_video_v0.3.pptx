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 id="2147483732" r:id="rId5"/>
  </p:sldMasterIdLst>
  <p:notesMasterIdLst>
    <p:notesMasterId r:id="rId16"/>
  </p:notesMasterIdLst>
  <p:handoutMasterIdLst>
    <p:handoutMasterId r:id="rId17"/>
  </p:handoutMasterIdLst>
  <p:sldIdLst>
    <p:sldId id="374" r:id="rId6"/>
    <p:sldId id="450" r:id="rId7"/>
    <p:sldId id="451" r:id="rId8"/>
    <p:sldId id="452" r:id="rId9"/>
    <p:sldId id="449" r:id="rId10"/>
    <p:sldId id="453" r:id="rId11"/>
    <p:sldId id="454" r:id="rId12"/>
    <p:sldId id="455" r:id="rId13"/>
    <p:sldId id="457" r:id="rId14"/>
    <p:sldId id="458" r:id="rId15"/>
  </p:sldIdLst>
  <p:sldSz cx="12192000" cy="6858000"/>
  <p:notesSz cx="6858000" cy="9144000"/>
  <p:embeddedFontLst>
    <p:embeddedFont>
      <p:font typeface="Aleo" panose="00000500000000000000" pitchFamily="2" charset="0"/>
      <p:regular r:id="rId18"/>
      <p:bold r:id="rId19"/>
      <p:italic r:id="rId20"/>
      <p:boldItalic r:id="rId21"/>
    </p:embeddedFont>
    <p:embeddedFont>
      <p:font typeface="Aleo Bold italic" panose="020B0604020202020204" charset="0"/>
      <p:bold r:id="rId22"/>
      <p:italic r:id="rId23"/>
      <p:boldItalic r:id="rId24"/>
    </p:embeddedFont>
    <p:embeddedFont>
      <p:font typeface="Aleo Light" panose="00000400000000000000" pitchFamily="2" charset="0"/>
      <p:regular r:id="rId25"/>
      <p:italic r:id="rId26"/>
    </p:embeddedFont>
    <p:embeddedFont>
      <p:font typeface="Bahnschrift" panose="020B0502040204020203" pitchFamily="34" charset="0"/>
      <p:regular r:id="rId27"/>
      <p:bold r:id="rId28"/>
    </p:embeddedFont>
    <p:embeddedFont>
      <p:font typeface="Outfit" panose="020B0604020202020204" charset="0"/>
      <p:regular r:id="rId29"/>
      <p:bold r:id="rId30"/>
    </p:embeddedFont>
    <p:embeddedFont>
      <p:font typeface="Source Sans Pro" panose="020B0503030403020204" pitchFamily="34" charset="0"/>
      <p:regular r:id="rId31"/>
      <p:bold r:id="rId32"/>
      <p:italic r:id="rId33"/>
      <p:boldItalic r:id="rId34"/>
    </p:embeddedFont>
    <p:embeddedFont>
      <p:font typeface="Source Sans Pro Black" panose="020B0803030403020204" pitchFamily="34" charset="0"/>
      <p:bold r:id="rId35"/>
      <p:italic r:id="rId36"/>
      <p:boldItalic r:id="rId37"/>
    </p:embeddedFont>
    <p:embeddedFont>
      <p:font typeface="Source Sans Pro SemiBold" panose="020B0603030403020204" pitchFamily="34" charset="0"/>
      <p:bold r:id="rId38"/>
      <p:boldItalic r:id="rId39"/>
    </p:embeddedFont>
    <p:embeddedFont>
      <p:font typeface="Wingdings 3" panose="05040102010807070707" pitchFamily="18" charset="2"/>
      <p:regular r:id="rId40"/>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DCDC"/>
    <a:srgbClr val="4AB0F5"/>
    <a:srgbClr val="0016E6"/>
    <a:srgbClr val="0014D0"/>
    <a:srgbClr val="96D1F9"/>
    <a:srgbClr val="3B46B3"/>
    <a:srgbClr val="000000"/>
    <a:srgbClr val="C9CEFF"/>
    <a:srgbClr val="E0E0E0"/>
    <a:srgbClr val="999F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89" autoAdjust="0"/>
    <p:restoredTop sz="85005" autoAdjust="0"/>
  </p:normalViewPr>
  <p:slideViewPr>
    <p:cSldViewPr snapToGrid="0">
      <p:cViewPr varScale="1">
        <p:scale>
          <a:sx n="62" d="100"/>
          <a:sy n="62" d="100"/>
        </p:scale>
        <p:origin x="600" y="40"/>
      </p:cViewPr>
      <p:guideLst/>
    </p:cSldViewPr>
  </p:slideViewPr>
  <p:outlineViewPr>
    <p:cViewPr>
      <p:scale>
        <a:sx n="33" d="100"/>
        <a:sy n="33" d="100"/>
      </p:scale>
      <p:origin x="0" y="-85530"/>
    </p:cViewPr>
  </p:outlineViewPr>
  <p:notesTextViewPr>
    <p:cViewPr>
      <p:scale>
        <a:sx n="1" d="1"/>
        <a:sy n="1" d="1"/>
      </p:scale>
      <p:origin x="0" y="0"/>
    </p:cViewPr>
  </p:notesTextViewPr>
  <p:sorterViewPr>
    <p:cViewPr>
      <p:scale>
        <a:sx n="100" d="100"/>
        <a:sy n="100" d="100"/>
      </p:scale>
      <p:origin x="0" y="-7884"/>
    </p:cViewPr>
  </p:sorterViewPr>
  <p:notesViewPr>
    <p:cSldViewPr snapToGrid="0" showGuides="1">
      <p:cViewPr varScale="1">
        <p:scale>
          <a:sx n="114" d="100"/>
          <a:sy n="114" d="100"/>
        </p:scale>
        <p:origin x="3924" y="12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font" Target="fonts/font22.fntdata"/><Relationship Id="rId21" Type="http://schemas.openxmlformats.org/officeDocument/2006/relationships/font" Target="fonts/font4.fntdata"/><Relationship Id="rId34" Type="http://schemas.openxmlformats.org/officeDocument/2006/relationships/font" Target="fonts/font17.fntdata"/><Relationship Id="rId42"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40" Type="http://schemas.openxmlformats.org/officeDocument/2006/relationships/font" Target="fonts/font23.fntdata"/><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10" Type="http://schemas.openxmlformats.org/officeDocument/2006/relationships/slide" Target="slides/slide5.xml"/><Relationship Id="rId19" Type="http://schemas.openxmlformats.org/officeDocument/2006/relationships/font" Target="fonts/font2.fntdata"/><Relationship Id="rId31" Type="http://schemas.openxmlformats.org/officeDocument/2006/relationships/font" Target="fonts/font14.fntdata"/><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43"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font" Target="fonts/font21.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F2186ACE-C822-91A4-9081-94B9E9A1B69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D7E0DE28-9E25-FCCE-35F9-2510FCC55D6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0EBF08A-1437-43B7-90CA-229222DD40B5}" type="datetimeFigureOut">
              <a:rPr lang="fr-FR" smtClean="0"/>
              <a:t>02/04/2026</a:t>
            </a:fld>
            <a:endParaRPr lang="fr-FR"/>
          </a:p>
        </p:txBody>
      </p:sp>
      <p:sp>
        <p:nvSpPr>
          <p:cNvPr id="4" name="Espace réservé du pied de page 3">
            <a:extLst>
              <a:ext uri="{FF2B5EF4-FFF2-40B4-BE49-F238E27FC236}">
                <a16:creationId xmlns:a16="http://schemas.microsoft.com/office/drawing/2014/main" id="{780B399C-8246-4DE6-578D-B2ECA4F1D6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00721F96-350E-F28F-6787-33A0E650C68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BD62C3D-988A-4349-BEF2-E0117A0F06B6}" type="slidenum">
              <a:rPr lang="fr-FR" smtClean="0"/>
              <a:t>‹N°›</a:t>
            </a:fld>
            <a:endParaRPr lang="fr-FR"/>
          </a:p>
        </p:txBody>
      </p:sp>
      <p:sp>
        <p:nvSpPr>
          <p:cNvPr id="6" name="Freeform 1">
            <a:extLst>
              <a:ext uri="{FF2B5EF4-FFF2-40B4-BE49-F238E27FC236}">
                <a16:creationId xmlns:a16="http://schemas.microsoft.com/office/drawing/2014/main" id="{9944BB1D-B918-E078-0388-D4B99D12DEAE}"/>
              </a:ext>
            </a:extLst>
          </p:cNvPr>
          <p:cNvSpPr/>
          <p:nvPr/>
        </p:nvSpPr>
        <p:spPr>
          <a:xfrm>
            <a:off x="2937955" y="747868"/>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rgbClr val="0412B7"/>
          </a:solidFill>
          <a:ln w="9525" cap="flat">
            <a:noFill/>
            <a:prstDash val="solid"/>
            <a:miter/>
          </a:ln>
        </p:spPr>
        <p:txBody>
          <a:bodyPr rtlCol="0" anchor="ctr"/>
          <a:lstStyle/>
          <a:p>
            <a:endParaRPr lang="fr-FR"/>
          </a:p>
        </p:txBody>
      </p:sp>
    </p:spTree>
    <p:extLst>
      <p:ext uri="{BB962C8B-B14F-4D97-AF65-F5344CB8AC3E}">
        <p14:creationId xmlns:p14="http://schemas.microsoft.com/office/powerpoint/2010/main" val="354789681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08:56:08.641"/>
    </inkml:context>
    <inkml:brush xml:id="br0">
      <inkml:brushProperty name="width" value="0.35" units="cm"/>
      <inkml:brushProperty name="height" value="0.35" units="cm"/>
      <inkml:brushProperty name="color" value="#E71224"/>
    </inkml:brush>
  </inkml:definitions>
  <inkml:trace contextRef="#ctx0" brushRef="#br0">1 0 4915,'0'0'0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08:56:16.215"/>
    </inkml:context>
    <inkml:brush xml:id="br0">
      <inkml:brushProperty name="width" value="0.35" units="cm"/>
      <inkml:brushProperty name="height" value="0.35" units="cm"/>
      <inkml:brushProperty name="color" value="#E71224"/>
    </inkml:brush>
  </inkml:definitions>
  <inkml:trace contextRef="#ctx0" brushRef="#br0">1696 1306 4915,'-18'10'586,"0"1"-303,0-1 0,-1 0 0,0-2 0,0-1 0,-30 7 0,-25-8 371,47-5-151,-47 10 0,-33 19 923,-94 18 93,-308-14 2228,495-34-3634,-8 1 147,0-2 1,0-1 0,-22-6 0,24 2 80,0-1 1,1-1-1,-35-22 1,33 19-7,-32-12-1,39 18-306,0 0 0,0-2-1,0 0 1,1-1 0,-23-18 0,25 15-133,0-1 1,0 0 0,1-1 0,1-1-1,0 1 1,0-2 0,1 1 0,1-2-1,0 1 1,1-1 0,0 0 0,1-1-1,0 1 1,2-1 0,-1 0 0,2-1-1,0 1 1,0 0 0,1-23 0,4-334-2057,-3 363 2086,1 1-1,0 0 1,0-1-1,1 1 0,0 0 1,0 0-1,1 1 0,0-1 1,1 1-1,0-1 0,0 1 1,9-13-1,16-35-395,-19 35 265,2 0 0,0 1 0,1 0 1,17-20-1,45-40-489,-60 65 592,28-22-1,-25 24 93,16-18-1,-25 23 77,0 1 0,1 1 0,0 0 0,0 1 0,1 0 0,-1 1 0,16-5 0,8-5 152,-20 10-100,0 0-1,21-4 0,-23 6 12,1 0 1,-1-1 0,22-10-1,-22 8 12,-1 1 0,1 1 1,0 0-1,0 1 0,22-2 0,64 2 215,-73 3-250,462 2 2596,-464-1-2488,0 2 0,36 10 0,-40-8-98,-13-2-61,0-1 1,0 1 0,0 1-1,-1-1 1,1 1-1,-1 0 1,0 1 0,0-1-1,-1 1 1,7 8-1,-4-5 28,1 0 0,-1-1 0,12 9-1,-3-4 85,1 1-1,-2 1 0,17 18 0,41 54 479,-32-36-263,-23-27-52,28 48 1,-12-17-5,-29-46-260,1 1 0,-1 0 0,-1 0-1,1 0 1,-1 1 0,-1 0 0,4 12 0,-2-5 87,1 0 0,0-1 1,17 29-1,-17-34-85,0 1-1,0-1 1,-1 1-1,-1 1 0,1-1 1,-2 1-1,1 0 1,2 20-1,-3 18-64,-4 67-1,-1-36-1,1-55 0,-2-1 0,-6 37 0,3-28 0,3-20 0,-1 1 0,0-1 0,-1 0 0,-10 23 0,7-20 0,1 0 0,-5 21 0,7-17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08:59:37.813"/>
    </inkml:context>
    <inkml:brush xml:id="br0">
      <inkml:brushProperty name="width" value="0.35" units="cm"/>
      <inkml:brushProperty name="height" value="0.35" units="cm"/>
      <inkml:brushProperty name="color" value="#E71224"/>
    </inkml:brush>
  </inkml:definitions>
  <inkml:trace contextRef="#ctx0" brushRef="#br0">1 1507 4915,'920'0'6698,"-667"-14"-5243,-56 1-344,-180 13-986,77-6 388,-83 5-443,0-1 0,0 0-1,0-1 1,0 0-1,0-1 1,10-5 0,-14 5-30,0-1 1,-1 0 0,1 0-1,-1 0 1,0-1 0,-1 0-1,1 0 1,-1-1 0,4-6-1,3-6-121,-1-1-1,9-21 1,-9 11-99,-1 0 0,-2-1 0,7-44 0,-8 36 25,0-17-188,-1 0-1,-4-91 1,-1 3-169,13 32-16,-1-3 77,-11-187-641,-3 160 570,1 114 504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FBF89D-B0B0-4A0B-BBD4-C70CBD805522}" type="datetimeFigureOut">
              <a:rPr lang="fr-FR" smtClean="0"/>
              <a:t>02/04/2026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596F21-5FBA-40D5-81AB-8E9435204C45}" type="slidenum">
              <a:rPr lang="fr-FR" smtClean="0"/>
              <a:t>‹N°›</a:t>
            </a:fld>
            <a:endParaRPr lang="fr-FR"/>
          </a:p>
        </p:txBody>
      </p:sp>
      <p:sp>
        <p:nvSpPr>
          <p:cNvPr id="8" name="Freeform 1">
            <a:extLst>
              <a:ext uri="{FF2B5EF4-FFF2-40B4-BE49-F238E27FC236}">
                <a16:creationId xmlns:a16="http://schemas.microsoft.com/office/drawing/2014/main" id="{92D1045F-FD83-A94B-B16F-B8DEF074B189}"/>
              </a:ext>
            </a:extLst>
          </p:cNvPr>
          <p:cNvSpPr/>
          <p:nvPr/>
        </p:nvSpPr>
        <p:spPr>
          <a:xfrm>
            <a:off x="2937955" y="747868"/>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rgbClr val="0412B7"/>
          </a:solidFill>
          <a:ln w="9525" cap="flat">
            <a:noFill/>
            <a:prstDash val="solid"/>
            <a:miter/>
          </a:ln>
        </p:spPr>
        <p:txBody>
          <a:bodyPr rtlCol="0" anchor="ctr"/>
          <a:lstStyle/>
          <a:p>
            <a:endParaRPr lang="fr-FR"/>
          </a:p>
        </p:txBody>
      </p:sp>
    </p:spTree>
    <p:extLst>
      <p:ext uri="{BB962C8B-B14F-4D97-AF65-F5344CB8AC3E}">
        <p14:creationId xmlns:p14="http://schemas.microsoft.com/office/powerpoint/2010/main" val="3587077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8B596F21-5FBA-40D5-81AB-8E9435204C45}" type="slidenum">
              <a:rPr lang="fr-FR" smtClean="0"/>
              <a:t>4</a:t>
            </a:fld>
            <a:endParaRPr lang="fr-FR"/>
          </a:p>
        </p:txBody>
      </p:sp>
    </p:spTree>
    <p:extLst>
      <p:ext uri="{BB962C8B-B14F-4D97-AF65-F5344CB8AC3E}">
        <p14:creationId xmlns:p14="http://schemas.microsoft.com/office/powerpoint/2010/main" val="38202253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Master" Target="../slideMasters/slideMaster1.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https://twitter.com/OVHcloud" TargetMode="External"/><Relationship Id="rId7" Type="http://schemas.openxmlformats.org/officeDocument/2006/relationships/hyperlink" Target="https://discord.com/invite/ovhcloud" TargetMode="External"/><Relationship Id="rId2" Type="http://schemas.openxmlformats.org/officeDocument/2006/relationships/hyperlink" Target="https://www.youtube.com/channel/UCGl9Y5S09EX-3lLfAdWsW_A" TargetMode="External"/><Relationship Id="rId1" Type="http://schemas.openxmlformats.org/officeDocument/2006/relationships/slideMaster" Target="../slideMasters/slideMaster1.xml"/><Relationship Id="rId6" Type="http://schemas.openxmlformats.org/officeDocument/2006/relationships/hyperlink" Target="https://www.twitch.tv/ovhcloud_com/" TargetMode="External"/><Relationship Id="rId5" Type="http://schemas.openxmlformats.org/officeDocument/2006/relationships/hyperlink" Target="https://www.facebook.com/ovhcom/" TargetMode="External"/><Relationship Id="rId4" Type="http://schemas.openxmlformats.org/officeDocument/2006/relationships/hyperlink" Target="https://www.linkedin.com/company/ovhgroup/" TargetMode="External"/></Relationships>
</file>

<file path=ppt/slideLayouts/_rels/slideLayout60.xml.rels><?xml version="1.0" encoding="UTF-8" standalone="yes"?>
<Relationships xmlns="http://schemas.openxmlformats.org/package/2006/relationships"><Relationship Id="rId3" Type="http://schemas.openxmlformats.org/officeDocument/2006/relationships/hyperlink" Target="https://twitter.com/OVHcloud" TargetMode="External"/><Relationship Id="rId7" Type="http://schemas.openxmlformats.org/officeDocument/2006/relationships/hyperlink" Target="https://discord.com/invite/ovhcloud" TargetMode="External"/><Relationship Id="rId2" Type="http://schemas.openxmlformats.org/officeDocument/2006/relationships/hyperlink" Target="https://www.youtube.com/channel/UCGl9Y5S09EX-3lLfAdWsW_A" TargetMode="External"/><Relationship Id="rId1" Type="http://schemas.openxmlformats.org/officeDocument/2006/relationships/slideMaster" Target="../slideMasters/slideMaster1.xml"/><Relationship Id="rId6" Type="http://schemas.openxmlformats.org/officeDocument/2006/relationships/hyperlink" Target="https://www.twitch.tv/ovhcloud_com/" TargetMode="External"/><Relationship Id="rId5" Type="http://schemas.openxmlformats.org/officeDocument/2006/relationships/hyperlink" Target="https://www.facebook.com/ovhcom/" TargetMode="External"/><Relationship Id="rId4" Type="http://schemas.openxmlformats.org/officeDocument/2006/relationships/hyperlink" Target="https://www.linkedin.com/company/ovhgroup/" TargetMode="External"/></Relationships>
</file>

<file path=ppt/slideLayouts/_rels/slideLayout61.xml.rels><?xml version="1.0" encoding="UTF-8" standalone="yes"?>
<Relationships xmlns="http://schemas.openxmlformats.org/package/2006/relationships"><Relationship Id="rId3" Type="http://schemas.openxmlformats.org/officeDocument/2006/relationships/hyperlink" Target="https://twitter.com/OVHcloud" TargetMode="External"/><Relationship Id="rId7" Type="http://schemas.openxmlformats.org/officeDocument/2006/relationships/hyperlink" Target="https://discord.com/invite/ovhcloud" TargetMode="External"/><Relationship Id="rId2" Type="http://schemas.openxmlformats.org/officeDocument/2006/relationships/hyperlink" Target="https://www.youtube.com/channel/UCGl9Y5S09EX-3lLfAdWsW_A" TargetMode="External"/><Relationship Id="rId1" Type="http://schemas.openxmlformats.org/officeDocument/2006/relationships/slideMaster" Target="../slideMasters/slideMaster1.xml"/><Relationship Id="rId6" Type="http://schemas.openxmlformats.org/officeDocument/2006/relationships/hyperlink" Target="https://www.twitch.tv/ovhcloud_com/" TargetMode="External"/><Relationship Id="rId5" Type="http://schemas.openxmlformats.org/officeDocument/2006/relationships/hyperlink" Target="https://www.facebook.com/ovhcom/" TargetMode="External"/><Relationship Id="rId4" Type="http://schemas.openxmlformats.org/officeDocument/2006/relationships/hyperlink" Target="https://www.linkedin.com/company/ovhgroup/" TargetMode="Externa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Master" Target="../slideMasters/slideMaster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3" Type="http://schemas.openxmlformats.org/officeDocument/2006/relationships/hyperlink" Target="https://twitter.com/OVHcloud" TargetMode="External"/><Relationship Id="rId7" Type="http://schemas.openxmlformats.org/officeDocument/2006/relationships/hyperlink" Target="https://discord.com/invite/ovhcloud" TargetMode="External"/><Relationship Id="rId2" Type="http://schemas.openxmlformats.org/officeDocument/2006/relationships/hyperlink" Target="https://www.youtube.com/channel/UCGl9Y5S09EX-3lLfAdWsW_A" TargetMode="External"/><Relationship Id="rId1" Type="http://schemas.openxmlformats.org/officeDocument/2006/relationships/slideMaster" Target="../slideMasters/slideMaster2.xml"/><Relationship Id="rId6" Type="http://schemas.openxmlformats.org/officeDocument/2006/relationships/hyperlink" Target="https://www.twitch.tv/ovhcloud_com/" TargetMode="External"/><Relationship Id="rId5" Type="http://schemas.openxmlformats.org/officeDocument/2006/relationships/hyperlink" Target="https://www.facebook.com/ovhcom/" TargetMode="External"/><Relationship Id="rId4" Type="http://schemas.openxmlformats.org/officeDocument/2006/relationships/hyperlink" Target="https://www.linkedin.com/company/ovhgroup/" TargetMode="External"/></Relationships>
</file>

<file path=ppt/slideLayouts/_rels/slideLayout127.xml.rels><?xml version="1.0" encoding="UTF-8" standalone="yes"?>
<Relationships xmlns="http://schemas.openxmlformats.org/package/2006/relationships"><Relationship Id="rId3" Type="http://schemas.openxmlformats.org/officeDocument/2006/relationships/hyperlink" Target="https://twitter.com/OVHcloud" TargetMode="External"/><Relationship Id="rId7" Type="http://schemas.openxmlformats.org/officeDocument/2006/relationships/hyperlink" Target="https://discord.com/invite/ovhcloud" TargetMode="External"/><Relationship Id="rId2" Type="http://schemas.openxmlformats.org/officeDocument/2006/relationships/hyperlink" Target="https://www.youtube.com/channel/UCGl9Y5S09EX-3lLfAdWsW_A" TargetMode="External"/><Relationship Id="rId1" Type="http://schemas.openxmlformats.org/officeDocument/2006/relationships/slideMaster" Target="../slideMasters/slideMaster2.xml"/><Relationship Id="rId6" Type="http://schemas.openxmlformats.org/officeDocument/2006/relationships/hyperlink" Target="https://www.twitch.tv/ovhcloud_com/" TargetMode="External"/><Relationship Id="rId5" Type="http://schemas.openxmlformats.org/officeDocument/2006/relationships/hyperlink" Target="https://www.facebook.com/ovhcom/" TargetMode="External"/><Relationship Id="rId4" Type="http://schemas.openxmlformats.org/officeDocument/2006/relationships/hyperlink" Target="https://www.linkedin.com/company/ovhgroup/" TargetMode="External"/></Relationships>
</file>

<file path=ppt/slideLayouts/_rels/slideLayout128.xml.rels><?xml version="1.0" encoding="UTF-8" standalone="yes"?>
<Relationships xmlns="http://schemas.openxmlformats.org/package/2006/relationships"><Relationship Id="rId3" Type="http://schemas.openxmlformats.org/officeDocument/2006/relationships/hyperlink" Target="https://twitter.com/OVHcloud" TargetMode="External"/><Relationship Id="rId7" Type="http://schemas.openxmlformats.org/officeDocument/2006/relationships/hyperlink" Target="https://discord.com/invite/ovhcloud" TargetMode="External"/><Relationship Id="rId2" Type="http://schemas.openxmlformats.org/officeDocument/2006/relationships/hyperlink" Target="https://www.youtube.com/channel/UCGl9Y5S09EX-3lLfAdWsW_A" TargetMode="External"/><Relationship Id="rId1" Type="http://schemas.openxmlformats.org/officeDocument/2006/relationships/slideMaster" Target="../slideMasters/slideMaster2.xml"/><Relationship Id="rId6" Type="http://schemas.openxmlformats.org/officeDocument/2006/relationships/hyperlink" Target="https://www.twitch.tv/ovhcloud_com/" TargetMode="External"/><Relationship Id="rId5" Type="http://schemas.openxmlformats.org/officeDocument/2006/relationships/hyperlink" Target="https://www.facebook.com/ovhcom/" TargetMode="External"/><Relationship Id="rId4" Type="http://schemas.openxmlformats.org/officeDocument/2006/relationships/hyperlink" Target="https://www.linkedin.com/company/ovhgroup/" TargetMode="Externa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A">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8171A43-3DAB-CD85-7C6E-AF15DD115DBF}"/>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solidFill>
                <a:schemeClr val="accent5"/>
              </a:solidFill>
            </a:endParaRPr>
          </a:p>
        </p:txBody>
      </p:sp>
      <p:sp>
        <p:nvSpPr>
          <p:cNvPr id="11" name="Graphique 2">
            <a:extLst>
              <a:ext uri="{FF2B5EF4-FFF2-40B4-BE49-F238E27FC236}">
                <a16:creationId xmlns:a16="http://schemas.microsoft.com/office/drawing/2014/main" id="{B9094068-796B-F673-7966-A0BA4DE25780}"/>
              </a:ext>
            </a:extLst>
          </p:cNvPr>
          <p:cNvSpPr>
            <a:spLocks/>
          </p:cNvSpPr>
          <p:nvPr userDrawn="1"/>
        </p:nvSpPr>
        <p:spPr>
          <a:xfrm rot="5400000">
            <a:off x="6476008" y="1800958"/>
            <a:ext cx="2077846" cy="1799482"/>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13" name="Graphique 2">
            <a:extLst>
              <a:ext uri="{FF2B5EF4-FFF2-40B4-BE49-F238E27FC236}">
                <a16:creationId xmlns:a16="http://schemas.microsoft.com/office/drawing/2014/main" id="{3629A437-D67A-FE5A-6D63-B927B89B17D2}"/>
              </a:ext>
            </a:extLst>
          </p:cNvPr>
          <p:cNvSpPr>
            <a:spLocks/>
          </p:cNvSpPr>
          <p:nvPr userDrawn="1"/>
        </p:nvSpPr>
        <p:spPr>
          <a:xfrm rot="16200000">
            <a:off x="8436572" y="902794"/>
            <a:ext cx="2539589" cy="2199365"/>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cap="none" spc="0" normalizeH="0" baseline="0">
              <a:ln>
                <a:noFill/>
              </a:ln>
              <a:solidFill>
                <a:prstClr val="white"/>
              </a:solidFill>
              <a:effectLst/>
              <a:uLnTx/>
              <a:uFillTx/>
              <a:latin typeface="Source Sans Pro"/>
            </a:endParaRPr>
          </a:p>
        </p:txBody>
      </p:sp>
      <p:sp>
        <p:nvSpPr>
          <p:cNvPr id="19" name="Graphique 2">
            <a:extLst>
              <a:ext uri="{FF2B5EF4-FFF2-40B4-BE49-F238E27FC236}">
                <a16:creationId xmlns:a16="http://schemas.microsoft.com/office/drawing/2014/main" id="{13EF7DD6-97BC-78BA-BAC0-E4A55C78A8FA}"/>
              </a:ext>
            </a:extLst>
          </p:cNvPr>
          <p:cNvSpPr>
            <a:spLocks/>
          </p:cNvSpPr>
          <p:nvPr userDrawn="1"/>
        </p:nvSpPr>
        <p:spPr>
          <a:xfrm rot="16200000">
            <a:off x="8935939" y="4483739"/>
            <a:ext cx="3024531" cy="261934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cap="none" spc="0" normalizeH="0" baseline="0">
              <a:ln>
                <a:noFill/>
              </a:ln>
              <a:solidFill>
                <a:prstClr val="white"/>
              </a:solidFill>
              <a:effectLst/>
              <a:uLnTx/>
              <a:uFillTx/>
              <a:latin typeface="Source Sans Pro"/>
            </a:endParaRPr>
          </a:p>
        </p:txBody>
      </p:sp>
      <p:sp>
        <p:nvSpPr>
          <p:cNvPr id="20" name="Graphique 2">
            <a:extLst>
              <a:ext uri="{FF2B5EF4-FFF2-40B4-BE49-F238E27FC236}">
                <a16:creationId xmlns:a16="http://schemas.microsoft.com/office/drawing/2014/main" id="{FFCCBD2A-234F-9E5A-169D-26559B8B8DCD}"/>
              </a:ext>
            </a:extLst>
          </p:cNvPr>
          <p:cNvSpPr>
            <a:spLocks/>
          </p:cNvSpPr>
          <p:nvPr userDrawn="1"/>
        </p:nvSpPr>
        <p:spPr>
          <a:xfrm rot="16200000">
            <a:off x="5323118" y="4888562"/>
            <a:ext cx="2110829" cy="1828045"/>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cap="none" spc="0" normalizeH="0" baseline="0">
              <a:ln>
                <a:noFill/>
              </a:ln>
              <a:solidFill>
                <a:prstClr val="white"/>
              </a:solidFill>
              <a:effectLst/>
              <a:uLnTx/>
              <a:uFillTx/>
              <a:latin typeface="Source Sans Pro"/>
            </a:endParaRPr>
          </a:p>
        </p:txBody>
      </p:sp>
      <p:grpSp>
        <p:nvGrpSpPr>
          <p:cNvPr id="4" name="Group 19">
            <a:extLst>
              <a:ext uri="{FF2B5EF4-FFF2-40B4-BE49-F238E27FC236}">
                <a16:creationId xmlns:a16="http://schemas.microsoft.com/office/drawing/2014/main" id="{49E56DF6-888D-C487-BE43-DBFF4BFC250C}"/>
              </a:ext>
            </a:extLst>
          </p:cNvPr>
          <p:cNvGrpSpPr/>
          <p:nvPr userDrawn="1"/>
        </p:nvGrpSpPr>
        <p:grpSpPr>
          <a:xfrm>
            <a:off x="939675" y="2636414"/>
            <a:ext cx="1790825" cy="283497"/>
            <a:chOff x="1356993" y="2119689"/>
            <a:chExt cx="2286089" cy="361900"/>
          </a:xfrm>
        </p:grpSpPr>
        <p:sp>
          <p:nvSpPr>
            <p:cNvPr id="5" name="Freeform: Shape 20">
              <a:extLst>
                <a:ext uri="{FF2B5EF4-FFF2-40B4-BE49-F238E27FC236}">
                  <a16:creationId xmlns:a16="http://schemas.microsoft.com/office/drawing/2014/main" id="{1CBEB759-CC5A-A3CE-F92B-DB2391CF6BF3}"/>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7" name="Group 21">
              <a:extLst>
                <a:ext uri="{FF2B5EF4-FFF2-40B4-BE49-F238E27FC236}">
                  <a16:creationId xmlns:a16="http://schemas.microsoft.com/office/drawing/2014/main" id="{27E7A2DD-5CBD-9B92-0AA7-6F3356D0E906}"/>
                </a:ext>
              </a:extLst>
            </p:cNvPr>
            <p:cNvGrpSpPr/>
            <p:nvPr/>
          </p:nvGrpSpPr>
          <p:grpSpPr>
            <a:xfrm>
              <a:off x="2056694" y="2152863"/>
              <a:ext cx="1586388" cy="295684"/>
              <a:chOff x="2056694" y="2152863"/>
              <a:chExt cx="1586388" cy="295684"/>
            </a:xfrm>
          </p:grpSpPr>
          <p:sp>
            <p:nvSpPr>
              <p:cNvPr id="8" name="Freeform: Shape 22">
                <a:extLst>
                  <a:ext uri="{FF2B5EF4-FFF2-40B4-BE49-F238E27FC236}">
                    <a16:creationId xmlns:a16="http://schemas.microsoft.com/office/drawing/2014/main" id="{CFDAF947-EE61-2C86-4893-FEF6405DAEB3}"/>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9" name="Freeform: Shape 23">
                <a:extLst>
                  <a:ext uri="{FF2B5EF4-FFF2-40B4-BE49-F238E27FC236}">
                    <a16:creationId xmlns:a16="http://schemas.microsoft.com/office/drawing/2014/main" id="{C7008BF9-6759-0613-CFBD-A2B5913A03B6}"/>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0" name="Freeform: Shape 24">
                <a:extLst>
                  <a:ext uri="{FF2B5EF4-FFF2-40B4-BE49-F238E27FC236}">
                    <a16:creationId xmlns:a16="http://schemas.microsoft.com/office/drawing/2014/main" id="{0A284967-3122-1E9A-7A1F-E8FC2A0521B0}"/>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2" name="Freeform: Shape 25">
                <a:extLst>
                  <a:ext uri="{FF2B5EF4-FFF2-40B4-BE49-F238E27FC236}">
                    <a16:creationId xmlns:a16="http://schemas.microsoft.com/office/drawing/2014/main" id="{C7F7E940-EA4A-A929-D4D4-7637AA2FF28D}"/>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1" name="Freeform: Shape 26">
                <a:extLst>
                  <a:ext uri="{FF2B5EF4-FFF2-40B4-BE49-F238E27FC236}">
                    <a16:creationId xmlns:a16="http://schemas.microsoft.com/office/drawing/2014/main" id="{8280BDB4-B616-CF76-1FFF-C30DB3EB7BCA}"/>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2" name="Freeform: Shape 27">
                <a:extLst>
                  <a:ext uri="{FF2B5EF4-FFF2-40B4-BE49-F238E27FC236}">
                    <a16:creationId xmlns:a16="http://schemas.microsoft.com/office/drawing/2014/main" id="{D65B0C63-4633-5092-2AAC-5044B679CF2D}"/>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3" name="Freeform: Shape 28">
                <a:extLst>
                  <a:ext uri="{FF2B5EF4-FFF2-40B4-BE49-F238E27FC236}">
                    <a16:creationId xmlns:a16="http://schemas.microsoft.com/office/drawing/2014/main" id="{F8186889-A279-1344-00A3-B3A00B9F7D6C}"/>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4" name="Freeform: Shape 29">
                <a:extLst>
                  <a:ext uri="{FF2B5EF4-FFF2-40B4-BE49-F238E27FC236}">
                    <a16:creationId xmlns:a16="http://schemas.microsoft.com/office/drawing/2014/main" id="{2792995B-617A-2301-A7FE-74B39E0725CA}"/>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5" name="Espace réservé du texte 4">
            <a:extLst>
              <a:ext uri="{FF2B5EF4-FFF2-40B4-BE49-F238E27FC236}">
                <a16:creationId xmlns:a16="http://schemas.microsoft.com/office/drawing/2014/main" id="{8477EFFC-D916-B789-5C59-8BC792884C4C}"/>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26" name="Espace réservé de la date 26">
            <a:extLst>
              <a:ext uri="{FF2B5EF4-FFF2-40B4-BE49-F238E27FC236}">
                <a16:creationId xmlns:a16="http://schemas.microsoft.com/office/drawing/2014/main" id="{7EDB4092-1961-D0CA-36F2-CBEFBBFF1A87}"/>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5"/>
                </a:solidFill>
              </a:defRPr>
            </a:lvl1pPr>
          </a:lstStyle>
          <a:p>
            <a:fld id="{9EAA5455-EF32-4B38-8669-84EA57EBDBCE}" type="datetime3">
              <a:rPr lang="fr-FR" smtClean="0"/>
              <a:pPr/>
              <a:t>02.04.26</a:t>
            </a:fld>
            <a:endParaRPr lang="fr-FR"/>
          </a:p>
        </p:txBody>
      </p:sp>
      <p:cxnSp>
        <p:nvCxnSpPr>
          <p:cNvPr id="27" name="Straight Connector 34">
            <a:extLst>
              <a:ext uri="{FF2B5EF4-FFF2-40B4-BE49-F238E27FC236}">
                <a16:creationId xmlns:a16="http://schemas.microsoft.com/office/drawing/2014/main" id="{58469EC3-BFD4-9EF8-001C-62C8AFD5149B}"/>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28" name="Espace réservé du texte 4">
            <a:extLst>
              <a:ext uri="{FF2B5EF4-FFF2-40B4-BE49-F238E27FC236}">
                <a16:creationId xmlns:a16="http://schemas.microsoft.com/office/drawing/2014/main" id="{0252ECEE-9747-52F1-5093-4981F8109283}"/>
              </a:ext>
            </a:extLst>
          </p:cNvPr>
          <p:cNvSpPr>
            <a:spLocks noGrp="1"/>
          </p:cNvSpPr>
          <p:nvPr>
            <p:ph type="body" sz="quarter" idx="10" hasCustomPrompt="1"/>
          </p:nvPr>
        </p:nvSpPr>
        <p:spPr>
          <a:xfrm>
            <a:off x="929462" y="3087517"/>
            <a:ext cx="502920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Insert title </a:t>
            </a:r>
            <a:br>
              <a:rPr lang="en-US"/>
            </a:br>
            <a:r>
              <a:rPr lang="en-US"/>
              <a:t>of the presentation</a:t>
            </a:r>
            <a:endParaRPr lang="fr-FR"/>
          </a:p>
        </p:txBody>
      </p:sp>
      <p:pic>
        <p:nvPicPr>
          <p:cNvPr id="2" name="Image 1" descr="Une image contenant personne, habits, jeans, Visage humain&#10;&#10;Description générée automatiquement">
            <a:extLst>
              <a:ext uri="{FF2B5EF4-FFF2-40B4-BE49-F238E27FC236}">
                <a16:creationId xmlns:a16="http://schemas.microsoft.com/office/drawing/2014/main" id="{75C55EA8-F7BC-54D4-1888-8E5972A081D5}"/>
              </a:ext>
            </a:extLst>
          </p:cNvPr>
          <p:cNvPicPr>
            <a:picLocks noChangeAspect="1"/>
          </p:cNvPicPr>
          <p:nvPr userDrawn="1"/>
        </p:nvPicPr>
        <p:blipFill rotWithShape="1">
          <a:blip r:embed="rId2"/>
          <a:srcRect b="6509"/>
          <a:stretch/>
        </p:blipFill>
        <p:spPr>
          <a:xfrm>
            <a:off x="6007588" y="965197"/>
            <a:ext cx="3288126" cy="5892803"/>
          </a:xfrm>
          <a:prstGeom prst="rect">
            <a:avLst/>
          </a:prstGeom>
          <a:effectLst>
            <a:outerShdw blurRad="342900" dist="38100" dir="13500000" algn="br" rotWithShape="0">
              <a:prstClr val="black">
                <a:alpha val="36000"/>
              </a:prstClr>
            </a:outerShdw>
          </a:effectLst>
        </p:spPr>
      </p:pic>
      <p:pic>
        <p:nvPicPr>
          <p:cNvPr id="16" name="Picture 15" descr="A person with glasses and a beard wearing a blue shirt&#10;&#10;Description automatically generated">
            <a:extLst>
              <a:ext uri="{FF2B5EF4-FFF2-40B4-BE49-F238E27FC236}">
                <a16:creationId xmlns:a16="http://schemas.microsoft.com/office/drawing/2014/main" id="{3A0EF44D-6B0C-5521-9498-4F6681898441}"/>
              </a:ext>
            </a:extLst>
          </p:cNvPr>
          <p:cNvPicPr>
            <a:picLocks noChangeAspect="1"/>
          </p:cNvPicPr>
          <p:nvPr userDrawn="1"/>
        </p:nvPicPr>
        <p:blipFill rotWithShape="1">
          <a:blip r:embed="rId3"/>
          <a:srcRect b="15786"/>
          <a:stretch/>
        </p:blipFill>
        <p:spPr>
          <a:xfrm>
            <a:off x="7301698" y="515336"/>
            <a:ext cx="4864167" cy="6342663"/>
          </a:xfrm>
          <a:prstGeom prst="rect">
            <a:avLst/>
          </a:prstGeom>
        </p:spPr>
      </p:pic>
    </p:spTree>
    <p:extLst>
      <p:ext uri="{BB962C8B-B14F-4D97-AF65-F5344CB8AC3E}">
        <p14:creationId xmlns:p14="http://schemas.microsoft.com/office/powerpoint/2010/main" val="4822837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B">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8171A43-3DAB-CD85-7C6E-AF15DD115DBF}"/>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sp>
        <p:nvSpPr>
          <p:cNvPr id="11" name="Graphique 2">
            <a:extLst>
              <a:ext uri="{FF2B5EF4-FFF2-40B4-BE49-F238E27FC236}">
                <a16:creationId xmlns:a16="http://schemas.microsoft.com/office/drawing/2014/main" id="{B9094068-796B-F673-7966-A0BA4DE25780}"/>
              </a:ext>
            </a:extLst>
          </p:cNvPr>
          <p:cNvSpPr>
            <a:spLocks/>
          </p:cNvSpPr>
          <p:nvPr userDrawn="1"/>
        </p:nvSpPr>
        <p:spPr>
          <a:xfrm rot="5400000">
            <a:off x="6550672" y="2020170"/>
            <a:ext cx="2077846" cy="1799482"/>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13" name="Graphique 2">
            <a:extLst>
              <a:ext uri="{FF2B5EF4-FFF2-40B4-BE49-F238E27FC236}">
                <a16:creationId xmlns:a16="http://schemas.microsoft.com/office/drawing/2014/main" id="{3629A437-D67A-FE5A-6D63-B927B89B17D2}"/>
              </a:ext>
            </a:extLst>
          </p:cNvPr>
          <p:cNvSpPr>
            <a:spLocks/>
          </p:cNvSpPr>
          <p:nvPr userDrawn="1"/>
        </p:nvSpPr>
        <p:spPr>
          <a:xfrm rot="16200000">
            <a:off x="8629661" y="718040"/>
            <a:ext cx="2539589" cy="2199365"/>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cap="none" spc="0" normalizeH="0" baseline="0">
              <a:ln>
                <a:noFill/>
              </a:ln>
              <a:solidFill>
                <a:prstClr val="white"/>
              </a:solidFill>
              <a:effectLst/>
              <a:uLnTx/>
              <a:uFillTx/>
              <a:latin typeface="Source Sans Pro"/>
            </a:endParaRPr>
          </a:p>
        </p:txBody>
      </p:sp>
      <p:sp>
        <p:nvSpPr>
          <p:cNvPr id="19" name="Graphique 2">
            <a:extLst>
              <a:ext uri="{FF2B5EF4-FFF2-40B4-BE49-F238E27FC236}">
                <a16:creationId xmlns:a16="http://schemas.microsoft.com/office/drawing/2014/main" id="{13EF7DD6-97BC-78BA-BAC0-E4A55C78A8FA}"/>
              </a:ext>
            </a:extLst>
          </p:cNvPr>
          <p:cNvSpPr>
            <a:spLocks/>
          </p:cNvSpPr>
          <p:nvPr userDrawn="1"/>
        </p:nvSpPr>
        <p:spPr>
          <a:xfrm rot="16200000">
            <a:off x="8935939" y="4483739"/>
            <a:ext cx="3024531" cy="261934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cap="none" spc="0" normalizeH="0" baseline="0">
              <a:ln>
                <a:noFill/>
              </a:ln>
              <a:solidFill>
                <a:prstClr val="white"/>
              </a:solidFill>
              <a:effectLst/>
              <a:uLnTx/>
              <a:uFillTx/>
              <a:latin typeface="Source Sans Pro"/>
            </a:endParaRPr>
          </a:p>
        </p:txBody>
      </p:sp>
      <p:sp>
        <p:nvSpPr>
          <p:cNvPr id="20" name="Graphique 2">
            <a:extLst>
              <a:ext uri="{FF2B5EF4-FFF2-40B4-BE49-F238E27FC236}">
                <a16:creationId xmlns:a16="http://schemas.microsoft.com/office/drawing/2014/main" id="{FFCCBD2A-234F-9E5A-169D-26559B8B8DCD}"/>
              </a:ext>
            </a:extLst>
          </p:cNvPr>
          <p:cNvSpPr>
            <a:spLocks/>
          </p:cNvSpPr>
          <p:nvPr userDrawn="1"/>
        </p:nvSpPr>
        <p:spPr>
          <a:xfrm rot="16200000">
            <a:off x="5588169" y="3976315"/>
            <a:ext cx="2110829" cy="1828045"/>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cap="none" spc="0" normalizeH="0" baseline="0">
              <a:ln>
                <a:noFill/>
              </a:ln>
              <a:solidFill>
                <a:prstClr val="white"/>
              </a:solidFill>
              <a:effectLst/>
              <a:uLnTx/>
              <a:uFillTx/>
              <a:latin typeface="Source Sans Pro"/>
            </a:endParaRPr>
          </a:p>
        </p:txBody>
      </p:sp>
      <p:grpSp>
        <p:nvGrpSpPr>
          <p:cNvPr id="4" name="Group 19">
            <a:extLst>
              <a:ext uri="{FF2B5EF4-FFF2-40B4-BE49-F238E27FC236}">
                <a16:creationId xmlns:a16="http://schemas.microsoft.com/office/drawing/2014/main" id="{49E56DF6-888D-C487-BE43-DBFF4BFC250C}"/>
              </a:ext>
            </a:extLst>
          </p:cNvPr>
          <p:cNvGrpSpPr/>
          <p:nvPr userDrawn="1"/>
        </p:nvGrpSpPr>
        <p:grpSpPr>
          <a:xfrm>
            <a:off x="939675" y="2636414"/>
            <a:ext cx="1790825" cy="283497"/>
            <a:chOff x="1356993" y="2119689"/>
            <a:chExt cx="2286089" cy="361900"/>
          </a:xfrm>
        </p:grpSpPr>
        <p:sp>
          <p:nvSpPr>
            <p:cNvPr id="5" name="Freeform: Shape 20">
              <a:extLst>
                <a:ext uri="{FF2B5EF4-FFF2-40B4-BE49-F238E27FC236}">
                  <a16:creationId xmlns:a16="http://schemas.microsoft.com/office/drawing/2014/main" id="{1CBEB759-CC5A-A3CE-F92B-DB2391CF6BF3}"/>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7" name="Group 21">
              <a:extLst>
                <a:ext uri="{FF2B5EF4-FFF2-40B4-BE49-F238E27FC236}">
                  <a16:creationId xmlns:a16="http://schemas.microsoft.com/office/drawing/2014/main" id="{27E7A2DD-5CBD-9B92-0AA7-6F3356D0E906}"/>
                </a:ext>
              </a:extLst>
            </p:cNvPr>
            <p:cNvGrpSpPr/>
            <p:nvPr/>
          </p:nvGrpSpPr>
          <p:grpSpPr>
            <a:xfrm>
              <a:off x="2056694" y="2152863"/>
              <a:ext cx="1586388" cy="295684"/>
              <a:chOff x="2056694" y="2152863"/>
              <a:chExt cx="1586388" cy="295684"/>
            </a:xfrm>
          </p:grpSpPr>
          <p:sp>
            <p:nvSpPr>
              <p:cNvPr id="8" name="Freeform: Shape 22">
                <a:extLst>
                  <a:ext uri="{FF2B5EF4-FFF2-40B4-BE49-F238E27FC236}">
                    <a16:creationId xmlns:a16="http://schemas.microsoft.com/office/drawing/2014/main" id="{CFDAF947-EE61-2C86-4893-FEF6405DAEB3}"/>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9" name="Freeform: Shape 23">
                <a:extLst>
                  <a:ext uri="{FF2B5EF4-FFF2-40B4-BE49-F238E27FC236}">
                    <a16:creationId xmlns:a16="http://schemas.microsoft.com/office/drawing/2014/main" id="{C7008BF9-6759-0613-CFBD-A2B5913A03B6}"/>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0" name="Freeform: Shape 24">
                <a:extLst>
                  <a:ext uri="{FF2B5EF4-FFF2-40B4-BE49-F238E27FC236}">
                    <a16:creationId xmlns:a16="http://schemas.microsoft.com/office/drawing/2014/main" id="{0A284967-3122-1E9A-7A1F-E8FC2A0521B0}"/>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2" name="Freeform: Shape 25">
                <a:extLst>
                  <a:ext uri="{FF2B5EF4-FFF2-40B4-BE49-F238E27FC236}">
                    <a16:creationId xmlns:a16="http://schemas.microsoft.com/office/drawing/2014/main" id="{C7F7E940-EA4A-A929-D4D4-7637AA2FF28D}"/>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1" name="Freeform: Shape 26">
                <a:extLst>
                  <a:ext uri="{FF2B5EF4-FFF2-40B4-BE49-F238E27FC236}">
                    <a16:creationId xmlns:a16="http://schemas.microsoft.com/office/drawing/2014/main" id="{8280BDB4-B616-CF76-1FFF-C30DB3EB7BCA}"/>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2" name="Freeform: Shape 27">
                <a:extLst>
                  <a:ext uri="{FF2B5EF4-FFF2-40B4-BE49-F238E27FC236}">
                    <a16:creationId xmlns:a16="http://schemas.microsoft.com/office/drawing/2014/main" id="{D65B0C63-4633-5092-2AAC-5044B679CF2D}"/>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3" name="Freeform: Shape 28">
                <a:extLst>
                  <a:ext uri="{FF2B5EF4-FFF2-40B4-BE49-F238E27FC236}">
                    <a16:creationId xmlns:a16="http://schemas.microsoft.com/office/drawing/2014/main" id="{F8186889-A279-1344-00A3-B3A00B9F7D6C}"/>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4" name="Freeform: Shape 29">
                <a:extLst>
                  <a:ext uri="{FF2B5EF4-FFF2-40B4-BE49-F238E27FC236}">
                    <a16:creationId xmlns:a16="http://schemas.microsoft.com/office/drawing/2014/main" id="{2792995B-617A-2301-A7FE-74B39E0725CA}"/>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8" name="Espace réservé du texte 4">
            <a:extLst>
              <a:ext uri="{FF2B5EF4-FFF2-40B4-BE49-F238E27FC236}">
                <a16:creationId xmlns:a16="http://schemas.microsoft.com/office/drawing/2014/main" id="{0252ECEE-9747-52F1-5093-4981F8109283}"/>
              </a:ext>
            </a:extLst>
          </p:cNvPr>
          <p:cNvSpPr>
            <a:spLocks noGrp="1"/>
          </p:cNvSpPr>
          <p:nvPr>
            <p:ph type="body" sz="quarter" idx="10" hasCustomPrompt="1"/>
          </p:nvPr>
        </p:nvSpPr>
        <p:spPr>
          <a:xfrm>
            <a:off x="929462" y="3087517"/>
            <a:ext cx="502920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Insert title </a:t>
            </a:r>
            <a:br>
              <a:rPr lang="en-US"/>
            </a:br>
            <a:r>
              <a:rPr lang="en-US"/>
              <a:t>of the presentation</a:t>
            </a:r>
            <a:endParaRPr lang="fr-FR"/>
          </a:p>
        </p:txBody>
      </p:sp>
      <p:sp>
        <p:nvSpPr>
          <p:cNvPr id="2" name="Espace réservé du texte 4">
            <a:extLst>
              <a:ext uri="{FF2B5EF4-FFF2-40B4-BE49-F238E27FC236}">
                <a16:creationId xmlns:a16="http://schemas.microsoft.com/office/drawing/2014/main" id="{38B6804E-6F7B-4787-81E7-F908971ED0BD}"/>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3" name="Espace réservé de la date 26">
            <a:extLst>
              <a:ext uri="{FF2B5EF4-FFF2-40B4-BE49-F238E27FC236}">
                <a16:creationId xmlns:a16="http://schemas.microsoft.com/office/drawing/2014/main" id="{FF0A5438-2AC2-69EE-B719-8DFF8D361092}"/>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5"/>
                </a:solidFill>
              </a:defRPr>
            </a:lvl1pPr>
          </a:lstStyle>
          <a:p>
            <a:fld id="{50D52EBE-D034-4CA2-9314-3C1CDC6BCEC3}" type="datetime3">
              <a:rPr lang="fr-FR" smtClean="0"/>
              <a:pPr/>
              <a:t>02.04.26</a:t>
            </a:fld>
            <a:endParaRPr lang="fr-FR"/>
          </a:p>
        </p:txBody>
      </p:sp>
      <p:cxnSp>
        <p:nvCxnSpPr>
          <p:cNvPr id="29" name="Straight Connector 34">
            <a:extLst>
              <a:ext uri="{FF2B5EF4-FFF2-40B4-BE49-F238E27FC236}">
                <a16:creationId xmlns:a16="http://schemas.microsoft.com/office/drawing/2014/main" id="{AF07AC76-921E-EF39-8812-860314BE35CE}"/>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621484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C">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138CA9-A85D-D553-5C61-B98B064E8617}"/>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pic>
        <p:nvPicPr>
          <p:cNvPr id="4" name="Image 3">
            <a:extLst>
              <a:ext uri="{FF2B5EF4-FFF2-40B4-BE49-F238E27FC236}">
                <a16:creationId xmlns:a16="http://schemas.microsoft.com/office/drawing/2014/main" id="{B4AB25BD-A385-4966-9956-83BA11BF436D}"/>
              </a:ext>
            </a:extLst>
          </p:cNvPr>
          <p:cNvPicPr>
            <a:picLocks noChangeAspect="1"/>
          </p:cNvPicPr>
          <p:nvPr userDrawn="1"/>
        </p:nvPicPr>
        <p:blipFill>
          <a:blip r:embed="rId2"/>
          <a:stretch>
            <a:fillRect/>
          </a:stretch>
        </p:blipFill>
        <p:spPr>
          <a:xfrm>
            <a:off x="5803392" y="1998348"/>
            <a:ext cx="5944072" cy="2861304"/>
          </a:xfrm>
          <a:prstGeom prst="rect">
            <a:avLst/>
          </a:prstGeom>
        </p:spPr>
      </p:pic>
      <p:grpSp>
        <p:nvGrpSpPr>
          <p:cNvPr id="6" name="Group 19">
            <a:extLst>
              <a:ext uri="{FF2B5EF4-FFF2-40B4-BE49-F238E27FC236}">
                <a16:creationId xmlns:a16="http://schemas.microsoft.com/office/drawing/2014/main" id="{208B1765-825A-0B58-33A0-122D5319F3D7}"/>
              </a:ext>
            </a:extLst>
          </p:cNvPr>
          <p:cNvGrpSpPr/>
          <p:nvPr userDrawn="1"/>
        </p:nvGrpSpPr>
        <p:grpSpPr>
          <a:xfrm>
            <a:off x="939675" y="2636414"/>
            <a:ext cx="1790825" cy="283497"/>
            <a:chOff x="1356993" y="2119689"/>
            <a:chExt cx="2286089" cy="361900"/>
          </a:xfrm>
        </p:grpSpPr>
        <p:sp>
          <p:nvSpPr>
            <p:cNvPr id="7" name="Freeform: Shape 20">
              <a:extLst>
                <a:ext uri="{FF2B5EF4-FFF2-40B4-BE49-F238E27FC236}">
                  <a16:creationId xmlns:a16="http://schemas.microsoft.com/office/drawing/2014/main" id="{BF9BD0E6-8FD1-3CB6-9C92-3DAB3CCD1C44}"/>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8" name="Group 21">
              <a:extLst>
                <a:ext uri="{FF2B5EF4-FFF2-40B4-BE49-F238E27FC236}">
                  <a16:creationId xmlns:a16="http://schemas.microsoft.com/office/drawing/2014/main" id="{F35C6599-5307-B85A-7D71-2F0D555F5BC2}"/>
                </a:ext>
              </a:extLst>
            </p:cNvPr>
            <p:cNvGrpSpPr/>
            <p:nvPr/>
          </p:nvGrpSpPr>
          <p:grpSpPr>
            <a:xfrm>
              <a:off x="2056694" y="2152863"/>
              <a:ext cx="1586388" cy="295684"/>
              <a:chOff x="2056694" y="2152863"/>
              <a:chExt cx="1586388" cy="295684"/>
            </a:xfrm>
          </p:grpSpPr>
          <p:sp>
            <p:nvSpPr>
              <p:cNvPr id="9" name="Freeform: Shape 22">
                <a:extLst>
                  <a:ext uri="{FF2B5EF4-FFF2-40B4-BE49-F238E27FC236}">
                    <a16:creationId xmlns:a16="http://schemas.microsoft.com/office/drawing/2014/main" id="{D09A22FE-B9AD-D070-6663-DD6AFE4455A5}"/>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0" name="Freeform: Shape 23">
                <a:extLst>
                  <a:ext uri="{FF2B5EF4-FFF2-40B4-BE49-F238E27FC236}">
                    <a16:creationId xmlns:a16="http://schemas.microsoft.com/office/drawing/2014/main" id="{51E4B6C1-C3DE-8594-F9B8-8AC7B591C1B4}"/>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1" name="Freeform: Shape 24">
                <a:extLst>
                  <a:ext uri="{FF2B5EF4-FFF2-40B4-BE49-F238E27FC236}">
                    <a16:creationId xmlns:a16="http://schemas.microsoft.com/office/drawing/2014/main" id="{C3749D67-2282-2231-B65C-5539741F9A21}"/>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2" name="Freeform: Shape 25">
                <a:extLst>
                  <a:ext uri="{FF2B5EF4-FFF2-40B4-BE49-F238E27FC236}">
                    <a16:creationId xmlns:a16="http://schemas.microsoft.com/office/drawing/2014/main" id="{B16EF5EB-D428-386A-4409-885F6997B82B}"/>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3" name="Freeform: Shape 26">
                <a:extLst>
                  <a:ext uri="{FF2B5EF4-FFF2-40B4-BE49-F238E27FC236}">
                    <a16:creationId xmlns:a16="http://schemas.microsoft.com/office/drawing/2014/main" id="{33C0BA69-91E5-450B-9F29-06C6974EB0A3}"/>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4" name="Freeform: Shape 27">
                <a:extLst>
                  <a:ext uri="{FF2B5EF4-FFF2-40B4-BE49-F238E27FC236}">
                    <a16:creationId xmlns:a16="http://schemas.microsoft.com/office/drawing/2014/main" id="{0228FB30-170F-3E69-8A79-EFE2DB0AF343}"/>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5" name="Freeform: Shape 28">
                <a:extLst>
                  <a:ext uri="{FF2B5EF4-FFF2-40B4-BE49-F238E27FC236}">
                    <a16:creationId xmlns:a16="http://schemas.microsoft.com/office/drawing/2014/main" id="{FC3CA8AC-76BE-A074-26C5-5C020B3A9F74}"/>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6" name="Freeform: Shape 29">
                <a:extLst>
                  <a:ext uri="{FF2B5EF4-FFF2-40B4-BE49-F238E27FC236}">
                    <a16:creationId xmlns:a16="http://schemas.microsoft.com/office/drawing/2014/main" id="{77B1712A-6F74-FAC8-EE50-0AFB56306FC7}"/>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0" name="Espace réservé du texte 4">
            <a:extLst>
              <a:ext uri="{FF2B5EF4-FFF2-40B4-BE49-F238E27FC236}">
                <a16:creationId xmlns:a16="http://schemas.microsoft.com/office/drawing/2014/main" id="{537AC8F0-B678-BCE5-26EA-BBB4CD80E02C}"/>
              </a:ext>
            </a:extLst>
          </p:cNvPr>
          <p:cNvSpPr>
            <a:spLocks noGrp="1"/>
          </p:cNvSpPr>
          <p:nvPr>
            <p:ph type="body" sz="quarter" idx="10" hasCustomPrompt="1"/>
          </p:nvPr>
        </p:nvSpPr>
        <p:spPr>
          <a:xfrm>
            <a:off x="929462" y="3087517"/>
            <a:ext cx="502920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Insert title </a:t>
            </a:r>
            <a:br>
              <a:rPr lang="en-US"/>
            </a:br>
            <a:r>
              <a:rPr lang="en-US"/>
              <a:t>of the presentation</a:t>
            </a:r>
            <a:endParaRPr lang="fr-FR"/>
          </a:p>
        </p:txBody>
      </p:sp>
      <p:sp>
        <p:nvSpPr>
          <p:cNvPr id="3" name="Espace réservé du texte 4">
            <a:extLst>
              <a:ext uri="{FF2B5EF4-FFF2-40B4-BE49-F238E27FC236}">
                <a16:creationId xmlns:a16="http://schemas.microsoft.com/office/drawing/2014/main" id="{B962C30C-A8E6-6778-1F46-A240756A889D}"/>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5" name="Espace réservé de la date 26">
            <a:extLst>
              <a:ext uri="{FF2B5EF4-FFF2-40B4-BE49-F238E27FC236}">
                <a16:creationId xmlns:a16="http://schemas.microsoft.com/office/drawing/2014/main" id="{EC24E6EF-3253-56AE-8E7B-1F932288CA83}"/>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5"/>
                </a:solidFill>
              </a:defRPr>
            </a:lvl1pPr>
          </a:lstStyle>
          <a:p>
            <a:fld id="{A47118C9-0E0F-4737-9831-41E7331FDA80}" type="datetime3">
              <a:rPr lang="fr-FR" smtClean="0"/>
              <a:pPr/>
              <a:t>02.04.26</a:t>
            </a:fld>
            <a:endParaRPr lang="fr-FR"/>
          </a:p>
        </p:txBody>
      </p:sp>
      <p:cxnSp>
        <p:nvCxnSpPr>
          <p:cNvPr id="21" name="Straight Connector 34">
            <a:extLst>
              <a:ext uri="{FF2B5EF4-FFF2-40B4-BE49-F238E27FC236}">
                <a16:creationId xmlns:a16="http://schemas.microsoft.com/office/drawing/2014/main" id="{5D249DA9-930A-FA1F-E65D-930ECE7B0F50}"/>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5854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D">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DD0198-CB69-2767-6E23-228D72A92515}"/>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pic>
        <p:nvPicPr>
          <p:cNvPr id="4" name="Image 3" descr="Une image contenant Graphique, cercle, Police, art&#10;&#10;Description générée automatiquement">
            <a:extLst>
              <a:ext uri="{FF2B5EF4-FFF2-40B4-BE49-F238E27FC236}">
                <a16:creationId xmlns:a16="http://schemas.microsoft.com/office/drawing/2014/main" id="{5C561087-92AD-3D31-CCCB-737F59701409}"/>
              </a:ext>
            </a:extLst>
          </p:cNvPr>
          <p:cNvPicPr>
            <a:picLocks noChangeAspect="1"/>
          </p:cNvPicPr>
          <p:nvPr userDrawn="1"/>
        </p:nvPicPr>
        <p:blipFill>
          <a:blip r:embed="rId2"/>
          <a:stretch>
            <a:fillRect/>
          </a:stretch>
        </p:blipFill>
        <p:spPr>
          <a:xfrm>
            <a:off x="7007116" y="1349268"/>
            <a:ext cx="4235668" cy="4159464"/>
          </a:xfrm>
          <a:prstGeom prst="rect">
            <a:avLst/>
          </a:prstGeom>
        </p:spPr>
      </p:pic>
      <p:grpSp>
        <p:nvGrpSpPr>
          <p:cNvPr id="6" name="Group 19">
            <a:extLst>
              <a:ext uri="{FF2B5EF4-FFF2-40B4-BE49-F238E27FC236}">
                <a16:creationId xmlns:a16="http://schemas.microsoft.com/office/drawing/2014/main" id="{61C1C1A8-EC69-EA6F-F949-D2665CAE258C}"/>
              </a:ext>
            </a:extLst>
          </p:cNvPr>
          <p:cNvGrpSpPr/>
          <p:nvPr userDrawn="1"/>
        </p:nvGrpSpPr>
        <p:grpSpPr>
          <a:xfrm>
            <a:off x="939675" y="2636414"/>
            <a:ext cx="1790825" cy="283497"/>
            <a:chOff x="1356993" y="2119689"/>
            <a:chExt cx="2286089" cy="361900"/>
          </a:xfrm>
        </p:grpSpPr>
        <p:sp>
          <p:nvSpPr>
            <p:cNvPr id="7" name="Freeform: Shape 20">
              <a:extLst>
                <a:ext uri="{FF2B5EF4-FFF2-40B4-BE49-F238E27FC236}">
                  <a16:creationId xmlns:a16="http://schemas.microsoft.com/office/drawing/2014/main" id="{DAD1AB25-54FE-0E06-D15A-D4CF761F6D99}"/>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8" name="Group 21">
              <a:extLst>
                <a:ext uri="{FF2B5EF4-FFF2-40B4-BE49-F238E27FC236}">
                  <a16:creationId xmlns:a16="http://schemas.microsoft.com/office/drawing/2014/main" id="{FC0DFC46-0393-5641-55E8-02B7DC6DBF8E}"/>
                </a:ext>
              </a:extLst>
            </p:cNvPr>
            <p:cNvGrpSpPr/>
            <p:nvPr/>
          </p:nvGrpSpPr>
          <p:grpSpPr>
            <a:xfrm>
              <a:off x="2056694" y="2152863"/>
              <a:ext cx="1586388" cy="295684"/>
              <a:chOff x="2056694" y="2152863"/>
              <a:chExt cx="1586388" cy="295684"/>
            </a:xfrm>
          </p:grpSpPr>
          <p:sp>
            <p:nvSpPr>
              <p:cNvPr id="9" name="Freeform: Shape 22">
                <a:extLst>
                  <a:ext uri="{FF2B5EF4-FFF2-40B4-BE49-F238E27FC236}">
                    <a16:creationId xmlns:a16="http://schemas.microsoft.com/office/drawing/2014/main" id="{A3DD856C-6331-9ED2-3995-48C757BB0BB5}"/>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0" name="Freeform: Shape 23">
                <a:extLst>
                  <a:ext uri="{FF2B5EF4-FFF2-40B4-BE49-F238E27FC236}">
                    <a16:creationId xmlns:a16="http://schemas.microsoft.com/office/drawing/2014/main" id="{47D4827F-4E9B-E571-7A6C-BB210A8C519E}"/>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1" name="Freeform: Shape 24">
                <a:extLst>
                  <a:ext uri="{FF2B5EF4-FFF2-40B4-BE49-F238E27FC236}">
                    <a16:creationId xmlns:a16="http://schemas.microsoft.com/office/drawing/2014/main" id="{9AF58D73-7950-5761-E82D-F778005D9A4D}"/>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2" name="Freeform: Shape 25">
                <a:extLst>
                  <a:ext uri="{FF2B5EF4-FFF2-40B4-BE49-F238E27FC236}">
                    <a16:creationId xmlns:a16="http://schemas.microsoft.com/office/drawing/2014/main" id="{D20A44FB-6815-8173-3EC2-25975A1A321A}"/>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3" name="Freeform: Shape 26">
                <a:extLst>
                  <a:ext uri="{FF2B5EF4-FFF2-40B4-BE49-F238E27FC236}">
                    <a16:creationId xmlns:a16="http://schemas.microsoft.com/office/drawing/2014/main" id="{847B4D72-7806-D054-CEA2-4A8B1D364EE5}"/>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4" name="Freeform: Shape 27">
                <a:extLst>
                  <a:ext uri="{FF2B5EF4-FFF2-40B4-BE49-F238E27FC236}">
                    <a16:creationId xmlns:a16="http://schemas.microsoft.com/office/drawing/2014/main" id="{3A54A24F-C01C-EC58-C99D-7DDBCD0F930E}"/>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5" name="Freeform: Shape 28">
                <a:extLst>
                  <a:ext uri="{FF2B5EF4-FFF2-40B4-BE49-F238E27FC236}">
                    <a16:creationId xmlns:a16="http://schemas.microsoft.com/office/drawing/2014/main" id="{A57DD632-219A-CD09-4334-C6BF65CE5BF0}"/>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6" name="Freeform: Shape 29">
                <a:extLst>
                  <a:ext uri="{FF2B5EF4-FFF2-40B4-BE49-F238E27FC236}">
                    <a16:creationId xmlns:a16="http://schemas.microsoft.com/office/drawing/2014/main" id="{0C0F127B-50D8-5D68-D866-BE3E57983CD3}"/>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0" name="Espace réservé du texte 4">
            <a:extLst>
              <a:ext uri="{FF2B5EF4-FFF2-40B4-BE49-F238E27FC236}">
                <a16:creationId xmlns:a16="http://schemas.microsoft.com/office/drawing/2014/main" id="{4094DB7E-DBA0-6123-3039-8AD9A2D6C226}"/>
              </a:ext>
            </a:extLst>
          </p:cNvPr>
          <p:cNvSpPr>
            <a:spLocks noGrp="1"/>
          </p:cNvSpPr>
          <p:nvPr>
            <p:ph type="body" sz="quarter" idx="10" hasCustomPrompt="1"/>
          </p:nvPr>
        </p:nvSpPr>
        <p:spPr>
          <a:xfrm>
            <a:off x="929462" y="3087517"/>
            <a:ext cx="502920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Insert title </a:t>
            </a:r>
            <a:br>
              <a:rPr lang="en-US"/>
            </a:br>
            <a:r>
              <a:rPr lang="en-US"/>
              <a:t>of the presentation</a:t>
            </a:r>
            <a:endParaRPr lang="fr-FR"/>
          </a:p>
        </p:txBody>
      </p:sp>
      <p:sp>
        <p:nvSpPr>
          <p:cNvPr id="3" name="Espace réservé du texte 4">
            <a:extLst>
              <a:ext uri="{FF2B5EF4-FFF2-40B4-BE49-F238E27FC236}">
                <a16:creationId xmlns:a16="http://schemas.microsoft.com/office/drawing/2014/main" id="{623BE11D-3B31-C78E-B46A-DE3E81FE15AA}"/>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5" name="Espace réservé de la date 26">
            <a:extLst>
              <a:ext uri="{FF2B5EF4-FFF2-40B4-BE49-F238E27FC236}">
                <a16:creationId xmlns:a16="http://schemas.microsoft.com/office/drawing/2014/main" id="{DC9BD7AA-859C-FB7B-2D19-A431919DA939}"/>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5"/>
                </a:solidFill>
              </a:defRPr>
            </a:lvl1pPr>
          </a:lstStyle>
          <a:p>
            <a:fld id="{D89E9D3C-9A96-4077-B4A4-4A889812BEC9}" type="datetime3">
              <a:rPr lang="fr-FR" smtClean="0"/>
              <a:pPr/>
              <a:t>02.04.26</a:t>
            </a:fld>
            <a:endParaRPr lang="fr-FR"/>
          </a:p>
        </p:txBody>
      </p:sp>
      <p:cxnSp>
        <p:nvCxnSpPr>
          <p:cNvPr id="21" name="Straight Connector 34">
            <a:extLst>
              <a:ext uri="{FF2B5EF4-FFF2-40B4-BE49-F238E27FC236}">
                <a16:creationId xmlns:a16="http://schemas.microsoft.com/office/drawing/2014/main" id="{53344533-838E-6B77-FAD6-56CFE45736EC}"/>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408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Cover D">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DD0198-CB69-2767-6E23-228D72A92515}"/>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grpSp>
        <p:nvGrpSpPr>
          <p:cNvPr id="6" name="Group 19">
            <a:extLst>
              <a:ext uri="{FF2B5EF4-FFF2-40B4-BE49-F238E27FC236}">
                <a16:creationId xmlns:a16="http://schemas.microsoft.com/office/drawing/2014/main" id="{61C1C1A8-EC69-EA6F-F949-D2665CAE258C}"/>
              </a:ext>
            </a:extLst>
          </p:cNvPr>
          <p:cNvGrpSpPr/>
          <p:nvPr userDrawn="1"/>
        </p:nvGrpSpPr>
        <p:grpSpPr>
          <a:xfrm>
            <a:off x="939675" y="2636414"/>
            <a:ext cx="1790825" cy="283497"/>
            <a:chOff x="1356993" y="2119689"/>
            <a:chExt cx="2286089" cy="361900"/>
          </a:xfrm>
        </p:grpSpPr>
        <p:sp>
          <p:nvSpPr>
            <p:cNvPr id="7" name="Freeform: Shape 20">
              <a:extLst>
                <a:ext uri="{FF2B5EF4-FFF2-40B4-BE49-F238E27FC236}">
                  <a16:creationId xmlns:a16="http://schemas.microsoft.com/office/drawing/2014/main" id="{DAD1AB25-54FE-0E06-D15A-D4CF761F6D99}"/>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8" name="Group 21">
              <a:extLst>
                <a:ext uri="{FF2B5EF4-FFF2-40B4-BE49-F238E27FC236}">
                  <a16:creationId xmlns:a16="http://schemas.microsoft.com/office/drawing/2014/main" id="{FC0DFC46-0393-5641-55E8-02B7DC6DBF8E}"/>
                </a:ext>
              </a:extLst>
            </p:cNvPr>
            <p:cNvGrpSpPr/>
            <p:nvPr/>
          </p:nvGrpSpPr>
          <p:grpSpPr>
            <a:xfrm>
              <a:off x="2056694" y="2152863"/>
              <a:ext cx="1586388" cy="295684"/>
              <a:chOff x="2056694" y="2152863"/>
              <a:chExt cx="1586388" cy="295684"/>
            </a:xfrm>
          </p:grpSpPr>
          <p:sp>
            <p:nvSpPr>
              <p:cNvPr id="9" name="Freeform: Shape 22">
                <a:extLst>
                  <a:ext uri="{FF2B5EF4-FFF2-40B4-BE49-F238E27FC236}">
                    <a16:creationId xmlns:a16="http://schemas.microsoft.com/office/drawing/2014/main" id="{A3DD856C-6331-9ED2-3995-48C757BB0BB5}"/>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0" name="Freeform: Shape 23">
                <a:extLst>
                  <a:ext uri="{FF2B5EF4-FFF2-40B4-BE49-F238E27FC236}">
                    <a16:creationId xmlns:a16="http://schemas.microsoft.com/office/drawing/2014/main" id="{47D4827F-4E9B-E571-7A6C-BB210A8C519E}"/>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1" name="Freeform: Shape 24">
                <a:extLst>
                  <a:ext uri="{FF2B5EF4-FFF2-40B4-BE49-F238E27FC236}">
                    <a16:creationId xmlns:a16="http://schemas.microsoft.com/office/drawing/2014/main" id="{9AF58D73-7950-5761-E82D-F778005D9A4D}"/>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2" name="Freeform: Shape 25">
                <a:extLst>
                  <a:ext uri="{FF2B5EF4-FFF2-40B4-BE49-F238E27FC236}">
                    <a16:creationId xmlns:a16="http://schemas.microsoft.com/office/drawing/2014/main" id="{D20A44FB-6815-8173-3EC2-25975A1A321A}"/>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3" name="Freeform: Shape 26">
                <a:extLst>
                  <a:ext uri="{FF2B5EF4-FFF2-40B4-BE49-F238E27FC236}">
                    <a16:creationId xmlns:a16="http://schemas.microsoft.com/office/drawing/2014/main" id="{847B4D72-7806-D054-CEA2-4A8B1D364EE5}"/>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4" name="Freeform: Shape 27">
                <a:extLst>
                  <a:ext uri="{FF2B5EF4-FFF2-40B4-BE49-F238E27FC236}">
                    <a16:creationId xmlns:a16="http://schemas.microsoft.com/office/drawing/2014/main" id="{3A54A24F-C01C-EC58-C99D-7DDBCD0F930E}"/>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5" name="Freeform: Shape 28">
                <a:extLst>
                  <a:ext uri="{FF2B5EF4-FFF2-40B4-BE49-F238E27FC236}">
                    <a16:creationId xmlns:a16="http://schemas.microsoft.com/office/drawing/2014/main" id="{A57DD632-219A-CD09-4334-C6BF65CE5BF0}"/>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6" name="Freeform: Shape 29">
                <a:extLst>
                  <a:ext uri="{FF2B5EF4-FFF2-40B4-BE49-F238E27FC236}">
                    <a16:creationId xmlns:a16="http://schemas.microsoft.com/office/drawing/2014/main" id="{0C0F127B-50D8-5D68-D866-BE3E57983CD3}"/>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0" name="Espace réservé du texte 4">
            <a:extLst>
              <a:ext uri="{FF2B5EF4-FFF2-40B4-BE49-F238E27FC236}">
                <a16:creationId xmlns:a16="http://schemas.microsoft.com/office/drawing/2014/main" id="{4094DB7E-DBA0-6123-3039-8AD9A2D6C226}"/>
              </a:ext>
            </a:extLst>
          </p:cNvPr>
          <p:cNvSpPr>
            <a:spLocks noGrp="1"/>
          </p:cNvSpPr>
          <p:nvPr>
            <p:ph type="body" sz="quarter" idx="10" hasCustomPrompt="1"/>
          </p:nvPr>
        </p:nvSpPr>
        <p:spPr>
          <a:xfrm>
            <a:off x="929462" y="3087517"/>
            <a:ext cx="502920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Insert title </a:t>
            </a:r>
            <a:br>
              <a:rPr lang="en-US"/>
            </a:br>
            <a:r>
              <a:rPr lang="en-US"/>
              <a:t>of the presentation</a:t>
            </a:r>
            <a:endParaRPr lang="fr-FR"/>
          </a:p>
        </p:txBody>
      </p:sp>
      <p:sp>
        <p:nvSpPr>
          <p:cNvPr id="3" name="Espace réservé du texte 4">
            <a:extLst>
              <a:ext uri="{FF2B5EF4-FFF2-40B4-BE49-F238E27FC236}">
                <a16:creationId xmlns:a16="http://schemas.microsoft.com/office/drawing/2014/main" id="{623BE11D-3B31-C78E-B46A-DE3E81FE15AA}"/>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5" name="Espace réservé de la date 26">
            <a:extLst>
              <a:ext uri="{FF2B5EF4-FFF2-40B4-BE49-F238E27FC236}">
                <a16:creationId xmlns:a16="http://schemas.microsoft.com/office/drawing/2014/main" id="{DC9BD7AA-859C-FB7B-2D19-A431919DA939}"/>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5"/>
                </a:solidFill>
              </a:defRPr>
            </a:lvl1pPr>
          </a:lstStyle>
          <a:p>
            <a:fld id="{D89E9D3C-9A96-4077-B4A4-4A889812BEC9}" type="datetime3">
              <a:rPr lang="fr-FR" smtClean="0"/>
              <a:pPr/>
              <a:t>02.04.26</a:t>
            </a:fld>
            <a:endParaRPr lang="fr-FR"/>
          </a:p>
        </p:txBody>
      </p:sp>
      <p:cxnSp>
        <p:nvCxnSpPr>
          <p:cNvPr id="21" name="Straight Connector 34">
            <a:extLst>
              <a:ext uri="{FF2B5EF4-FFF2-40B4-BE49-F238E27FC236}">
                <a16:creationId xmlns:a16="http://schemas.microsoft.com/office/drawing/2014/main" id="{53344533-838E-6B77-FAD6-56CFE45736EC}"/>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7" name="Image 16" descr="Une image contenant capture d’écran, Graphique, graphisme, Caractère coloré&#10;&#10;Description générée automatiquement">
            <a:extLst>
              <a:ext uri="{FF2B5EF4-FFF2-40B4-BE49-F238E27FC236}">
                <a16:creationId xmlns:a16="http://schemas.microsoft.com/office/drawing/2014/main" id="{85B22F30-A653-4C83-A775-43EBCD8FAB05}"/>
              </a:ext>
            </a:extLst>
          </p:cNvPr>
          <p:cNvPicPr>
            <a:picLocks noChangeAspect="1"/>
          </p:cNvPicPr>
          <p:nvPr userDrawn="1"/>
        </p:nvPicPr>
        <p:blipFill>
          <a:blip r:embed="rId2"/>
          <a:stretch>
            <a:fillRect/>
          </a:stretch>
        </p:blipFill>
        <p:spPr>
          <a:xfrm>
            <a:off x="6096987" y="1266826"/>
            <a:ext cx="5236776" cy="4324348"/>
          </a:xfrm>
          <a:prstGeom prst="rect">
            <a:avLst/>
          </a:prstGeom>
        </p:spPr>
      </p:pic>
    </p:spTree>
    <p:extLst>
      <p:ext uri="{BB962C8B-B14F-4D97-AF65-F5344CB8AC3E}">
        <p14:creationId xmlns:p14="http://schemas.microsoft.com/office/powerpoint/2010/main" val="528588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4_Cover D">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DD0198-CB69-2767-6E23-228D72A92515}"/>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grpSp>
        <p:nvGrpSpPr>
          <p:cNvPr id="6" name="Group 19">
            <a:extLst>
              <a:ext uri="{FF2B5EF4-FFF2-40B4-BE49-F238E27FC236}">
                <a16:creationId xmlns:a16="http://schemas.microsoft.com/office/drawing/2014/main" id="{61C1C1A8-EC69-EA6F-F949-D2665CAE258C}"/>
              </a:ext>
            </a:extLst>
          </p:cNvPr>
          <p:cNvGrpSpPr/>
          <p:nvPr userDrawn="1"/>
        </p:nvGrpSpPr>
        <p:grpSpPr>
          <a:xfrm>
            <a:off x="939675" y="2636414"/>
            <a:ext cx="1790825" cy="283497"/>
            <a:chOff x="1356993" y="2119689"/>
            <a:chExt cx="2286089" cy="361900"/>
          </a:xfrm>
        </p:grpSpPr>
        <p:sp>
          <p:nvSpPr>
            <p:cNvPr id="7" name="Freeform: Shape 20">
              <a:extLst>
                <a:ext uri="{FF2B5EF4-FFF2-40B4-BE49-F238E27FC236}">
                  <a16:creationId xmlns:a16="http://schemas.microsoft.com/office/drawing/2014/main" id="{DAD1AB25-54FE-0E06-D15A-D4CF761F6D99}"/>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8" name="Group 21">
              <a:extLst>
                <a:ext uri="{FF2B5EF4-FFF2-40B4-BE49-F238E27FC236}">
                  <a16:creationId xmlns:a16="http://schemas.microsoft.com/office/drawing/2014/main" id="{FC0DFC46-0393-5641-55E8-02B7DC6DBF8E}"/>
                </a:ext>
              </a:extLst>
            </p:cNvPr>
            <p:cNvGrpSpPr/>
            <p:nvPr/>
          </p:nvGrpSpPr>
          <p:grpSpPr>
            <a:xfrm>
              <a:off x="2056694" y="2152863"/>
              <a:ext cx="1586388" cy="295684"/>
              <a:chOff x="2056694" y="2152863"/>
              <a:chExt cx="1586388" cy="295684"/>
            </a:xfrm>
          </p:grpSpPr>
          <p:sp>
            <p:nvSpPr>
              <p:cNvPr id="9" name="Freeform: Shape 22">
                <a:extLst>
                  <a:ext uri="{FF2B5EF4-FFF2-40B4-BE49-F238E27FC236}">
                    <a16:creationId xmlns:a16="http://schemas.microsoft.com/office/drawing/2014/main" id="{A3DD856C-6331-9ED2-3995-48C757BB0BB5}"/>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0" name="Freeform: Shape 23">
                <a:extLst>
                  <a:ext uri="{FF2B5EF4-FFF2-40B4-BE49-F238E27FC236}">
                    <a16:creationId xmlns:a16="http://schemas.microsoft.com/office/drawing/2014/main" id="{47D4827F-4E9B-E571-7A6C-BB210A8C519E}"/>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1" name="Freeform: Shape 24">
                <a:extLst>
                  <a:ext uri="{FF2B5EF4-FFF2-40B4-BE49-F238E27FC236}">
                    <a16:creationId xmlns:a16="http://schemas.microsoft.com/office/drawing/2014/main" id="{9AF58D73-7950-5761-E82D-F778005D9A4D}"/>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2" name="Freeform: Shape 25">
                <a:extLst>
                  <a:ext uri="{FF2B5EF4-FFF2-40B4-BE49-F238E27FC236}">
                    <a16:creationId xmlns:a16="http://schemas.microsoft.com/office/drawing/2014/main" id="{D20A44FB-6815-8173-3EC2-25975A1A321A}"/>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3" name="Freeform: Shape 26">
                <a:extLst>
                  <a:ext uri="{FF2B5EF4-FFF2-40B4-BE49-F238E27FC236}">
                    <a16:creationId xmlns:a16="http://schemas.microsoft.com/office/drawing/2014/main" id="{847B4D72-7806-D054-CEA2-4A8B1D364EE5}"/>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4" name="Freeform: Shape 27">
                <a:extLst>
                  <a:ext uri="{FF2B5EF4-FFF2-40B4-BE49-F238E27FC236}">
                    <a16:creationId xmlns:a16="http://schemas.microsoft.com/office/drawing/2014/main" id="{3A54A24F-C01C-EC58-C99D-7DDBCD0F930E}"/>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5" name="Freeform: Shape 28">
                <a:extLst>
                  <a:ext uri="{FF2B5EF4-FFF2-40B4-BE49-F238E27FC236}">
                    <a16:creationId xmlns:a16="http://schemas.microsoft.com/office/drawing/2014/main" id="{A57DD632-219A-CD09-4334-C6BF65CE5BF0}"/>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6" name="Freeform: Shape 29">
                <a:extLst>
                  <a:ext uri="{FF2B5EF4-FFF2-40B4-BE49-F238E27FC236}">
                    <a16:creationId xmlns:a16="http://schemas.microsoft.com/office/drawing/2014/main" id="{0C0F127B-50D8-5D68-D866-BE3E57983CD3}"/>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0" name="Espace réservé du texte 4">
            <a:extLst>
              <a:ext uri="{FF2B5EF4-FFF2-40B4-BE49-F238E27FC236}">
                <a16:creationId xmlns:a16="http://schemas.microsoft.com/office/drawing/2014/main" id="{4094DB7E-DBA0-6123-3039-8AD9A2D6C226}"/>
              </a:ext>
            </a:extLst>
          </p:cNvPr>
          <p:cNvSpPr>
            <a:spLocks noGrp="1"/>
          </p:cNvSpPr>
          <p:nvPr>
            <p:ph type="body" sz="quarter" idx="10" hasCustomPrompt="1"/>
          </p:nvPr>
        </p:nvSpPr>
        <p:spPr>
          <a:xfrm>
            <a:off x="929462" y="3087517"/>
            <a:ext cx="502920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Insert title </a:t>
            </a:r>
            <a:br>
              <a:rPr lang="en-US"/>
            </a:br>
            <a:r>
              <a:rPr lang="en-US"/>
              <a:t>of the presentation</a:t>
            </a:r>
            <a:endParaRPr lang="fr-FR"/>
          </a:p>
        </p:txBody>
      </p:sp>
      <p:sp>
        <p:nvSpPr>
          <p:cNvPr id="3" name="Espace réservé du texte 4">
            <a:extLst>
              <a:ext uri="{FF2B5EF4-FFF2-40B4-BE49-F238E27FC236}">
                <a16:creationId xmlns:a16="http://schemas.microsoft.com/office/drawing/2014/main" id="{623BE11D-3B31-C78E-B46A-DE3E81FE15AA}"/>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5" name="Espace réservé de la date 26">
            <a:extLst>
              <a:ext uri="{FF2B5EF4-FFF2-40B4-BE49-F238E27FC236}">
                <a16:creationId xmlns:a16="http://schemas.microsoft.com/office/drawing/2014/main" id="{DC9BD7AA-859C-FB7B-2D19-A431919DA939}"/>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5"/>
                </a:solidFill>
              </a:defRPr>
            </a:lvl1pPr>
          </a:lstStyle>
          <a:p>
            <a:fld id="{D89E9D3C-9A96-4077-B4A4-4A889812BEC9}" type="datetime3">
              <a:rPr lang="fr-FR" smtClean="0"/>
              <a:pPr/>
              <a:t>02.04.26</a:t>
            </a:fld>
            <a:endParaRPr lang="fr-FR"/>
          </a:p>
        </p:txBody>
      </p:sp>
      <p:cxnSp>
        <p:nvCxnSpPr>
          <p:cNvPr id="21" name="Straight Connector 34">
            <a:extLst>
              <a:ext uri="{FF2B5EF4-FFF2-40B4-BE49-F238E27FC236}">
                <a16:creationId xmlns:a16="http://schemas.microsoft.com/office/drawing/2014/main" id="{53344533-838E-6B77-FAD6-56CFE45736EC}"/>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7" name="Image 16">
            <a:extLst>
              <a:ext uri="{FF2B5EF4-FFF2-40B4-BE49-F238E27FC236}">
                <a16:creationId xmlns:a16="http://schemas.microsoft.com/office/drawing/2014/main" id="{FCBE8B44-A20E-86D2-8D8E-C39592C96940}"/>
              </a:ext>
            </a:extLst>
          </p:cNvPr>
          <p:cNvPicPr>
            <a:picLocks noChangeAspect="1"/>
          </p:cNvPicPr>
          <p:nvPr userDrawn="1"/>
        </p:nvPicPr>
        <p:blipFill>
          <a:blip r:embed="rId2"/>
          <a:stretch>
            <a:fillRect/>
          </a:stretch>
        </p:blipFill>
        <p:spPr>
          <a:xfrm>
            <a:off x="6115050" y="1219798"/>
            <a:ext cx="5829300" cy="4418404"/>
          </a:xfrm>
          <a:prstGeom prst="rect">
            <a:avLst/>
          </a:prstGeom>
        </p:spPr>
      </p:pic>
    </p:spTree>
    <p:extLst>
      <p:ext uri="{BB962C8B-B14F-4D97-AF65-F5344CB8AC3E}">
        <p14:creationId xmlns:p14="http://schemas.microsoft.com/office/powerpoint/2010/main" val="1536140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E">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E7BD11-6ED7-6EA9-8DD3-C0BEB845BCFB}"/>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grpSp>
        <p:nvGrpSpPr>
          <p:cNvPr id="6" name="Group 19">
            <a:extLst>
              <a:ext uri="{FF2B5EF4-FFF2-40B4-BE49-F238E27FC236}">
                <a16:creationId xmlns:a16="http://schemas.microsoft.com/office/drawing/2014/main" id="{E8A82CB9-DC39-5788-16FA-47AFE4B08B5C}"/>
              </a:ext>
            </a:extLst>
          </p:cNvPr>
          <p:cNvGrpSpPr/>
          <p:nvPr userDrawn="1"/>
        </p:nvGrpSpPr>
        <p:grpSpPr>
          <a:xfrm>
            <a:off x="939675" y="2636414"/>
            <a:ext cx="1790825" cy="283497"/>
            <a:chOff x="1356993" y="2119689"/>
            <a:chExt cx="2286089" cy="361900"/>
          </a:xfrm>
        </p:grpSpPr>
        <p:sp>
          <p:nvSpPr>
            <p:cNvPr id="7" name="Freeform: Shape 20">
              <a:extLst>
                <a:ext uri="{FF2B5EF4-FFF2-40B4-BE49-F238E27FC236}">
                  <a16:creationId xmlns:a16="http://schemas.microsoft.com/office/drawing/2014/main" id="{47D65342-4656-A0E1-9E94-CC79EB42830E}"/>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8" name="Group 21">
              <a:extLst>
                <a:ext uri="{FF2B5EF4-FFF2-40B4-BE49-F238E27FC236}">
                  <a16:creationId xmlns:a16="http://schemas.microsoft.com/office/drawing/2014/main" id="{BA88AA84-A026-61EF-C9AF-F089224E90F1}"/>
                </a:ext>
              </a:extLst>
            </p:cNvPr>
            <p:cNvGrpSpPr/>
            <p:nvPr/>
          </p:nvGrpSpPr>
          <p:grpSpPr>
            <a:xfrm>
              <a:off x="2056694" y="2152863"/>
              <a:ext cx="1586388" cy="295684"/>
              <a:chOff x="2056694" y="2152863"/>
              <a:chExt cx="1586388" cy="295684"/>
            </a:xfrm>
          </p:grpSpPr>
          <p:sp>
            <p:nvSpPr>
              <p:cNvPr id="9" name="Freeform: Shape 22">
                <a:extLst>
                  <a:ext uri="{FF2B5EF4-FFF2-40B4-BE49-F238E27FC236}">
                    <a16:creationId xmlns:a16="http://schemas.microsoft.com/office/drawing/2014/main" id="{D8778C3D-C42F-0037-6074-D8FF105B3412}"/>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0" name="Freeform: Shape 23">
                <a:extLst>
                  <a:ext uri="{FF2B5EF4-FFF2-40B4-BE49-F238E27FC236}">
                    <a16:creationId xmlns:a16="http://schemas.microsoft.com/office/drawing/2014/main" id="{D5B958E3-0D3C-D540-8B39-4CBB93CEAD68}"/>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1" name="Freeform: Shape 24">
                <a:extLst>
                  <a:ext uri="{FF2B5EF4-FFF2-40B4-BE49-F238E27FC236}">
                    <a16:creationId xmlns:a16="http://schemas.microsoft.com/office/drawing/2014/main" id="{E51D9758-6B31-8EC9-ED66-F135749383CD}"/>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2" name="Freeform: Shape 25">
                <a:extLst>
                  <a:ext uri="{FF2B5EF4-FFF2-40B4-BE49-F238E27FC236}">
                    <a16:creationId xmlns:a16="http://schemas.microsoft.com/office/drawing/2014/main" id="{14C6CEC7-0C21-E86F-45C1-601117791B73}"/>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3" name="Freeform: Shape 26">
                <a:extLst>
                  <a:ext uri="{FF2B5EF4-FFF2-40B4-BE49-F238E27FC236}">
                    <a16:creationId xmlns:a16="http://schemas.microsoft.com/office/drawing/2014/main" id="{8CBA398A-1538-C164-0BD4-AAB35B863AB0}"/>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4" name="Freeform: Shape 27">
                <a:extLst>
                  <a:ext uri="{FF2B5EF4-FFF2-40B4-BE49-F238E27FC236}">
                    <a16:creationId xmlns:a16="http://schemas.microsoft.com/office/drawing/2014/main" id="{E82B1A8D-234E-A782-D30F-B1BBF9722539}"/>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5" name="Freeform: Shape 28">
                <a:extLst>
                  <a:ext uri="{FF2B5EF4-FFF2-40B4-BE49-F238E27FC236}">
                    <a16:creationId xmlns:a16="http://schemas.microsoft.com/office/drawing/2014/main" id="{7AF567DE-3712-83BA-9D66-56A4D0A0918D}"/>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6" name="Freeform: Shape 29">
                <a:extLst>
                  <a:ext uri="{FF2B5EF4-FFF2-40B4-BE49-F238E27FC236}">
                    <a16:creationId xmlns:a16="http://schemas.microsoft.com/office/drawing/2014/main" id="{8AE35597-ABFF-44A7-ECD7-C842E43E6C56}"/>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0" name="Espace réservé du texte 4">
            <a:extLst>
              <a:ext uri="{FF2B5EF4-FFF2-40B4-BE49-F238E27FC236}">
                <a16:creationId xmlns:a16="http://schemas.microsoft.com/office/drawing/2014/main" id="{645D42CD-9E47-4C7F-FDCB-4612FF23AC1E}"/>
              </a:ext>
            </a:extLst>
          </p:cNvPr>
          <p:cNvSpPr>
            <a:spLocks noGrp="1"/>
          </p:cNvSpPr>
          <p:nvPr>
            <p:ph type="body" sz="quarter" idx="10" hasCustomPrompt="1"/>
          </p:nvPr>
        </p:nvSpPr>
        <p:spPr>
          <a:xfrm>
            <a:off x="929462" y="3087517"/>
            <a:ext cx="502920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Insert title </a:t>
            </a:r>
            <a:br>
              <a:rPr lang="en-US"/>
            </a:br>
            <a:r>
              <a:rPr lang="en-US"/>
              <a:t>of the presentation</a:t>
            </a:r>
            <a:endParaRPr lang="fr-FR"/>
          </a:p>
        </p:txBody>
      </p:sp>
      <p:sp>
        <p:nvSpPr>
          <p:cNvPr id="3" name="Espace réservé du texte 4">
            <a:extLst>
              <a:ext uri="{FF2B5EF4-FFF2-40B4-BE49-F238E27FC236}">
                <a16:creationId xmlns:a16="http://schemas.microsoft.com/office/drawing/2014/main" id="{3DE01778-E442-3F8C-CC6B-059CB14AD877}"/>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4" name="Espace réservé de la date 26">
            <a:extLst>
              <a:ext uri="{FF2B5EF4-FFF2-40B4-BE49-F238E27FC236}">
                <a16:creationId xmlns:a16="http://schemas.microsoft.com/office/drawing/2014/main" id="{45A55CBB-ADCD-B3E5-D477-4F80F365F099}"/>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5"/>
                </a:solidFill>
              </a:defRPr>
            </a:lvl1pPr>
          </a:lstStyle>
          <a:p>
            <a:fld id="{7CDBDE91-9DAF-45B1-BBD2-66D82AC3BCEB}" type="datetime3">
              <a:rPr lang="fr-FR" smtClean="0"/>
              <a:pPr/>
              <a:t>02.04.26</a:t>
            </a:fld>
            <a:endParaRPr lang="fr-FR"/>
          </a:p>
        </p:txBody>
      </p:sp>
      <p:cxnSp>
        <p:nvCxnSpPr>
          <p:cNvPr id="5" name="Straight Connector 34">
            <a:extLst>
              <a:ext uri="{FF2B5EF4-FFF2-40B4-BE49-F238E27FC236}">
                <a16:creationId xmlns:a16="http://schemas.microsoft.com/office/drawing/2014/main" id="{004BAA2D-FE86-8685-DD03-FE054E518F90}"/>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8" name="Image 17" descr="Une image contenant dessin humoristique&#10;&#10;Description générée automatiquement avec une confiance moyenne">
            <a:extLst>
              <a:ext uri="{FF2B5EF4-FFF2-40B4-BE49-F238E27FC236}">
                <a16:creationId xmlns:a16="http://schemas.microsoft.com/office/drawing/2014/main" id="{BBD45386-62D6-F066-75C0-5DE3F0F3E5FF}"/>
              </a:ext>
            </a:extLst>
          </p:cNvPr>
          <p:cNvPicPr>
            <a:picLocks noChangeAspect="1"/>
          </p:cNvPicPr>
          <p:nvPr userDrawn="1"/>
        </p:nvPicPr>
        <p:blipFill>
          <a:blip r:embed="rId2"/>
          <a:stretch>
            <a:fillRect/>
          </a:stretch>
        </p:blipFill>
        <p:spPr>
          <a:xfrm>
            <a:off x="7135025" y="1675956"/>
            <a:ext cx="4090095" cy="3319993"/>
          </a:xfrm>
          <a:prstGeom prst="rect">
            <a:avLst/>
          </a:prstGeom>
        </p:spPr>
      </p:pic>
    </p:spTree>
    <p:extLst>
      <p:ext uri="{BB962C8B-B14F-4D97-AF65-F5344CB8AC3E}">
        <p14:creationId xmlns:p14="http://schemas.microsoft.com/office/powerpoint/2010/main" val="42120849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Cover E">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E7BD11-6ED7-6EA9-8DD3-C0BEB845BCFB}"/>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grpSp>
        <p:nvGrpSpPr>
          <p:cNvPr id="6" name="Group 19">
            <a:extLst>
              <a:ext uri="{FF2B5EF4-FFF2-40B4-BE49-F238E27FC236}">
                <a16:creationId xmlns:a16="http://schemas.microsoft.com/office/drawing/2014/main" id="{E8A82CB9-DC39-5788-16FA-47AFE4B08B5C}"/>
              </a:ext>
            </a:extLst>
          </p:cNvPr>
          <p:cNvGrpSpPr/>
          <p:nvPr userDrawn="1"/>
        </p:nvGrpSpPr>
        <p:grpSpPr>
          <a:xfrm>
            <a:off x="939675" y="2636414"/>
            <a:ext cx="1790825" cy="283497"/>
            <a:chOff x="1356993" y="2119689"/>
            <a:chExt cx="2286089" cy="361900"/>
          </a:xfrm>
        </p:grpSpPr>
        <p:sp>
          <p:nvSpPr>
            <p:cNvPr id="7" name="Freeform: Shape 20">
              <a:extLst>
                <a:ext uri="{FF2B5EF4-FFF2-40B4-BE49-F238E27FC236}">
                  <a16:creationId xmlns:a16="http://schemas.microsoft.com/office/drawing/2014/main" id="{47D65342-4656-A0E1-9E94-CC79EB42830E}"/>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8" name="Group 21">
              <a:extLst>
                <a:ext uri="{FF2B5EF4-FFF2-40B4-BE49-F238E27FC236}">
                  <a16:creationId xmlns:a16="http://schemas.microsoft.com/office/drawing/2014/main" id="{BA88AA84-A026-61EF-C9AF-F089224E90F1}"/>
                </a:ext>
              </a:extLst>
            </p:cNvPr>
            <p:cNvGrpSpPr/>
            <p:nvPr/>
          </p:nvGrpSpPr>
          <p:grpSpPr>
            <a:xfrm>
              <a:off x="2056694" y="2152863"/>
              <a:ext cx="1586388" cy="295684"/>
              <a:chOff x="2056694" y="2152863"/>
              <a:chExt cx="1586388" cy="295684"/>
            </a:xfrm>
          </p:grpSpPr>
          <p:sp>
            <p:nvSpPr>
              <p:cNvPr id="9" name="Freeform: Shape 22">
                <a:extLst>
                  <a:ext uri="{FF2B5EF4-FFF2-40B4-BE49-F238E27FC236}">
                    <a16:creationId xmlns:a16="http://schemas.microsoft.com/office/drawing/2014/main" id="{D8778C3D-C42F-0037-6074-D8FF105B3412}"/>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0" name="Freeform: Shape 23">
                <a:extLst>
                  <a:ext uri="{FF2B5EF4-FFF2-40B4-BE49-F238E27FC236}">
                    <a16:creationId xmlns:a16="http://schemas.microsoft.com/office/drawing/2014/main" id="{D5B958E3-0D3C-D540-8B39-4CBB93CEAD68}"/>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1" name="Freeform: Shape 24">
                <a:extLst>
                  <a:ext uri="{FF2B5EF4-FFF2-40B4-BE49-F238E27FC236}">
                    <a16:creationId xmlns:a16="http://schemas.microsoft.com/office/drawing/2014/main" id="{E51D9758-6B31-8EC9-ED66-F135749383CD}"/>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2" name="Freeform: Shape 25">
                <a:extLst>
                  <a:ext uri="{FF2B5EF4-FFF2-40B4-BE49-F238E27FC236}">
                    <a16:creationId xmlns:a16="http://schemas.microsoft.com/office/drawing/2014/main" id="{14C6CEC7-0C21-E86F-45C1-601117791B73}"/>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3" name="Freeform: Shape 26">
                <a:extLst>
                  <a:ext uri="{FF2B5EF4-FFF2-40B4-BE49-F238E27FC236}">
                    <a16:creationId xmlns:a16="http://schemas.microsoft.com/office/drawing/2014/main" id="{8CBA398A-1538-C164-0BD4-AAB35B863AB0}"/>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4" name="Freeform: Shape 27">
                <a:extLst>
                  <a:ext uri="{FF2B5EF4-FFF2-40B4-BE49-F238E27FC236}">
                    <a16:creationId xmlns:a16="http://schemas.microsoft.com/office/drawing/2014/main" id="{E82B1A8D-234E-A782-D30F-B1BBF9722539}"/>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5" name="Freeform: Shape 28">
                <a:extLst>
                  <a:ext uri="{FF2B5EF4-FFF2-40B4-BE49-F238E27FC236}">
                    <a16:creationId xmlns:a16="http://schemas.microsoft.com/office/drawing/2014/main" id="{7AF567DE-3712-83BA-9D66-56A4D0A0918D}"/>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6" name="Freeform: Shape 29">
                <a:extLst>
                  <a:ext uri="{FF2B5EF4-FFF2-40B4-BE49-F238E27FC236}">
                    <a16:creationId xmlns:a16="http://schemas.microsoft.com/office/drawing/2014/main" id="{8AE35597-ABFF-44A7-ECD7-C842E43E6C56}"/>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0" name="Espace réservé du texte 4">
            <a:extLst>
              <a:ext uri="{FF2B5EF4-FFF2-40B4-BE49-F238E27FC236}">
                <a16:creationId xmlns:a16="http://schemas.microsoft.com/office/drawing/2014/main" id="{645D42CD-9E47-4C7F-FDCB-4612FF23AC1E}"/>
              </a:ext>
            </a:extLst>
          </p:cNvPr>
          <p:cNvSpPr>
            <a:spLocks noGrp="1"/>
          </p:cNvSpPr>
          <p:nvPr>
            <p:ph type="body" sz="quarter" idx="10" hasCustomPrompt="1"/>
          </p:nvPr>
        </p:nvSpPr>
        <p:spPr>
          <a:xfrm>
            <a:off x="929462" y="3087517"/>
            <a:ext cx="502920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Insert title </a:t>
            </a:r>
            <a:br>
              <a:rPr lang="en-US"/>
            </a:br>
            <a:r>
              <a:rPr lang="en-US"/>
              <a:t>of the presentation</a:t>
            </a:r>
            <a:endParaRPr lang="fr-FR"/>
          </a:p>
        </p:txBody>
      </p:sp>
      <p:sp>
        <p:nvSpPr>
          <p:cNvPr id="3" name="Espace réservé du texte 4">
            <a:extLst>
              <a:ext uri="{FF2B5EF4-FFF2-40B4-BE49-F238E27FC236}">
                <a16:creationId xmlns:a16="http://schemas.microsoft.com/office/drawing/2014/main" id="{3DE01778-E442-3F8C-CC6B-059CB14AD877}"/>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4" name="Espace réservé de la date 26">
            <a:extLst>
              <a:ext uri="{FF2B5EF4-FFF2-40B4-BE49-F238E27FC236}">
                <a16:creationId xmlns:a16="http://schemas.microsoft.com/office/drawing/2014/main" id="{45A55CBB-ADCD-B3E5-D477-4F80F365F099}"/>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5"/>
                </a:solidFill>
              </a:defRPr>
            </a:lvl1pPr>
          </a:lstStyle>
          <a:p>
            <a:fld id="{7CDBDE91-9DAF-45B1-BBD2-66D82AC3BCEB}" type="datetime3">
              <a:rPr lang="fr-FR" smtClean="0"/>
              <a:pPr/>
              <a:t>02.04.26</a:t>
            </a:fld>
            <a:endParaRPr lang="fr-FR"/>
          </a:p>
        </p:txBody>
      </p:sp>
      <p:cxnSp>
        <p:nvCxnSpPr>
          <p:cNvPr id="5" name="Straight Connector 34">
            <a:extLst>
              <a:ext uri="{FF2B5EF4-FFF2-40B4-BE49-F238E27FC236}">
                <a16:creationId xmlns:a16="http://schemas.microsoft.com/office/drawing/2014/main" id="{004BAA2D-FE86-8685-DD03-FE054E518F90}"/>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8" name="Image 17" descr="Une image contenant Graphique, graphisme, clipart, conception&#10;&#10;Description générée automatiquement">
            <a:extLst>
              <a:ext uri="{FF2B5EF4-FFF2-40B4-BE49-F238E27FC236}">
                <a16:creationId xmlns:a16="http://schemas.microsoft.com/office/drawing/2014/main" id="{96929521-F0B1-12C8-252F-11C5806AC20D}"/>
              </a:ext>
            </a:extLst>
          </p:cNvPr>
          <p:cNvPicPr>
            <a:picLocks noChangeAspect="1"/>
          </p:cNvPicPr>
          <p:nvPr userDrawn="1"/>
        </p:nvPicPr>
        <p:blipFill>
          <a:blip r:embed="rId2"/>
          <a:stretch>
            <a:fillRect/>
          </a:stretch>
        </p:blipFill>
        <p:spPr>
          <a:xfrm>
            <a:off x="7711841" y="1143000"/>
            <a:ext cx="2788118" cy="4572000"/>
          </a:xfrm>
          <a:prstGeom prst="rect">
            <a:avLst/>
          </a:prstGeom>
        </p:spPr>
      </p:pic>
    </p:spTree>
    <p:extLst>
      <p:ext uri="{BB962C8B-B14F-4D97-AF65-F5344CB8AC3E}">
        <p14:creationId xmlns:p14="http://schemas.microsoft.com/office/powerpoint/2010/main" val="1357038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_Cover E">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E7BD11-6ED7-6EA9-8DD3-C0BEB845BCFB}"/>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grpSp>
        <p:nvGrpSpPr>
          <p:cNvPr id="6" name="Group 19">
            <a:extLst>
              <a:ext uri="{FF2B5EF4-FFF2-40B4-BE49-F238E27FC236}">
                <a16:creationId xmlns:a16="http://schemas.microsoft.com/office/drawing/2014/main" id="{E8A82CB9-DC39-5788-16FA-47AFE4B08B5C}"/>
              </a:ext>
            </a:extLst>
          </p:cNvPr>
          <p:cNvGrpSpPr/>
          <p:nvPr userDrawn="1"/>
        </p:nvGrpSpPr>
        <p:grpSpPr>
          <a:xfrm>
            <a:off x="939675" y="2636414"/>
            <a:ext cx="1790825" cy="283497"/>
            <a:chOff x="1356993" y="2119689"/>
            <a:chExt cx="2286089" cy="361900"/>
          </a:xfrm>
        </p:grpSpPr>
        <p:sp>
          <p:nvSpPr>
            <p:cNvPr id="7" name="Freeform: Shape 20">
              <a:extLst>
                <a:ext uri="{FF2B5EF4-FFF2-40B4-BE49-F238E27FC236}">
                  <a16:creationId xmlns:a16="http://schemas.microsoft.com/office/drawing/2014/main" id="{47D65342-4656-A0E1-9E94-CC79EB42830E}"/>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8" name="Group 21">
              <a:extLst>
                <a:ext uri="{FF2B5EF4-FFF2-40B4-BE49-F238E27FC236}">
                  <a16:creationId xmlns:a16="http://schemas.microsoft.com/office/drawing/2014/main" id="{BA88AA84-A026-61EF-C9AF-F089224E90F1}"/>
                </a:ext>
              </a:extLst>
            </p:cNvPr>
            <p:cNvGrpSpPr/>
            <p:nvPr/>
          </p:nvGrpSpPr>
          <p:grpSpPr>
            <a:xfrm>
              <a:off x="2056694" y="2152863"/>
              <a:ext cx="1586388" cy="295684"/>
              <a:chOff x="2056694" y="2152863"/>
              <a:chExt cx="1586388" cy="295684"/>
            </a:xfrm>
          </p:grpSpPr>
          <p:sp>
            <p:nvSpPr>
              <p:cNvPr id="9" name="Freeform: Shape 22">
                <a:extLst>
                  <a:ext uri="{FF2B5EF4-FFF2-40B4-BE49-F238E27FC236}">
                    <a16:creationId xmlns:a16="http://schemas.microsoft.com/office/drawing/2014/main" id="{D8778C3D-C42F-0037-6074-D8FF105B3412}"/>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0" name="Freeform: Shape 23">
                <a:extLst>
                  <a:ext uri="{FF2B5EF4-FFF2-40B4-BE49-F238E27FC236}">
                    <a16:creationId xmlns:a16="http://schemas.microsoft.com/office/drawing/2014/main" id="{D5B958E3-0D3C-D540-8B39-4CBB93CEAD68}"/>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1" name="Freeform: Shape 24">
                <a:extLst>
                  <a:ext uri="{FF2B5EF4-FFF2-40B4-BE49-F238E27FC236}">
                    <a16:creationId xmlns:a16="http://schemas.microsoft.com/office/drawing/2014/main" id="{E51D9758-6B31-8EC9-ED66-F135749383CD}"/>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2" name="Freeform: Shape 25">
                <a:extLst>
                  <a:ext uri="{FF2B5EF4-FFF2-40B4-BE49-F238E27FC236}">
                    <a16:creationId xmlns:a16="http://schemas.microsoft.com/office/drawing/2014/main" id="{14C6CEC7-0C21-E86F-45C1-601117791B73}"/>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3" name="Freeform: Shape 26">
                <a:extLst>
                  <a:ext uri="{FF2B5EF4-FFF2-40B4-BE49-F238E27FC236}">
                    <a16:creationId xmlns:a16="http://schemas.microsoft.com/office/drawing/2014/main" id="{8CBA398A-1538-C164-0BD4-AAB35B863AB0}"/>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4" name="Freeform: Shape 27">
                <a:extLst>
                  <a:ext uri="{FF2B5EF4-FFF2-40B4-BE49-F238E27FC236}">
                    <a16:creationId xmlns:a16="http://schemas.microsoft.com/office/drawing/2014/main" id="{E82B1A8D-234E-A782-D30F-B1BBF9722539}"/>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5" name="Freeform: Shape 28">
                <a:extLst>
                  <a:ext uri="{FF2B5EF4-FFF2-40B4-BE49-F238E27FC236}">
                    <a16:creationId xmlns:a16="http://schemas.microsoft.com/office/drawing/2014/main" id="{7AF567DE-3712-83BA-9D66-56A4D0A0918D}"/>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6" name="Freeform: Shape 29">
                <a:extLst>
                  <a:ext uri="{FF2B5EF4-FFF2-40B4-BE49-F238E27FC236}">
                    <a16:creationId xmlns:a16="http://schemas.microsoft.com/office/drawing/2014/main" id="{8AE35597-ABFF-44A7-ECD7-C842E43E6C56}"/>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0" name="Espace réservé du texte 4">
            <a:extLst>
              <a:ext uri="{FF2B5EF4-FFF2-40B4-BE49-F238E27FC236}">
                <a16:creationId xmlns:a16="http://schemas.microsoft.com/office/drawing/2014/main" id="{645D42CD-9E47-4C7F-FDCB-4612FF23AC1E}"/>
              </a:ext>
            </a:extLst>
          </p:cNvPr>
          <p:cNvSpPr>
            <a:spLocks noGrp="1"/>
          </p:cNvSpPr>
          <p:nvPr>
            <p:ph type="body" sz="quarter" idx="10" hasCustomPrompt="1"/>
          </p:nvPr>
        </p:nvSpPr>
        <p:spPr>
          <a:xfrm>
            <a:off x="929462" y="3087517"/>
            <a:ext cx="502920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Insert title </a:t>
            </a:r>
            <a:br>
              <a:rPr lang="en-US"/>
            </a:br>
            <a:r>
              <a:rPr lang="en-US"/>
              <a:t>of the presentation</a:t>
            </a:r>
            <a:endParaRPr lang="fr-FR"/>
          </a:p>
        </p:txBody>
      </p:sp>
      <p:sp>
        <p:nvSpPr>
          <p:cNvPr id="3" name="Espace réservé du texte 4">
            <a:extLst>
              <a:ext uri="{FF2B5EF4-FFF2-40B4-BE49-F238E27FC236}">
                <a16:creationId xmlns:a16="http://schemas.microsoft.com/office/drawing/2014/main" id="{3DE01778-E442-3F8C-CC6B-059CB14AD877}"/>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4" name="Espace réservé de la date 26">
            <a:extLst>
              <a:ext uri="{FF2B5EF4-FFF2-40B4-BE49-F238E27FC236}">
                <a16:creationId xmlns:a16="http://schemas.microsoft.com/office/drawing/2014/main" id="{45A55CBB-ADCD-B3E5-D477-4F80F365F099}"/>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5"/>
                </a:solidFill>
              </a:defRPr>
            </a:lvl1pPr>
          </a:lstStyle>
          <a:p>
            <a:fld id="{7CDBDE91-9DAF-45B1-BBD2-66D82AC3BCEB}" type="datetime3">
              <a:rPr lang="fr-FR" smtClean="0"/>
              <a:pPr/>
              <a:t>02.04.26</a:t>
            </a:fld>
            <a:endParaRPr lang="fr-FR"/>
          </a:p>
        </p:txBody>
      </p:sp>
      <p:cxnSp>
        <p:nvCxnSpPr>
          <p:cNvPr id="5" name="Straight Connector 34">
            <a:extLst>
              <a:ext uri="{FF2B5EF4-FFF2-40B4-BE49-F238E27FC236}">
                <a16:creationId xmlns:a16="http://schemas.microsoft.com/office/drawing/2014/main" id="{004BAA2D-FE86-8685-DD03-FE054E518F90}"/>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5837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ver F">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D5D1F9-59D9-0AB6-1751-CDF59ED543C0}"/>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sp>
        <p:nvSpPr>
          <p:cNvPr id="5" name="Graphique 2">
            <a:extLst>
              <a:ext uri="{FF2B5EF4-FFF2-40B4-BE49-F238E27FC236}">
                <a16:creationId xmlns:a16="http://schemas.microsoft.com/office/drawing/2014/main" id="{29604C00-9CB2-EA7D-E8D5-BCB04E4FA5A4}"/>
              </a:ext>
            </a:extLst>
          </p:cNvPr>
          <p:cNvSpPr>
            <a:spLocks/>
          </p:cNvSpPr>
          <p:nvPr userDrawn="1"/>
        </p:nvSpPr>
        <p:spPr>
          <a:xfrm rot="5400000">
            <a:off x="6976197" y="805258"/>
            <a:ext cx="3871213" cy="3352597"/>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8" name="Espace réservé pour une image  7">
            <a:extLst>
              <a:ext uri="{FF2B5EF4-FFF2-40B4-BE49-F238E27FC236}">
                <a16:creationId xmlns:a16="http://schemas.microsoft.com/office/drawing/2014/main" id="{A8B376F5-9EF4-A9DA-85AC-023EEBD63156}"/>
              </a:ext>
            </a:extLst>
          </p:cNvPr>
          <p:cNvSpPr>
            <a:spLocks noGrp="1"/>
          </p:cNvSpPr>
          <p:nvPr>
            <p:ph type="pic" sz="quarter" idx="16" hasCustomPrompt="1"/>
          </p:nvPr>
        </p:nvSpPr>
        <p:spPr>
          <a:xfrm>
            <a:off x="6657227" y="686030"/>
            <a:ext cx="4751002" cy="5485940"/>
          </a:xfrm>
          <a:custGeom>
            <a:avLst/>
            <a:gdLst>
              <a:gd name="connsiteX0" fmla="*/ 0 w 2910999"/>
              <a:gd name="connsiteY0" fmla="*/ 0 h 3361305"/>
              <a:gd name="connsiteX1" fmla="*/ 1455499 w 2910999"/>
              <a:gd name="connsiteY1" fmla="*/ 840261 h 3361305"/>
              <a:gd name="connsiteX2" fmla="*/ 2910999 w 2910999"/>
              <a:gd name="connsiteY2" fmla="*/ 1680652 h 3361305"/>
              <a:gd name="connsiteX3" fmla="*/ 1455499 w 2910999"/>
              <a:gd name="connsiteY3" fmla="*/ 2520914 h 3361305"/>
              <a:gd name="connsiteX4" fmla="*/ 0 w 2910999"/>
              <a:gd name="connsiteY4" fmla="*/ 3361305 h 3361305"/>
              <a:gd name="connsiteX5" fmla="*/ 0 w 2910999"/>
              <a:gd name="connsiteY5" fmla="*/ 1680652 h 336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0999" h="3361305">
                <a:moveTo>
                  <a:pt x="0" y="0"/>
                </a:moveTo>
                <a:lnTo>
                  <a:pt x="1455499" y="840261"/>
                </a:lnTo>
                <a:lnTo>
                  <a:pt x="2910999" y="1680652"/>
                </a:lnTo>
                <a:lnTo>
                  <a:pt x="1455499" y="2520914"/>
                </a:lnTo>
                <a:lnTo>
                  <a:pt x="0" y="3361305"/>
                </a:lnTo>
                <a:lnTo>
                  <a:pt x="0" y="1680652"/>
                </a:lnTo>
                <a:close/>
              </a:path>
            </a:pathLst>
          </a:custGeom>
          <a:solidFill>
            <a:schemeClr val="tx2"/>
          </a:solidFill>
        </p:spPr>
        <p:txBody>
          <a:bodyPr wrap="square">
            <a:noAutofit/>
          </a:bodyPr>
          <a:lstStyle>
            <a:lvl1pPr marL="0" indent="0">
              <a:buNone/>
              <a:defRPr/>
            </a:lvl1pPr>
          </a:lstStyle>
          <a:p>
            <a:r>
              <a:rPr lang="fr-FR"/>
              <a:t> </a:t>
            </a:r>
          </a:p>
        </p:txBody>
      </p:sp>
      <p:sp>
        <p:nvSpPr>
          <p:cNvPr id="9" name="Graphique 2">
            <a:extLst>
              <a:ext uri="{FF2B5EF4-FFF2-40B4-BE49-F238E27FC236}">
                <a16:creationId xmlns:a16="http://schemas.microsoft.com/office/drawing/2014/main" id="{FE6F0AD2-4F51-1CF8-2BDB-B6592AB4E949}"/>
              </a:ext>
            </a:extLst>
          </p:cNvPr>
          <p:cNvSpPr>
            <a:spLocks/>
          </p:cNvSpPr>
          <p:nvPr userDrawn="1"/>
        </p:nvSpPr>
        <p:spPr>
          <a:xfrm rot="16200000">
            <a:off x="9575709" y="4106873"/>
            <a:ext cx="1605784" cy="1390661"/>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grpSp>
        <p:nvGrpSpPr>
          <p:cNvPr id="12" name="Group 19">
            <a:extLst>
              <a:ext uri="{FF2B5EF4-FFF2-40B4-BE49-F238E27FC236}">
                <a16:creationId xmlns:a16="http://schemas.microsoft.com/office/drawing/2014/main" id="{BADCAEDC-6E51-C90B-322F-7C8DB090E914}"/>
              </a:ext>
            </a:extLst>
          </p:cNvPr>
          <p:cNvGrpSpPr/>
          <p:nvPr userDrawn="1"/>
        </p:nvGrpSpPr>
        <p:grpSpPr>
          <a:xfrm>
            <a:off x="939675" y="2636414"/>
            <a:ext cx="1790825" cy="283497"/>
            <a:chOff x="1356993" y="2119689"/>
            <a:chExt cx="2286089" cy="361900"/>
          </a:xfrm>
        </p:grpSpPr>
        <p:sp>
          <p:nvSpPr>
            <p:cNvPr id="13" name="Freeform: Shape 20">
              <a:extLst>
                <a:ext uri="{FF2B5EF4-FFF2-40B4-BE49-F238E27FC236}">
                  <a16:creationId xmlns:a16="http://schemas.microsoft.com/office/drawing/2014/main" id="{D1F557AD-AFCD-9BE0-8396-8D5D60B02756}"/>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14" name="Group 21">
              <a:extLst>
                <a:ext uri="{FF2B5EF4-FFF2-40B4-BE49-F238E27FC236}">
                  <a16:creationId xmlns:a16="http://schemas.microsoft.com/office/drawing/2014/main" id="{F21944C2-87CE-C453-59C9-E353A44CC659}"/>
                </a:ext>
              </a:extLst>
            </p:cNvPr>
            <p:cNvGrpSpPr/>
            <p:nvPr/>
          </p:nvGrpSpPr>
          <p:grpSpPr>
            <a:xfrm>
              <a:off x="2056694" y="2152863"/>
              <a:ext cx="1586388" cy="295684"/>
              <a:chOff x="2056694" y="2152863"/>
              <a:chExt cx="1586388" cy="295684"/>
            </a:xfrm>
          </p:grpSpPr>
          <p:sp>
            <p:nvSpPr>
              <p:cNvPr id="15" name="Freeform: Shape 22">
                <a:extLst>
                  <a:ext uri="{FF2B5EF4-FFF2-40B4-BE49-F238E27FC236}">
                    <a16:creationId xmlns:a16="http://schemas.microsoft.com/office/drawing/2014/main" id="{B2324F87-7DCC-C86F-EC44-2406D4355AC9}"/>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6" name="Freeform: Shape 23">
                <a:extLst>
                  <a:ext uri="{FF2B5EF4-FFF2-40B4-BE49-F238E27FC236}">
                    <a16:creationId xmlns:a16="http://schemas.microsoft.com/office/drawing/2014/main" id="{AB257590-F8BB-74D0-9107-4F5FB5D98445}"/>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7" name="Freeform: Shape 24">
                <a:extLst>
                  <a:ext uri="{FF2B5EF4-FFF2-40B4-BE49-F238E27FC236}">
                    <a16:creationId xmlns:a16="http://schemas.microsoft.com/office/drawing/2014/main" id="{0D497165-D955-C863-D157-93407E59934B}"/>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8" name="Freeform: Shape 25">
                <a:extLst>
                  <a:ext uri="{FF2B5EF4-FFF2-40B4-BE49-F238E27FC236}">
                    <a16:creationId xmlns:a16="http://schemas.microsoft.com/office/drawing/2014/main" id="{F09A2887-ECB6-5BB3-C3CF-C9B0F4507A50}"/>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9" name="Freeform: Shape 26">
                <a:extLst>
                  <a:ext uri="{FF2B5EF4-FFF2-40B4-BE49-F238E27FC236}">
                    <a16:creationId xmlns:a16="http://schemas.microsoft.com/office/drawing/2014/main" id="{2386BCD3-B522-0E06-0DEB-67FE5FF6B706}"/>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0" name="Freeform: Shape 27">
                <a:extLst>
                  <a:ext uri="{FF2B5EF4-FFF2-40B4-BE49-F238E27FC236}">
                    <a16:creationId xmlns:a16="http://schemas.microsoft.com/office/drawing/2014/main" id="{9CF83BB6-2182-59E1-249B-71565B26CE29}"/>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1" name="Freeform: Shape 28">
                <a:extLst>
                  <a:ext uri="{FF2B5EF4-FFF2-40B4-BE49-F238E27FC236}">
                    <a16:creationId xmlns:a16="http://schemas.microsoft.com/office/drawing/2014/main" id="{C8EF7870-7ED4-6064-6467-B629BF983F6B}"/>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2" name="Freeform: Shape 29">
                <a:extLst>
                  <a:ext uri="{FF2B5EF4-FFF2-40B4-BE49-F238E27FC236}">
                    <a16:creationId xmlns:a16="http://schemas.microsoft.com/office/drawing/2014/main" id="{651A5F52-7300-79A0-6D71-B0715C0913D7}"/>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6" name="Espace réservé du texte 4">
            <a:extLst>
              <a:ext uri="{FF2B5EF4-FFF2-40B4-BE49-F238E27FC236}">
                <a16:creationId xmlns:a16="http://schemas.microsoft.com/office/drawing/2014/main" id="{F7785EF1-8AB1-6408-AEA6-0B18FD6DBC10}"/>
              </a:ext>
            </a:extLst>
          </p:cNvPr>
          <p:cNvSpPr>
            <a:spLocks noGrp="1"/>
          </p:cNvSpPr>
          <p:nvPr>
            <p:ph type="body" sz="quarter" idx="10" hasCustomPrompt="1"/>
          </p:nvPr>
        </p:nvSpPr>
        <p:spPr>
          <a:xfrm>
            <a:off x="929462" y="3087517"/>
            <a:ext cx="502920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Insert title </a:t>
            </a:r>
            <a:br>
              <a:rPr lang="en-US"/>
            </a:br>
            <a:r>
              <a:rPr lang="en-US"/>
              <a:t>of the presentation</a:t>
            </a:r>
            <a:endParaRPr lang="fr-FR"/>
          </a:p>
        </p:txBody>
      </p:sp>
      <p:sp>
        <p:nvSpPr>
          <p:cNvPr id="3" name="Espace réservé du texte 4">
            <a:extLst>
              <a:ext uri="{FF2B5EF4-FFF2-40B4-BE49-F238E27FC236}">
                <a16:creationId xmlns:a16="http://schemas.microsoft.com/office/drawing/2014/main" id="{3C140621-BB4E-FBA3-0DB2-E51AF50DD1C0}"/>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11" name="Espace réservé de la date 26">
            <a:extLst>
              <a:ext uri="{FF2B5EF4-FFF2-40B4-BE49-F238E27FC236}">
                <a16:creationId xmlns:a16="http://schemas.microsoft.com/office/drawing/2014/main" id="{47858C0B-3522-4020-8C2E-5FC9EED91372}"/>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5"/>
                </a:solidFill>
              </a:defRPr>
            </a:lvl1pPr>
          </a:lstStyle>
          <a:p>
            <a:fld id="{A06DAD9E-CB45-4F75-B536-1C59D0E0F296}" type="datetime3">
              <a:rPr lang="fr-FR" smtClean="0"/>
              <a:pPr/>
              <a:t>02.04.26</a:t>
            </a:fld>
            <a:endParaRPr lang="fr-FR"/>
          </a:p>
        </p:txBody>
      </p:sp>
      <p:cxnSp>
        <p:nvCxnSpPr>
          <p:cNvPr id="27" name="Straight Connector 34">
            <a:extLst>
              <a:ext uri="{FF2B5EF4-FFF2-40B4-BE49-F238E27FC236}">
                <a16:creationId xmlns:a16="http://schemas.microsoft.com/office/drawing/2014/main" id="{992A0E21-8394-3892-943E-3ACDBDE9CAAA}"/>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5181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ver G">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1B406CFE-A156-4F96-32EE-0B66FC37BDB4}"/>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grpSp>
        <p:nvGrpSpPr>
          <p:cNvPr id="41" name="Group 19">
            <a:extLst>
              <a:ext uri="{FF2B5EF4-FFF2-40B4-BE49-F238E27FC236}">
                <a16:creationId xmlns:a16="http://schemas.microsoft.com/office/drawing/2014/main" id="{8DB4F786-829D-6631-BAD9-75620CF05CF7}"/>
              </a:ext>
            </a:extLst>
          </p:cNvPr>
          <p:cNvGrpSpPr/>
          <p:nvPr userDrawn="1"/>
        </p:nvGrpSpPr>
        <p:grpSpPr>
          <a:xfrm>
            <a:off x="939675" y="2636414"/>
            <a:ext cx="1790825" cy="283497"/>
            <a:chOff x="1356993" y="2119689"/>
            <a:chExt cx="2286089" cy="361900"/>
          </a:xfrm>
        </p:grpSpPr>
        <p:sp>
          <p:nvSpPr>
            <p:cNvPr id="42" name="Freeform: Shape 20">
              <a:extLst>
                <a:ext uri="{FF2B5EF4-FFF2-40B4-BE49-F238E27FC236}">
                  <a16:creationId xmlns:a16="http://schemas.microsoft.com/office/drawing/2014/main" id="{A7F93EF0-8A7E-0A16-E2EE-80F96FE27F0D}"/>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43" name="Group 21">
              <a:extLst>
                <a:ext uri="{FF2B5EF4-FFF2-40B4-BE49-F238E27FC236}">
                  <a16:creationId xmlns:a16="http://schemas.microsoft.com/office/drawing/2014/main" id="{96C528B8-6CA9-7261-DABF-78777B17EC4D}"/>
                </a:ext>
              </a:extLst>
            </p:cNvPr>
            <p:cNvGrpSpPr/>
            <p:nvPr/>
          </p:nvGrpSpPr>
          <p:grpSpPr>
            <a:xfrm>
              <a:off x="2056694" y="2152863"/>
              <a:ext cx="1586388" cy="295684"/>
              <a:chOff x="2056694" y="2152863"/>
              <a:chExt cx="1586388" cy="295684"/>
            </a:xfrm>
          </p:grpSpPr>
          <p:sp>
            <p:nvSpPr>
              <p:cNvPr id="44" name="Freeform: Shape 22">
                <a:extLst>
                  <a:ext uri="{FF2B5EF4-FFF2-40B4-BE49-F238E27FC236}">
                    <a16:creationId xmlns:a16="http://schemas.microsoft.com/office/drawing/2014/main" id="{756E91D3-68DD-44F8-B4A9-AC22B6A4AE00}"/>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45" name="Freeform: Shape 23">
                <a:extLst>
                  <a:ext uri="{FF2B5EF4-FFF2-40B4-BE49-F238E27FC236}">
                    <a16:creationId xmlns:a16="http://schemas.microsoft.com/office/drawing/2014/main" id="{00256FB7-47E0-72E9-A1E5-3E4676A36099}"/>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46" name="Freeform: Shape 24">
                <a:extLst>
                  <a:ext uri="{FF2B5EF4-FFF2-40B4-BE49-F238E27FC236}">
                    <a16:creationId xmlns:a16="http://schemas.microsoft.com/office/drawing/2014/main" id="{CE01995F-5213-BAC3-92DE-7EB13E4DB901}"/>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47" name="Freeform: Shape 25">
                <a:extLst>
                  <a:ext uri="{FF2B5EF4-FFF2-40B4-BE49-F238E27FC236}">
                    <a16:creationId xmlns:a16="http://schemas.microsoft.com/office/drawing/2014/main" id="{29F88CB5-6D77-B4EE-885D-14DBEA5D5356}"/>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48" name="Freeform: Shape 26">
                <a:extLst>
                  <a:ext uri="{FF2B5EF4-FFF2-40B4-BE49-F238E27FC236}">
                    <a16:creationId xmlns:a16="http://schemas.microsoft.com/office/drawing/2014/main" id="{7372D738-377F-2F54-0307-B833F1CA6191}"/>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49" name="Freeform: Shape 27">
                <a:extLst>
                  <a:ext uri="{FF2B5EF4-FFF2-40B4-BE49-F238E27FC236}">
                    <a16:creationId xmlns:a16="http://schemas.microsoft.com/office/drawing/2014/main" id="{1BAB9F2D-12CA-7489-65B7-790FCB28563E}"/>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50" name="Freeform: Shape 28">
                <a:extLst>
                  <a:ext uri="{FF2B5EF4-FFF2-40B4-BE49-F238E27FC236}">
                    <a16:creationId xmlns:a16="http://schemas.microsoft.com/office/drawing/2014/main" id="{D7D294BB-0195-9847-D50C-37D3C86B258D}"/>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51" name="Freeform: Shape 29">
                <a:extLst>
                  <a:ext uri="{FF2B5EF4-FFF2-40B4-BE49-F238E27FC236}">
                    <a16:creationId xmlns:a16="http://schemas.microsoft.com/office/drawing/2014/main" id="{378713C8-70D4-58AD-33E2-E3061748D386}"/>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52" name="Espace réservé du texte 4">
            <a:extLst>
              <a:ext uri="{FF2B5EF4-FFF2-40B4-BE49-F238E27FC236}">
                <a16:creationId xmlns:a16="http://schemas.microsoft.com/office/drawing/2014/main" id="{235144E9-7908-7D83-79BE-FAAEC6AFF216}"/>
              </a:ext>
            </a:extLst>
          </p:cNvPr>
          <p:cNvSpPr>
            <a:spLocks noGrp="1"/>
          </p:cNvSpPr>
          <p:nvPr>
            <p:ph type="body" sz="quarter" idx="10" hasCustomPrompt="1"/>
          </p:nvPr>
        </p:nvSpPr>
        <p:spPr>
          <a:xfrm>
            <a:off x="929462" y="3087517"/>
            <a:ext cx="3998667"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Insert title </a:t>
            </a:r>
            <a:br>
              <a:rPr lang="en-US"/>
            </a:br>
            <a:r>
              <a:rPr lang="en-US"/>
              <a:t>of the presentation</a:t>
            </a:r>
            <a:endParaRPr lang="fr-FR"/>
          </a:p>
        </p:txBody>
      </p:sp>
      <p:sp>
        <p:nvSpPr>
          <p:cNvPr id="53" name="Espace réservé du texte 4">
            <a:extLst>
              <a:ext uri="{FF2B5EF4-FFF2-40B4-BE49-F238E27FC236}">
                <a16:creationId xmlns:a16="http://schemas.microsoft.com/office/drawing/2014/main" id="{18412282-5048-DE99-BF1B-842A47A61DDD}"/>
              </a:ext>
            </a:extLst>
          </p:cNvPr>
          <p:cNvSpPr>
            <a:spLocks noGrp="1"/>
          </p:cNvSpPr>
          <p:nvPr>
            <p:ph type="body" sz="quarter" idx="11" hasCustomPrompt="1"/>
          </p:nvPr>
        </p:nvSpPr>
        <p:spPr>
          <a:xfrm>
            <a:off x="1078116" y="5932317"/>
            <a:ext cx="2784417" cy="249299"/>
          </a:xfrm>
          <a:ln>
            <a:noFill/>
          </a:ln>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54" name="Espace réservé de la date 26">
            <a:extLst>
              <a:ext uri="{FF2B5EF4-FFF2-40B4-BE49-F238E27FC236}">
                <a16:creationId xmlns:a16="http://schemas.microsoft.com/office/drawing/2014/main" id="{C003DDD5-A8CD-422F-872D-3E20812B824A}"/>
              </a:ext>
            </a:extLst>
          </p:cNvPr>
          <p:cNvSpPr>
            <a:spLocks noGrp="1"/>
          </p:cNvSpPr>
          <p:nvPr>
            <p:ph type="dt" sz="half" idx="13"/>
          </p:nvPr>
        </p:nvSpPr>
        <p:spPr>
          <a:xfrm>
            <a:off x="1078116" y="6231210"/>
            <a:ext cx="2514600" cy="186500"/>
          </a:xfrm>
          <a:prstGeom prst="rect">
            <a:avLst/>
          </a:prstGeom>
          <a:ln>
            <a:noFill/>
          </a:ln>
        </p:spPr>
        <p:txBody>
          <a:bodyPr lIns="0" tIns="0" rIns="0" bIns="0"/>
          <a:lstStyle>
            <a:lvl1pPr>
              <a:defRPr sz="1400">
                <a:solidFill>
                  <a:schemeClr val="accent5"/>
                </a:solidFill>
              </a:defRPr>
            </a:lvl1pPr>
          </a:lstStyle>
          <a:p>
            <a:fld id="{2A86CEB4-6C03-40C3-B823-076D6171D9DF}" type="datetime3">
              <a:rPr lang="fr-FR" smtClean="0"/>
              <a:pPr/>
              <a:t>02.04.26</a:t>
            </a:fld>
            <a:endParaRPr lang="fr-FR"/>
          </a:p>
        </p:txBody>
      </p:sp>
      <p:cxnSp>
        <p:nvCxnSpPr>
          <p:cNvPr id="55" name="Straight Connector 34">
            <a:extLst>
              <a:ext uri="{FF2B5EF4-FFF2-40B4-BE49-F238E27FC236}">
                <a16:creationId xmlns:a16="http://schemas.microsoft.com/office/drawing/2014/main" id="{40408025-0843-FF2F-6994-98087DB729A9}"/>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56" name="Graphique 2">
            <a:extLst>
              <a:ext uri="{FF2B5EF4-FFF2-40B4-BE49-F238E27FC236}">
                <a16:creationId xmlns:a16="http://schemas.microsoft.com/office/drawing/2014/main" id="{DA161BC6-58EB-66DE-60E7-035727D318F3}"/>
              </a:ext>
            </a:extLst>
          </p:cNvPr>
          <p:cNvSpPr>
            <a:spLocks/>
          </p:cNvSpPr>
          <p:nvPr userDrawn="1"/>
        </p:nvSpPr>
        <p:spPr>
          <a:xfrm rot="5400000">
            <a:off x="6338189" y="3075252"/>
            <a:ext cx="3361304" cy="2910999"/>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57" name="Graphique 2">
            <a:extLst>
              <a:ext uri="{FF2B5EF4-FFF2-40B4-BE49-F238E27FC236}">
                <a16:creationId xmlns:a16="http://schemas.microsoft.com/office/drawing/2014/main" id="{776C0EBA-2595-0C5C-226A-07171FE22549}"/>
              </a:ext>
            </a:extLst>
          </p:cNvPr>
          <p:cNvSpPr>
            <a:spLocks/>
          </p:cNvSpPr>
          <p:nvPr userDrawn="1"/>
        </p:nvSpPr>
        <p:spPr>
          <a:xfrm rot="5400000">
            <a:off x="7527740" y="1356476"/>
            <a:ext cx="3871213" cy="3352597"/>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58" name="Graphique 2">
            <a:extLst>
              <a:ext uri="{FF2B5EF4-FFF2-40B4-BE49-F238E27FC236}">
                <a16:creationId xmlns:a16="http://schemas.microsoft.com/office/drawing/2014/main" id="{08A8666D-6007-5108-B81A-F85EDAB4C382}"/>
              </a:ext>
            </a:extLst>
          </p:cNvPr>
          <p:cNvSpPr>
            <a:spLocks/>
          </p:cNvSpPr>
          <p:nvPr userDrawn="1"/>
        </p:nvSpPr>
        <p:spPr>
          <a:xfrm rot="16200000">
            <a:off x="5230451" y="734162"/>
            <a:ext cx="1308416" cy="1133131"/>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61" name="Graphique 2">
            <a:extLst>
              <a:ext uri="{FF2B5EF4-FFF2-40B4-BE49-F238E27FC236}">
                <a16:creationId xmlns:a16="http://schemas.microsoft.com/office/drawing/2014/main" id="{45E2B910-A26A-6320-A4EF-3F0634626DA0}"/>
              </a:ext>
            </a:extLst>
          </p:cNvPr>
          <p:cNvSpPr>
            <a:spLocks/>
          </p:cNvSpPr>
          <p:nvPr userDrawn="1"/>
        </p:nvSpPr>
        <p:spPr>
          <a:xfrm rot="16200000">
            <a:off x="10127252" y="4658091"/>
            <a:ext cx="1605784" cy="1390661"/>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63" name="Espace réservé pour une image  18">
            <a:extLst>
              <a:ext uri="{FF2B5EF4-FFF2-40B4-BE49-F238E27FC236}">
                <a16:creationId xmlns:a16="http://schemas.microsoft.com/office/drawing/2014/main" id="{EAC0145F-D267-2154-D44A-BA8DACB38363}"/>
              </a:ext>
            </a:extLst>
          </p:cNvPr>
          <p:cNvSpPr>
            <a:spLocks noGrp="1"/>
          </p:cNvSpPr>
          <p:nvPr>
            <p:ph type="pic" sz="quarter" idx="17" hasCustomPrompt="1"/>
          </p:nvPr>
        </p:nvSpPr>
        <p:spPr>
          <a:xfrm>
            <a:off x="4811609" y="743195"/>
            <a:ext cx="2658987" cy="3070309"/>
          </a:xfrm>
          <a:custGeom>
            <a:avLst/>
            <a:gdLst>
              <a:gd name="connsiteX0" fmla="*/ 2910999 w 2910999"/>
              <a:gd name="connsiteY0" fmla="*/ 0 h 3361305"/>
              <a:gd name="connsiteX1" fmla="*/ 2910999 w 2910999"/>
              <a:gd name="connsiteY1" fmla="*/ 1680652 h 3361305"/>
              <a:gd name="connsiteX2" fmla="*/ 2910999 w 2910999"/>
              <a:gd name="connsiteY2" fmla="*/ 3361305 h 3361305"/>
              <a:gd name="connsiteX3" fmla="*/ 1455499 w 2910999"/>
              <a:gd name="connsiteY3" fmla="*/ 2521043 h 3361305"/>
              <a:gd name="connsiteX4" fmla="*/ 0 w 2910999"/>
              <a:gd name="connsiteY4" fmla="*/ 1680652 h 3361305"/>
              <a:gd name="connsiteX5" fmla="*/ 1455499 w 2910999"/>
              <a:gd name="connsiteY5" fmla="*/ 840390 h 336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0999" h="3361305">
                <a:moveTo>
                  <a:pt x="2910999" y="0"/>
                </a:moveTo>
                <a:lnTo>
                  <a:pt x="2910999" y="1680652"/>
                </a:lnTo>
                <a:lnTo>
                  <a:pt x="2910999" y="3361305"/>
                </a:lnTo>
                <a:lnTo>
                  <a:pt x="1455499" y="2521043"/>
                </a:lnTo>
                <a:lnTo>
                  <a:pt x="0" y="1680652"/>
                </a:lnTo>
                <a:lnTo>
                  <a:pt x="1455499" y="840390"/>
                </a:lnTo>
                <a:close/>
              </a:path>
            </a:pathLst>
          </a:custGeom>
          <a:solidFill>
            <a:schemeClr val="tx2"/>
          </a:solidFill>
        </p:spPr>
        <p:txBody>
          <a:bodyPr wrap="square">
            <a:noAutofit/>
          </a:bodyPr>
          <a:lstStyle>
            <a:lvl1pPr marL="0" indent="0">
              <a:buNone/>
              <a:defRPr/>
            </a:lvl1pPr>
          </a:lstStyle>
          <a:p>
            <a:r>
              <a:rPr lang="fr-FR"/>
              <a:t> </a:t>
            </a:r>
          </a:p>
        </p:txBody>
      </p:sp>
      <p:sp>
        <p:nvSpPr>
          <p:cNvPr id="64" name="Espace réservé pour une image  19">
            <a:extLst>
              <a:ext uri="{FF2B5EF4-FFF2-40B4-BE49-F238E27FC236}">
                <a16:creationId xmlns:a16="http://schemas.microsoft.com/office/drawing/2014/main" id="{F71D90F9-7A08-1CB4-D027-9160F6236A02}"/>
              </a:ext>
            </a:extLst>
          </p:cNvPr>
          <p:cNvSpPr>
            <a:spLocks noGrp="1"/>
          </p:cNvSpPr>
          <p:nvPr>
            <p:ph type="pic" sz="quarter" idx="16" hasCustomPrompt="1"/>
          </p:nvPr>
        </p:nvSpPr>
        <p:spPr>
          <a:xfrm>
            <a:off x="7787048" y="1582057"/>
            <a:ext cx="4153770" cy="4796322"/>
          </a:xfrm>
          <a:custGeom>
            <a:avLst/>
            <a:gdLst>
              <a:gd name="connsiteX0" fmla="*/ 0 w 2910999"/>
              <a:gd name="connsiteY0" fmla="*/ 0 h 3361305"/>
              <a:gd name="connsiteX1" fmla="*/ 1455499 w 2910999"/>
              <a:gd name="connsiteY1" fmla="*/ 840261 h 3361305"/>
              <a:gd name="connsiteX2" fmla="*/ 2910999 w 2910999"/>
              <a:gd name="connsiteY2" fmla="*/ 1680652 h 3361305"/>
              <a:gd name="connsiteX3" fmla="*/ 1455499 w 2910999"/>
              <a:gd name="connsiteY3" fmla="*/ 2520914 h 3361305"/>
              <a:gd name="connsiteX4" fmla="*/ 0 w 2910999"/>
              <a:gd name="connsiteY4" fmla="*/ 3361305 h 3361305"/>
              <a:gd name="connsiteX5" fmla="*/ 0 w 2910999"/>
              <a:gd name="connsiteY5" fmla="*/ 1680652 h 336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0999" h="3361305">
                <a:moveTo>
                  <a:pt x="0" y="0"/>
                </a:moveTo>
                <a:lnTo>
                  <a:pt x="1455499" y="840261"/>
                </a:lnTo>
                <a:lnTo>
                  <a:pt x="2910999" y="1680652"/>
                </a:lnTo>
                <a:lnTo>
                  <a:pt x="1455499" y="2520914"/>
                </a:lnTo>
                <a:lnTo>
                  <a:pt x="0" y="3361305"/>
                </a:lnTo>
                <a:lnTo>
                  <a:pt x="0" y="1680652"/>
                </a:lnTo>
                <a:close/>
              </a:path>
            </a:pathLst>
          </a:custGeom>
          <a:solidFill>
            <a:schemeClr val="tx2"/>
          </a:solidFill>
        </p:spPr>
        <p:txBody>
          <a:bodyPr wrap="square">
            <a:noAutofit/>
          </a:bodyPr>
          <a:lstStyle>
            <a:lvl1pPr marL="0" indent="0">
              <a:buNone/>
              <a:defRPr/>
            </a:lvl1pPr>
          </a:lstStyle>
          <a:p>
            <a:r>
              <a:rPr lang="fr-FR"/>
              <a:t> </a:t>
            </a:r>
          </a:p>
        </p:txBody>
      </p:sp>
    </p:spTree>
    <p:extLst>
      <p:ext uri="{BB962C8B-B14F-4D97-AF65-F5344CB8AC3E}">
        <p14:creationId xmlns:p14="http://schemas.microsoft.com/office/powerpoint/2010/main" val="1827734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ver H">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1BFF18-D6FF-D19F-2EC3-F8DB2036367B}"/>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sp>
        <p:nvSpPr>
          <p:cNvPr id="20" name="Graphique 2">
            <a:extLst>
              <a:ext uri="{FF2B5EF4-FFF2-40B4-BE49-F238E27FC236}">
                <a16:creationId xmlns:a16="http://schemas.microsoft.com/office/drawing/2014/main" id="{A153E79F-4563-C4A2-1126-B399D13900F1}"/>
              </a:ext>
            </a:extLst>
          </p:cNvPr>
          <p:cNvSpPr>
            <a:spLocks/>
          </p:cNvSpPr>
          <p:nvPr userDrawn="1"/>
        </p:nvSpPr>
        <p:spPr>
          <a:xfrm rot="5400000">
            <a:off x="7527740" y="1356476"/>
            <a:ext cx="3871213" cy="3352597"/>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38" name="Graphique 2">
            <a:extLst>
              <a:ext uri="{FF2B5EF4-FFF2-40B4-BE49-F238E27FC236}">
                <a16:creationId xmlns:a16="http://schemas.microsoft.com/office/drawing/2014/main" id="{52AFEA91-D316-F879-EFC5-1EF3EBB9837F}"/>
              </a:ext>
            </a:extLst>
          </p:cNvPr>
          <p:cNvSpPr>
            <a:spLocks/>
          </p:cNvSpPr>
          <p:nvPr userDrawn="1"/>
        </p:nvSpPr>
        <p:spPr>
          <a:xfrm rot="16200000">
            <a:off x="5230451" y="734162"/>
            <a:ext cx="1308416" cy="1133131"/>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34" name="Espace réservé pour une image  33">
            <a:extLst>
              <a:ext uri="{FF2B5EF4-FFF2-40B4-BE49-F238E27FC236}">
                <a16:creationId xmlns:a16="http://schemas.microsoft.com/office/drawing/2014/main" id="{1D2FA2FA-E793-9C88-3904-F4DA96C57938}"/>
              </a:ext>
            </a:extLst>
          </p:cNvPr>
          <p:cNvSpPr>
            <a:spLocks noGrp="1"/>
          </p:cNvSpPr>
          <p:nvPr>
            <p:ph type="pic" sz="quarter" idx="17" hasCustomPrompt="1"/>
          </p:nvPr>
        </p:nvSpPr>
        <p:spPr>
          <a:xfrm>
            <a:off x="4811609" y="743195"/>
            <a:ext cx="2658987" cy="3070309"/>
          </a:xfrm>
          <a:custGeom>
            <a:avLst/>
            <a:gdLst>
              <a:gd name="connsiteX0" fmla="*/ 2910999 w 2910999"/>
              <a:gd name="connsiteY0" fmla="*/ 0 h 3361305"/>
              <a:gd name="connsiteX1" fmla="*/ 2910999 w 2910999"/>
              <a:gd name="connsiteY1" fmla="*/ 1680652 h 3361305"/>
              <a:gd name="connsiteX2" fmla="*/ 2910999 w 2910999"/>
              <a:gd name="connsiteY2" fmla="*/ 3361305 h 3361305"/>
              <a:gd name="connsiteX3" fmla="*/ 1455499 w 2910999"/>
              <a:gd name="connsiteY3" fmla="*/ 2521043 h 3361305"/>
              <a:gd name="connsiteX4" fmla="*/ 0 w 2910999"/>
              <a:gd name="connsiteY4" fmla="*/ 1680652 h 3361305"/>
              <a:gd name="connsiteX5" fmla="*/ 1455499 w 2910999"/>
              <a:gd name="connsiteY5" fmla="*/ 840390 h 336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0999" h="3361305">
                <a:moveTo>
                  <a:pt x="2910999" y="0"/>
                </a:moveTo>
                <a:lnTo>
                  <a:pt x="2910999" y="1680652"/>
                </a:lnTo>
                <a:lnTo>
                  <a:pt x="2910999" y="3361305"/>
                </a:lnTo>
                <a:lnTo>
                  <a:pt x="1455499" y="2521043"/>
                </a:lnTo>
                <a:lnTo>
                  <a:pt x="0" y="1680652"/>
                </a:lnTo>
                <a:lnTo>
                  <a:pt x="1455499" y="840390"/>
                </a:lnTo>
                <a:close/>
              </a:path>
            </a:pathLst>
          </a:custGeom>
          <a:solidFill>
            <a:schemeClr val="tx2"/>
          </a:solidFill>
        </p:spPr>
        <p:txBody>
          <a:bodyPr wrap="square">
            <a:noAutofit/>
          </a:bodyPr>
          <a:lstStyle>
            <a:lvl1pPr marL="0" indent="0">
              <a:buNone/>
              <a:defRPr/>
            </a:lvl1pPr>
          </a:lstStyle>
          <a:p>
            <a:r>
              <a:rPr lang="fr-FR"/>
              <a:t> </a:t>
            </a:r>
          </a:p>
        </p:txBody>
      </p:sp>
      <p:sp>
        <p:nvSpPr>
          <p:cNvPr id="25" name="Espace réservé pour une image  24">
            <a:extLst>
              <a:ext uri="{FF2B5EF4-FFF2-40B4-BE49-F238E27FC236}">
                <a16:creationId xmlns:a16="http://schemas.microsoft.com/office/drawing/2014/main" id="{F0052DC2-C0C4-8616-8EAD-39B52CBDD99E}"/>
              </a:ext>
            </a:extLst>
          </p:cNvPr>
          <p:cNvSpPr>
            <a:spLocks noGrp="1"/>
          </p:cNvSpPr>
          <p:nvPr>
            <p:ph type="pic" sz="quarter" idx="16" hasCustomPrompt="1"/>
          </p:nvPr>
        </p:nvSpPr>
        <p:spPr>
          <a:xfrm>
            <a:off x="7787048" y="1582057"/>
            <a:ext cx="4153770" cy="4796322"/>
          </a:xfrm>
          <a:custGeom>
            <a:avLst/>
            <a:gdLst>
              <a:gd name="connsiteX0" fmla="*/ 0 w 2910999"/>
              <a:gd name="connsiteY0" fmla="*/ 0 h 3361305"/>
              <a:gd name="connsiteX1" fmla="*/ 1455499 w 2910999"/>
              <a:gd name="connsiteY1" fmla="*/ 840261 h 3361305"/>
              <a:gd name="connsiteX2" fmla="*/ 2910999 w 2910999"/>
              <a:gd name="connsiteY2" fmla="*/ 1680652 h 3361305"/>
              <a:gd name="connsiteX3" fmla="*/ 1455499 w 2910999"/>
              <a:gd name="connsiteY3" fmla="*/ 2520914 h 3361305"/>
              <a:gd name="connsiteX4" fmla="*/ 0 w 2910999"/>
              <a:gd name="connsiteY4" fmla="*/ 3361305 h 3361305"/>
              <a:gd name="connsiteX5" fmla="*/ 0 w 2910999"/>
              <a:gd name="connsiteY5" fmla="*/ 1680652 h 336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0999" h="3361305">
                <a:moveTo>
                  <a:pt x="0" y="0"/>
                </a:moveTo>
                <a:lnTo>
                  <a:pt x="1455499" y="840261"/>
                </a:lnTo>
                <a:lnTo>
                  <a:pt x="2910999" y="1680652"/>
                </a:lnTo>
                <a:lnTo>
                  <a:pt x="1455499" y="2520914"/>
                </a:lnTo>
                <a:lnTo>
                  <a:pt x="0" y="3361305"/>
                </a:lnTo>
                <a:lnTo>
                  <a:pt x="0" y="1680652"/>
                </a:lnTo>
                <a:close/>
              </a:path>
            </a:pathLst>
          </a:custGeom>
          <a:solidFill>
            <a:schemeClr val="tx2"/>
          </a:solidFill>
        </p:spPr>
        <p:txBody>
          <a:bodyPr wrap="square">
            <a:noAutofit/>
          </a:bodyPr>
          <a:lstStyle>
            <a:lvl1pPr marL="0" indent="0">
              <a:buNone/>
              <a:defRPr/>
            </a:lvl1pPr>
          </a:lstStyle>
          <a:p>
            <a:r>
              <a:rPr lang="fr-FR"/>
              <a:t> </a:t>
            </a:r>
          </a:p>
        </p:txBody>
      </p:sp>
      <p:sp>
        <p:nvSpPr>
          <p:cNvPr id="26" name="Graphique 2">
            <a:extLst>
              <a:ext uri="{FF2B5EF4-FFF2-40B4-BE49-F238E27FC236}">
                <a16:creationId xmlns:a16="http://schemas.microsoft.com/office/drawing/2014/main" id="{0DA6744D-0B13-335F-AC78-E00D6068540E}"/>
              </a:ext>
            </a:extLst>
          </p:cNvPr>
          <p:cNvSpPr>
            <a:spLocks/>
          </p:cNvSpPr>
          <p:nvPr userDrawn="1"/>
        </p:nvSpPr>
        <p:spPr>
          <a:xfrm rot="16200000">
            <a:off x="10127252" y="4658091"/>
            <a:ext cx="1605784" cy="1390661"/>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36" name="Espace réservé pour une image  35">
            <a:extLst>
              <a:ext uri="{FF2B5EF4-FFF2-40B4-BE49-F238E27FC236}">
                <a16:creationId xmlns:a16="http://schemas.microsoft.com/office/drawing/2014/main" id="{EA2D2D6C-1627-0021-865E-3D8551832D78}"/>
              </a:ext>
            </a:extLst>
          </p:cNvPr>
          <p:cNvSpPr>
            <a:spLocks noGrp="1"/>
          </p:cNvSpPr>
          <p:nvPr>
            <p:ph type="pic" sz="quarter" idx="18" hasCustomPrompt="1"/>
          </p:nvPr>
        </p:nvSpPr>
        <p:spPr>
          <a:xfrm>
            <a:off x="5116240" y="2911695"/>
            <a:ext cx="2362028" cy="2727413"/>
          </a:xfrm>
          <a:custGeom>
            <a:avLst/>
            <a:gdLst>
              <a:gd name="connsiteX0" fmla="*/ 0 w 2910999"/>
              <a:gd name="connsiteY0" fmla="*/ 0 h 3361305"/>
              <a:gd name="connsiteX1" fmla="*/ 1455499 w 2910999"/>
              <a:gd name="connsiteY1" fmla="*/ 840261 h 3361305"/>
              <a:gd name="connsiteX2" fmla="*/ 2910999 w 2910999"/>
              <a:gd name="connsiteY2" fmla="*/ 1680652 h 3361305"/>
              <a:gd name="connsiteX3" fmla="*/ 1455499 w 2910999"/>
              <a:gd name="connsiteY3" fmla="*/ 2520914 h 3361305"/>
              <a:gd name="connsiteX4" fmla="*/ 0 w 2910999"/>
              <a:gd name="connsiteY4" fmla="*/ 3361305 h 3361305"/>
              <a:gd name="connsiteX5" fmla="*/ 0 w 2910999"/>
              <a:gd name="connsiteY5" fmla="*/ 1680652 h 336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0999" h="3361305">
                <a:moveTo>
                  <a:pt x="0" y="0"/>
                </a:moveTo>
                <a:lnTo>
                  <a:pt x="1455499" y="840261"/>
                </a:lnTo>
                <a:lnTo>
                  <a:pt x="2910999" y="1680652"/>
                </a:lnTo>
                <a:lnTo>
                  <a:pt x="1455499" y="2520914"/>
                </a:lnTo>
                <a:lnTo>
                  <a:pt x="0" y="3361305"/>
                </a:lnTo>
                <a:lnTo>
                  <a:pt x="0" y="1680652"/>
                </a:lnTo>
                <a:close/>
              </a:path>
            </a:pathLst>
          </a:custGeom>
          <a:solidFill>
            <a:schemeClr val="tx2"/>
          </a:solidFill>
        </p:spPr>
        <p:txBody>
          <a:bodyPr wrap="square">
            <a:noAutofit/>
          </a:bodyPr>
          <a:lstStyle>
            <a:lvl1pPr marL="0" indent="0">
              <a:buNone/>
              <a:defRPr/>
            </a:lvl1pPr>
          </a:lstStyle>
          <a:p>
            <a:r>
              <a:rPr lang="fr-FR"/>
              <a:t> </a:t>
            </a:r>
          </a:p>
        </p:txBody>
      </p:sp>
      <p:grpSp>
        <p:nvGrpSpPr>
          <p:cNvPr id="5" name="Group 19">
            <a:extLst>
              <a:ext uri="{FF2B5EF4-FFF2-40B4-BE49-F238E27FC236}">
                <a16:creationId xmlns:a16="http://schemas.microsoft.com/office/drawing/2014/main" id="{3AEAB1D2-4215-DDBB-86FC-CE25FC9943BD}"/>
              </a:ext>
            </a:extLst>
          </p:cNvPr>
          <p:cNvGrpSpPr/>
          <p:nvPr userDrawn="1"/>
        </p:nvGrpSpPr>
        <p:grpSpPr>
          <a:xfrm>
            <a:off x="939675" y="2636414"/>
            <a:ext cx="1790825" cy="283497"/>
            <a:chOff x="1356993" y="2119689"/>
            <a:chExt cx="2286089" cy="361900"/>
          </a:xfrm>
        </p:grpSpPr>
        <p:sp>
          <p:nvSpPr>
            <p:cNvPr id="6" name="Freeform: Shape 20">
              <a:extLst>
                <a:ext uri="{FF2B5EF4-FFF2-40B4-BE49-F238E27FC236}">
                  <a16:creationId xmlns:a16="http://schemas.microsoft.com/office/drawing/2014/main" id="{6CE80380-6E4C-D87E-A19F-A10F2873565B}"/>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7" name="Group 21">
              <a:extLst>
                <a:ext uri="{FF2B5EF4-FFF2-40B4-BE49-F238E27FC236}">
                  <a16:creationId xmlns:a16="http://schemas.microsoft.com/office/drawing/2014/main" id="{B95D528B-008E-F115-E245-9DA1F520B93A}"/>
                </a:ext>
              </a:extLst>
            </p:cNvPr>
            <p:cNvGrpSpPr/>
            <p:nvPr/>
          </p:nvGrpSpPr>
          <p:grpSpPr>
            <a:xfrm>
              <a:off x="2056694" y="2152863"/>
              <a:ext cx="1586388" cy="295684"/>
              <a:chOff x="2056694" y="2152863"/>
              <a:chExt cx="1586388" cy="295684"/>
            </a:xfrm>
          </p:grpSpPr>
          <p:sp>
            <p:nvSpPr>
              <p:cNvPr id="8" name="Freeform: Shape 22">
                <a:extLst>
                  <a:ext uri="{FF2B5EF4-FFF2-40B4-BE49-F238E27FC236}">
                    <a16:creationId xmlns:a16="http://schemas.microsoft.com/office/drawing/2014/main" id="{208E34A6-53B4-70E4-EBCF-890C5005B213}"/>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9" name="Freeform: Shape 23">
                <a:extLst>
                  <a:ext uri="{FF2B5EF4-FFF2-40B4-BE49-F238E27FC236}">
                    <a16:creationId xmlns:a16="http://schemas.microsoft.com/office/drawing/2014/main" id="{66E50819-A757-20D7-F2B8-3F46C1B88552}"/>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0" name="Freeform: Shape 24">
                <a:extLst>
                  <a:ext uri="{FF2B5EF4-FFF2-40B4-BE49-F238E27FC236}">
                    <a16:creationId xmlns:a16="http://schemas.microsoft.com/office/drawing/2014/main" id="{70FE702D-6799-4C34-EDEB-DEDE6AA1DAF8}"/>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1" name="Freeform: Shape 25">
                <a:extLst>
                  <a:ext uri="{FF2B5EF4-FFF2-40B4-BE49-F238E27FC236}">
                    <a16:creationId xmlns:a16="http://schemas.microsoft.com/office/drawing/2014/main" id="{BAAEDC3F-CFD7-A454-CFB2-86B259C123A1}"/>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2" name="Freeform: Shape 26">
                <a:extLst>
                  <a:ext uri="{FF2B5EF4-FFF2-40B4-BE49-F238E27FC236}">
                    <a16:creationId xmlns:a16="http://schemas.microsoft.com/office/drawing/2014/main" id="{8F7FBD1E-7850-87C0-E842-C146BFF21441}"/>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3" name="Freeform: Shape 27">
                <a:extLst>
                  <a:ext uri="{FF2B5EF4-FFF2-40B4-BE49-F238E27FC236}">
                    <a16:creationId xmlns:a16="http://schemas.microsoft.com/office/drawing/2014/main" id="{E56A6A96-266A-D783-21D6-6349C98D63A2}"/>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5" name="Freeform: Shape 28">
                <a:extLst>
                  <a:ext uri="{FF2B5EF4-FFF2-40B4-BE49-F238E27FC236}">
                    <a16:creationId xmlns:a16="http://schemas.microsoft.com/office/drawing/2014/main" id="{E271EFB2-9F47-30CA-B77E-8F9CCB9497D4}"/>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6" name="Freeform: Shape 29">
                <a:extLst>
                  <a:ext uri="{FF2B5EF4-FFF2-40B4-BE49-F238E27FC236}">
                    <a16:creationId xmlns:a16="http://schemas.microsoft.com/office/drawing/2014/main" id="{56D99438-5B9E-EAC8-2A79-53B8753E9E7B}"/>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3" name="Espace réservé du texte 4">
            <a:extLst>
              <a:ext uri="{FF2B5EF4-FFF2-40B4-BE49-F238E27FC236}">
                <a16:creationId xmlns:a16="http://schemas.microsoft.com/office/drawing/2014/main" id="{EB491FAC-7066-950F-D816-34561B3210F8}"/>
              </a:ext>
            </a:extLst>
          </p:cNvPr>
          <p:cNvSpPr>
            <a:spLocks noGrp="1"/>
          </p:cNvSpPr>
          <p:nvPr>
            <p:ph type="body" sz="quarter" idx="10" hasCustomPrompt="1"/>
          </p:nvPr>
        </p:nvSpPr>
        <p:spPr>
          <a:xfrm>
            <a:off x="929462" y="3087517"/>
            <a:ext cx="3998667"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Insert title </a:t>
            </a:r>
            <a:br>
              <a:rPr lang="en-US"/>
            </a:br>
            <a:r>
              <a:rPr lang="en-US"/>
              <a:t>of the presentation</a:t>
            </a:r>
            <a:endParaRPr lang="fr-FR"/>
          </a:p>
        </p:txBody>
      </p:sp>
      <p:sp>
        <p:nvSpPr>
          <p:cNvPr id="2" name="Espace réservé du texte 4">
            <a:extLst>
              <a:ext uri="{FF2B5EF4-FFF2-40B4-BE49-F238E27FC236}">
                <a16:creationId xmlns:a16="http://schemas.microsoft.com/office/drawing/2014/main" id="{F61F1561-131C-326B-DEA2-2770745F073B}"/>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2"/>
                </a:solidFill>
                <a:latin typeface="Source Sans Pro SemiBold" panose="020B0603030403020204" pitchFamily="34" charset="0"/>
                <a:ea typeface="Source Sans Pro SemiBold" panose="020B0603030403020204" pitchFamily="34" charset="0"/>
              </a:defRPr>
            </a:lvl1pPr>
          </a:lstStyle>
          <a:p>
            <a:pPr lvl="0"/>
            <a:r>
              <a:rPr lang="fr-FR"/>
              <a:t>Name of the speaker</a:t>
            </a:r>
          </a:p>
        </p:txBody>
      </p:sp>
      <p:sp>
        <p:nvSpPr>
          <p:cNvPr id="4" name="Espace réservé de la date 26">
            <a:extLst>
              <a:ext uri="{FF2B5EF4-FFF2-40B4-BE49-F238E27FC236}">
                <a16:creationId xmlns:a16="http://schemas.microsoft.com/office/drawing/2014/main" id="{09045551-972F-7272-1698-C0E89E553C29}"/>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2"/>
                </a:solidFill>
              </a:defRPr>
            </a:lvl1pPr>
          </a:lstStyle>
          <a:p>
            <a:fld id="{4A84949A-3F82-41E4-993B-DB43C1E431E9}" type="datetime3">
              <a:rPr lang="fr-FR" smtClean="0"/>
              <a:t>02.04.26</a:t>
            </a:fld>
            <a:endParaRPr lang="fr-FR"/>
          </a:p>
        </p:txBody>
      </p:sp>
      <p:cxnSp>
        <p:nvCxnSpPr>
          <p:cNvPr id="22" name="Straight Connector 34">
            <a:extLst>
              <a:ext uri="{FF2B5EF4-FFF2-40B4-BE49-F238E27FC236}">
                <a16:creationId xmlns:a16="http://schemas.microsoft.com/office/drawing/2014/main" id="{E74F5AD4-C359-A952-84EC-CEC355520B98}"/>
              </a:ext>
            </a:extLst>
          </p:cNvPr>
          <p:cNvCxnSpPr>
            <a:cxnSpLocks/>
          </p:cNvCxnSpPr>
          <p:nvPr userDrawn="1"/>
        </p:nvCxnSpPr>
        <p:spPr>
          <a:xfrm>
            <a:off x="929462" y="5945752"/>
            <a:ext cx="0" cy="4445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90275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hapter A">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3715F7-180A-C285-8B37-63EA35AEBBD6}"/>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sp>
        <p:nvSpPr>
          <p:cNvPr id="7" name="Espace réservé pour une image  6">
            <a:extLst>
              <a:ext uri="{FF2B5EF4-FFF2-40B4-BE49-F238E27FC236}">
                <a16:creationId xmlns:a16="http://schemas.microsoft.com/office/drawing/2014/main" id="{E7DDD931-901F-B8D8-377A-8D82C115042E}"/>
              </a:ext>
            </a:extLst>
          </p:cNvPr>
          <p:cNvSpPr>
            <a:spLocks noGrp="1"/>
          </p:cNvSpPr>
          <p:nvPr>
            <p:ph type="pic" sz="quarter" idx="11" hasCustomPrompt="1"/>
          </p:nvPr>
        </p:nvSpPr>
        <p:spPr>
          <a:xfrm>
            <a:off x="7142086" y="0"/>
            <a:ext cx="5049914" cy="6858000"/>
          </a:xfrm>
          <a:custGeom>
            <a:avLst/>
            <a:gdLst>
              <a:gd name="connsiteX0" fmla="*/ 0 w 5049914"/>
              <a:gd name="connsiteY0" fmla="*/ 0 h 6858000"/>
              <a:gd name="connsiteX1" fmla="*/ 5049914 w 5049914"/>
              <a:gd name="connsiteY1" fmla="*/ 0 h 6858000"/>
              <a:gd name="connsiteX2" fmla="*/ 5049914 w 5049914"/>
              <a:gd name="connsiteY2" fmla="*/ 6858000 h 6858000"/>
              <a:gd name="connsiteX3" fmla="*/ 0 w 504991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049914" h="6858000">
                <a:moveTo>
                  <a:pt x="0" y="0"/>
                </a:moveTo>
                <a:lnTo>
                  <a:pt x="5049914" y="0"/>
                </a:lnTo>
                <a:lnTo>
                  <a:pt x="5049914" y="6858000"/>
                </a:lnTo>
                <a:lnTo>
                  <a:pt x="0" y="6858000"/>
                </a:lnTo>
                <a:close/>
              </a:path>
            </a:pathLst>
          </a:custGeom>
          <a:solidFill>
            <a:schemeClr val="tx2"/>
          </a:solidFill>
        </p:spPr>
        <p:txBody>
          <a:bodyPr wrap="square" bIns="432000" anchor="ctr">
            <a:noAutofit/>
          </a:bodyPr>
          <a:lstStyle>
            <a:lvl1pPr marL="0" indent="0" algn="ctr">
              <a:buNone/>
              <a:defRPr sz="1200" b="0">
                <a:solidFill>
                  <a:schemeClr val="tx1">
                    <a:lumMod val="60000"/>
                    <a:lumOff val="40000"/>
                  </a:schemeClr>
                </a:solidFill>
              </a:defRPr>
            </a:lvl1pPr>
          </a:lstStyle>
          <a:p>
            <a:r>
              <a:rPr lang="fr-FR"/>
              <a:t>Click here to add your picture</a:t>
            </a:r>
          </a:p>
        </p:txBody>
      </p:sp>
      <p:sp>
        <p:nvSpPr>
          <p:cNvPr id="13" name="Freeform 1">
            <a:extLst>
              <a:ext uri="{FF2B5EF4-FFF2-40B4-BE49-F238E27FC236}">
                <a16:creationId xmlns:a16="http://schemas.microsoft.com/office/drawing/2014/main" id="{52EAEF8B-46F8-1159-F95C-5F8169A0CDF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14" name="Espace réservé du pied de page 3">
            <a:extLst>
              <a:ext uri="{FF2B5EF4-FFF2-40B4-BE49-F238E27FC236}">
                <a16:creationId xmlns:a16="http://schemas.microsoft.com/office/drawing/2014/main" id="{81F44602-097B-9A0A-1A22-92408DD88ACA}"/>
              </a:ext>
            </a:extLst>
          </p:cNvPr>
          <p:cNvSpPr>
            <a:spLocks noGrp="1"/>
          </p:cNvSpPr>
          <p:nvPr>
            <p:ph type="ftr" sz="quarter" idx="10"/>
          </p:nvPr>
        </p:nvSpPr>
        <p:spPr>
          <a:xfrm>
            <a:off x="1511300" y="6389143"/>
            <a:ext cx="7099300" cy="365125"/>
          </a:xfrm>
        </p:spPr>
        <p:txBody>
          <a:bodyPr/>
          <a:lstStyle>
            <a:lvl1pPr>
              <a:defRPr>
                <a:solidFill>
                  <a:schemeClr val="bg1"/>
                </a:solidFill>
              </a:defRPr>
            </a:lvl1pPr>
          </a:lstStyle>
          <a:p>
            <a:r>
              <a:rPr lang="fr-FR"/>
              <a:t>Name of the document</a:t>
            </a:r>
            <a:endParaRPr lang="en-US" dirty="0"/>
          </a:p>
        </p:txBody>
      </p:sp>
      <p:cxnSp>
        <p:nvCxnSpPr>
          <p:cNvPr id="16" name="Connecteur droit 15">
            <a:extLst>
              <a:ext uri="{FF2B5EF4-FFF2-40B4-BE49-F238E27FC236}">
                <a16:creationId xmlns:a16="http://schemas.microsoft.com/office/drawing/2014/main" id="{97A4BFBD-9D3C-CC63-B729-09F369ECE260}"/>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5">
            <a:extLst>
              <a:ext uri="{FF2B5EF4-FFF2-40B4-BE49-F238E27FC236}">
                <a16:creationId xmlns:a16="http://schemas.microsoft.com/office/drawing/2014/main" id="{A3A649BD-3A61-C1E8-BC62-CFFA8F7AFAC3}"/>
              </a:ext>
            </a:extLst>
          </p:cNvPr>
          <p:cNvSpPr>
            <a:spLocks noGrp="1"/>
          </p:cNvSpPr>
          <p:nvPr>
            <p:ph type="sldNum" sz="quarter" idx="4"/>
          </p:nvPr>
        </p:nvSpPr>
        <p:spPr>
          <a:xfrm>
            <a:off x="9220776" y="6389143"/>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8" name="Espace réservé du texte 4">
            <a:extLst>
              <a:ext uri="{FF2B5EF4-FFF2-40B4-BE49-F238E27FC236}">
                <a16:creationId xmlns:a16="http://schemas.microsoft.com/office/drawing/2014/main" id="{4C4E7B3B-180D-C6F8-9D15-CBDE1930AAF9}"/>
              </a:ext>
            </a:extLst>
          </p:cNvPr>
          <p:cNvSpPr>
            <a:spLocks noGrp="1"/>
          </p:cNvSpPr>
          <p:nvPr>
            <p:ph type="body" sz="quarter" idx="12" hasCustomPrompt="1"/>
          </p:nvPr>
        </p:nvSpPr>
        <p:spPr>
          <a:xfrm>
            <a:off x="1804107" y="2850471"/>
            <a:ext cx="395686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Insert title </a:t>
            </a:r>
            <a:br>
              <a:rPr lang="en-US"/>
            </a:br>
            <a:r>
              <a:rPr lang="en-US"/>
              <a:t>of the chapter</a:t>
            </a:r>
            <a:endParaRPr lang="fr-FR"/>
          </a:p>
        </p:txBody>
      </p:sp>
      <p:sp>
        <p:nvSpPr>
          <p:cNvPr id="9" name="Espace réservé du texte 4">
            <a:extLst>
              <a:ext uri="{FF2B5EF4-FFF2-40B4-BE49-F238E27FC236}">
                <a16:creationId xmlns:a16="http://schemas.microsoft.com/office/drawing/2014/main" id="{799E9E1F-C856-93CC-B54A-EE4C9D34B598}"/>
              </a:ext>
            </a:extLst>
          </p:cNvPr>
          <p:cNvSpPr>
            <a:spLocks noGrp="1"/>
          </p:cNvSpPr>
          <p:nvPr>
            <p:ph type="body" sz="quarter" idx="13" hasCustomPrompt="1"/>
          </p:nvPr>
        </p:nvSpPr>
        <p:spPr>
          <a:xfrm>
            <a:off x="-740135" y="2233289"/>
            <a:ext cx="2208939" cy="2391424"/>
          </a:xfrm>
        </p:spPr>
        <p:txBody>
          <a:bodyPr wrap="none" anchor="ctr">
            <a:spAutoFit/>
          </a:bodyPr>
          <a:lstStyle>
            <a:lvl1pPr marL="0" indent="0" algn="r">
              <a:lnSpc>
                <a:spcPct val="90000"/>
              </a:lnSpc>
              <a:spcBef>
                <a:spcPts val="0"/>
              </a:spcBef>
              <a:buNone/>
              <a:defRPr sz="16600" b="1" spc="-800" baseline="0">
                <a:solidFill>
                  <a:schemeClr val="bg1"/>
                </a:solidFill>
                <a:latin typeface="+mn-lt"/>
                <a:ea typeface="Source Sans Pro Semibold" panose="020B0603030403020204" pitchFamily="34" charset="0"/>
              </a:defRPr>
            </a:lvl1pPr>
          </a:lstStyle>
          <a:p>
            <a:pPr lvl="0"/>
            <a:r>
              <a:rPr lang="fr-FR"/>
              <a:t>XX</a:t>
            </a:r>
          </a:p>
        </p:txBody>
      </p:sp>
    </p:spTree>
    <p:extLst>
      <p:ext uri="{BB962C8B-B14F-4D97-AF65-F5344CB8AC3E}">
        <p14:creationId xmlns:p14="http://schemas.microsoft.com/office/powerpoint/2010/main" val="14234763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hapter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1D9A6B6-8677-CB3B-ABF0-7F3C2E9EE084}"/>
              </a:ext>
            </a:extLst>
          </p:cNvPr>
          <p:cNvSpPr/>
          <p:nvPr userDrawn="1"/>
        </p:nvSpPr>
        <p:spPr>
          <a:xfrm>
            <a:off x="0" y="0"/>
            <a:ext cx="9315777" cy="6857999"/>
          </a:xfrm>
          <a:prstGeom prst="rect">
            <a:avLst/>
          </a:prstGeom>
          <a:gradFill>
            <a:gsLst>
              <a:gs pos="23000">
                <a:srgbClr val="000000">
                  <a:alpha val="75000"/>
                </a:srgbClr>
              </a:gs>
              <a:gs pos="82000">
                <a:srgbClr val="000000">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3" name="Freeform 1">
            <a:extLst>
              <a:ext uri="{FF2B5EF4-FFF2-40B4-BE49-F238E27FC236}">
                <a16:creationId xmlns:a16="http://schemas.microsoft.com/office/drawing/2014/main" id="{52EAEF8B-46F8-1159-F95C-5F8169A0CDF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14" name="Espace réservé du pied de page 3">
            <a:extLst>
              <a:ext uri="{FF2B5EF4-FFF2-40B4-BE49-F238E27FC236}">
                <a16:creationId xmlns:a16="http://schemas.microsoft.com/office/drawing/2014/main" id="{81F44602-097B-9A0A-1A22-92408DD88ACA}"/>
              </a:ext>
            </a:extLst>
          </p:cNvPr>
          <p:cNvSpPr>
            <a:spLocks noGrp="1"/>
          </p:cNvSpPr>
          <p:nvPr>
            <p:ph type="ftr" sz="quarter" idx="10"/>
          </p:nvPr>
        </p:nvSpPr>
        <p:spPr>
          <a:xfrm>
            <a:off x="1511300" y="6389143"/>
            <a:ext cx="7099300" cy="365125"/>
          </a:xfrm>
        </p:spPr>
        <p:txBody>
          <a:bodyPr/>
          <a:lstStyle>
            <a:lvl1pPr>
              <a:defRPr>
                <a:solidFill>
                  <a:schemeClr val="bg1"/>
                </a:solidFill>
              </a:defRPr>
            </a:lvl1pPr>
          </a:lstStyle>
          <a:p>
            <a:r>
              <a:rPr lang="fr-FR"/>
              <a:t>Name of the document</a:t>
            </a:r>
            <a:endParaRPr lang="en-US" dirty="0"/>
          </a:p>
        </p:txBody>
      </p:sp>
      <p:cxnSp>
        <p:nvCxnSpPr>
          <p:cNvPr id="16" name="Connecteur droit 15">
            <a:extLst>
              <a:ext uri="{FF2B5EF4-FFF2-40B4-BE49-F238E27FC236}">
                <a16:creationId xmlns:a16="http://schemas.microsoft.com/office/drawing/2014/main" id="{97A4BFBD-9D3C-CC63-B729-09F369ECE260}"/>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5">
            <a:extLst>
              <a:ext uri="{FF2B5EF4-FFF2-40B4-BE49-F238E27FC236}">
                <a16:creationId xmlns:a16="http://schemas.microsoft.com/office/drawing/2014/main" id="{A3A649BD-3A61-C1E8-BC62-CFFA8F7AFAC3}"/>
              </a:ext>
            </a:extLst>
          </p:cNvPr>
          <p:cNvSpPr>
            <a:spLocks noGrp="1"/>
          </p:cNvSpPr>
          <p:nvPr>
            <p:ph type="sldNum" sz="quarter" idx="4"/>
          </p:nvPr>
        </p:nvSpPr>
        <p:spPr>
          <a:xfrm>
            <a:off x="9220776" y="6389143"/>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8" name="Espace réservé du texte 4">
            <a:extLst>
              <a:ext uri="{FF2B5EF4-FFF2-40B4-BE49-F238E27FC236}">
                <a16:creationId xmlns:a16="http://schemas.microsoft.com/office/drawing/2014/main" id="{4C4E7B3B-180D-C6F8-9D15-CBDE1930AAF9}"/>
              </a:ext>
            </a:extLst>
          </p:cNvPr>
          <p:cNvSpPr>
            <a:spLocks noGrp="1"/>
          </p:cNvSpPr>
          <p:nvPr>
            <p:ph type="body" sz="quarter" idx="12" hasCustomPrompt="1"/>
          </p:nvPr>
        </p:nvSpPr>
        <p:spPr>
          <a:xfrm>
            <a:off x="1804107" y="2850471"/>
            <a:ext cx="395686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Insert title </a:t>
            </a:r>
            <a:br>
              <a:rPr lang="en-US"/>
            </a:br>
            <a:r>
              <a:rPr lang="en-US"/>
              <a:t>of the chapter</a:t>
            </a:r>
            <a:endParaRPr lang="fr-FR"/>
          </a:p>
        </p:txBody>
      </p:sp>
      <p:sp>
        <p:nvSpPr>
          <p:cNvPr id="9" name="Espace réservé du texte 4">
            <a:extLst>
              <a:ext uri="{FF2B5EF4-FFF2-40B4-BE49-F238E27FC236}">
                <a16:creationId xmlns:a16="http://schemas.microsoft.com/office/drawing/2014/main" id="{799E9E1F-C856-93CC-B54A-EE4C9D34B598}"/>
              </a:ext>
            </a:extLst>
          </p:cNvPr>
          <p:cNvSpPr>
            <a:spLocks noGrp="1"/>
          </p:cNvSpPr>
          <p:nvPr>
            <p:ph type="body" sz="quarter" idx="13" hasCustomPrompt="1"/>
          </p:nvPr>
        </p:nvSpPr>
        <p:spPr>
          <a:xfrm>
            <a:off x="-740135" y="2233289"/>
            <a:ext cx="2208939" cy="2391424"/>
          </a:xfrm>
        </p:spPr>
        <p:txBody>
          <a:bodyPr wrap="none" anchor="ctr">
            <a:spAutoFit/>
          </a:bodyPr>
          <a:lstStyle>
            <a:lvl1pPr marL="0" indent="0" algn="r">
              <a:lnSpc>
                <a:spcPct val="90000"/>
              </a:lnSpc>
              <a:spcBef>
                <a:spcPts val="0"/>
              </a:spcBef>
              <a:buNone/>
              <a:defRPr sz="16600" b="1" spc="-800" baseline="0">
                <a:solidFill>
                  <a:schemeClr val="bg1"/>
                </a:solidFill>
                <a:latin typeface="+mn-lt"/>
                <a:ea typeface="Source Sans Pro Semibold" panose="020B0603030403020204" pitchFamily="34" charset="0"/>
              </a:defRPr>
            </a:lvl1pPr>
          </a:lstStyle>
          <a:p>
            <a:pPr lvl="0"/>
            <a:r>
              <a:rPr lang="fr-FR"/>
              <a:t>XX</a:t>
            </a:r>
          </a:p>
        </p:txBody>
      </p:sp>
    </p:spTree>
    <p:extLst>
      <p:ext uri="{BB962C8B-B14F-4D97-AF65-F5344CB8AC3E}">
        <p14:creationId xmlns:p14="http://schemas.microsoft.com/office/powerpoint/2010/main" val="31984269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Chapter B">
    <p:bg>
      <p:bgPr>
        <a:blipFill dpi="0" rotWithShape="1">
          <a:blip r:embed="rId2">
            <a:lum/>
          </a:blip>
          <a:srcRect/>
          <a:stretch>
            <a:fillRect t="-14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1D9A6B6-8677-CB3B-ABF0-7F3C2E9EE084}"/>
              </a:ext>
            </a:extLst>
          </p:cNvPr>
          <p:cNvSpPr/>
          <p:nvPr userDrawn="1"/>
        </p:nvSpPr>
        <p:spPr>
          <a:xfrm>
            <a:off x="0" y="0"/>
            <a:ext cx="9315777" cy="6857999"/>
          </a:xfrm>
          <a:prstGeom prst="rect">
            <a:avLst/>
          </a:prstGeom>
          <a:gradFill>
            <a:gsLst>
              <a:gs pos="23000">
                <a:srgbClr val="000000">
                  <a:alpha val="75000"/>
                </a:srgbClr>
              </a:gs>
              <a:gs pos="82000">
                <a:srgbClr val="000000">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3" name="Freeform 1">
            <a:extLst>
              <a:ext uri="{FF2B5EF4-FFF2-40B4-BE49-F238E27FC236}">
                <a16:creationId xmlns:a16="http://schemas.microsoft.com/office/drawing/2014/main" id="{52EAEF8B-46F8-1159-F95C-5F8169A0CDF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14" name="Espace réservé du pied de page 3">
            <a:extLst>
              <a:ext uri="{FF2B5EF4-FFF2-40B4-BE49-F238E27FC236}">
                <a16:creationId xmlns:a16="http://schemas.microsoft.com/office/drawing/2014/main" id="{81F44602-097B-9A0A-1A22-92408DD88ACA}"/>
              </a:ext>
            </a:extLst>
          </p:cNvPr>
          <p:cNvSpPr>
            <a:spLocks noGrp="1"/>
          </p:cNvSpPr>
          <p:nvPr>
            <p:ph type="ftr" sz="quarter" idx="10"/>
          </p:nvPr>
        </p:nvSpPr>
        <p:spPr>
          <a:xfrm>
            <a:off x="1511300" y="6389143"/>
            <a:ext cx="7099300" cy="365125"/>
          </a:xfrm>
        </p:spPr>
        <p:txBody>
          <a:bodyPr/>
          <a:lstStyle>
            <a:lvl1pPr>
              <a:defRPr>
                <a:solidFill>
                  <a:schemeClr val="bg1"/>
                </a:solidFill>
              </a:defRPr>
            </a:lvl1pPr>
          </a:lstStyle>
          <a:p>
            <a:r>
              <a:rPr lang="fr-FR"/>
              <a:t>Name of the document</a:t>
            </a:r>
            <a:endParaRPr lang="en-US" dirty="0"/>
          </a:p>
        </p:txBody>
      </p:sp>
      <p:cxnSp>
        <p:nvCxnSpPr>
          <p:cNvPr id="16" name="Connecteur droit 15">
            <a:extLst>
              <a:ext uri="{FF2B5EF4-FFF2-40B4-BE49-F238E27FC236}">
                <a16:creationId xmlns:a16="http://schemas.microsoft.com/office/drawing/2014/main" id="{97A4BFBD-9D3C-CC63-B729-09F369ECE260}"/>
              </a:ext>
            </a:extLst>
          </p:cNvPr>
          <p:cNvCxnSpPr>
            <a:cxnSpLocks/>
          </p:cNvCxnSpPr>
          <p:nvPr userDrawn="1"/>
        </p:nvCxnSpPr>
        <p:spPr>
          <a:xfrm>
            <a:off x="1506537" y="6446039"/>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5">
            <a:extLst>
              <a:ext uri="{FF2B5EF4-FFF2-40B4-BE49-F238E27FC236}">
                <a16:creationId xmlns:a16="http://schemas.microsoft.com/office/drawing/2014/main" id="{A3A649BD-3A61-C1E8-BC62-CFFA8F7AFAC3}"/>
              </a:ext>
            </a:extLst>
          </p:cNvPr>
          <p:cNvSpPr>
            <a:spLocks noGrp="1"/>
          </p:cNvSpPr>
          <p:nvPr>
            <p:ph type="sldNum" sz="quarter" idx="4"/>
          </p:nvPr>
        </p:nvSpPr>
        <p:spPr>
          <a:xfrm>
            <a:off x="9220776" y="6386349"/>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8" name="Espace réservé du texte 4">
            <a:extLst>
              <a:ext uri="{FF2B5EF4-FFF2-40B4-BE49-F238E27FC236}">
                <a16:creationId xmlns:a16="http://schemas.microsoft.com/office/drawing/2014/main" id="{4C4E7B3B-180D-C6F8-9D15-CBDE1930AAF9}"/>
              </a:ext>
            </a:extLst>
          </p:cNvPr>
          <p:cNvSpPr>
            <a:spLocks noGrp="1"/>
          </p:cNvSpPr>
          <p:nvPr>
            <p:ph type="body" sz="quarter" idx="12" hasCustomPrompt="1"/>
          </p:nvPr>
        </p:nvSpPr>
        <p:spPr>
          <a:xfrm>
            <a:off x="1804107" y="2850471"/>
            <a:ext cx="395686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Insert title </a:t>
            </a:r>
            <a:br>
              <a:rPr lang="en-US"/>
            </a:br>
            <a:r>
              <a:rPr lang="en-US"/>
              <a:t>of the chapter</a:t>
            </a:r>
            <a:endParaRPr lang="fr-FR"/>
          </a:p>
        </p:txBody>
      </p:sp>
      <p:sp>
        <p:nvSpPr>
          <p:cNvPr id="9" name="Espace réservé du texte 4">
            <a:extLst>
              <a:ext uri="{FF2B5EF4-FFF2-40B4-BE49-F238E27FC236}">
                <a16:creationId xmlns:a16="http://schemas.microsoft.com/office/drawing/2014/main" id="{799E9E1F-C856-93CC-B54A-EE4C9D34B598}"/>
              </a:ext>
            </a:extLst>
          </p:cNvPr>
          <p:cNvSpPr>
            <a:spLocks noGrp="1"/>
          </p:cNvSpPr>
          <p:nvPr>
            <p:ph type="body" sz="quarter" idx="13" hasCustomPrompt="1"/>
          </p:nvPr>
        </p:nvSpPr>
        <p:spPr>
          <a:xfrm>
            <a:off x="-740135" y="2233289"/>
            <a:ext cx="2208939" cy="2391424"/>
          </a:xfrm>
        </p:spPr>
        <p:txBody>
          <a:bodyPr wrap="none" anchor="ctr">
            <a:spAutoFit/>
          </a:bodyPr>
          <a:lstStyle>
            <a:lvl1pPr marL="0" indent="0" algn="r">
              <a:lnSpc>
                <a:spcPct val="90000"/>
              </a:lnSpc>
              <a:spcBef>
                <a:spcPts val="0"/>
              </a:spcBef>
              <a:buNone/>
              <a:defRPr sz="16600" b="1" spc="-800" baseline="0">
                <a:solidFill>
                  <a:schemeClr val="bg1"/>
                </a:solidFill>
                <a:latin typeface="+mn-lt"/>
                <a:ea typeface="Source Sans Pro Semibold" panose="020B0603030403020204" pitchFamily="34" charset="0"/>
              </a:defRPr>
            </a:lvl1pPr>
          </a:lstStyle>
          <a:p>
            <a:pPr lvl="0"/>
            <a:r>
              <a:rPr lang="fr-FR"/>
              <a:t>XX</a:t>
            </a:r>
          </a:p>
        </p:txBody>
      </p:sp>
    </p:spTree>
    <p:extLst>
      <p:ext uri="{BB962C8B-B14F-4D97-AF65-F5344CB8AC3E}">
        <p14:creationId xmlns:p14="http://schemas.microsoft.com/office/powerpoint/2010/main" val="24658939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2_Chapter B">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1D9A6B6-8677-CB3B-ABF0-7F3C2E9EE084}"/>
              </a:ext>
            </a:extLst>
          </p:cNvPr>
          <p:cNvSpPr/>
          <p:nvPr userDrawn="1"/>
        </p:nvSpPr>
        <p:spPr>
          <a:xfrm>
            <a:off x="0" y="0"/>
            <a:ext cx="9315777" cy="6857999"/>
          </a:xfrm>
          <a:prstGeom prst="rect">
            <a:avLst/>
          </a:prstGeom>
          <a:gradFill>
            <a:gsLst>
              <a:gs pos="23000">
                <a:srgbClr val="000000">
                  <a:alpha val="75000"/>
                </a:srgbClr>
              </a:gs>
              <a:gs pos="82000">
                <a:srgbClr val="000000">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3" name="Freeform 1">
            <a:extLst>
              <a:ext uri="{FF2B5EF4-FFF2-40B4-BE49-F238E27FC236}">
                <a16:creationId xmlns:a16="http://schemas.microsoft.com/office/drawing/2014/main" id="{52EAEF8B-46F8-1159-F95C-5F8169A0CDF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14" name="Espace réservé du pied de page 3">
            <a:extLst>
              <a:ext uri="{FF2B5EF4-FFF2-40B4-BE49-F238E27FC236}">
                <a16:creationId xmlns:a16="http://schemas.microsoft.com/office/drawing/2014/main" id="{81F44602-097B-9A0A-1A22-92408DD88ACA}"/>
              </a:ext>
            </a:extLst>
          </p:cNvPr>
          <p:cNvSpPr>
            <a:spLocks noGrp="1"/>
          </p:cNvSpPr>
          <p:nvPr>
            <p:ph type="ftr" sz="quarter" idx="10"/>
          </p:nvPr>
        </p:nvSpPr>
        <p:spPr>
          <a:xfrm>
            <a:off x="1511300" y="6386349"/>
            <a:ext cx="7099300" cy="365125"/>
          </a:xfrm>
        </p:spPr>
        <p:txBody>
          <a:bodyPr/>
          <a:lstStyle>
            <a:lvl1pPr>
              <a:defRPr>
                <a:solidFill>
                  <a:schemeClr val="bg1"/>
                </a:solidFill>
              </a:defRPr>
            </a:lvl1pPr>
          </a:lstStyle>
          <a:p>
            <a:r>
              <a:rPr lang="fr-FR"/>
              <a:t>Name of the document</a:t>
            </a:r>
            <a:endParaRPr lang="en-US" dirty="0"/>
          </a:p>
        </p:txBody>
      </p:sp>
      <p:cxnSp>
        <p:nvCxnSpPr>
          <p:cNvPr id="16" name="Connecteur droit 15">
            <a:extLst>
              <a:ext uri="{FF2B5EF4-FFF2-40B4-BE49-F238E27FC236}">
                <a16:creationId xmlns:a16="http://schemas.microsoft.com/office/drawing/2014/main" id="{97A4BFBD-9D3C-CC63-B729-09F369ECE260}"/>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5">
            <a:extLst>
              <a:ext uri="{FF2B5EF4-FFF2-40B4-BE49-F238E27FC236}">
                <a16:creationId xmlns:a16="http://schemas.microsoft.com/office/drawing/2014/main" id="{A3A649BD-3A61-C1E8-BC62-CFFA8F7AFAC3}"/>
              </a:ext>
            </a:extLst>
          </p:cNvPr>
          <p:cNvSpPr>
            <a:spLocks noGrp="1"/>
          </p:cNvSpPr>
          <p:nvPr>
            <p:ph type="sldNum" sz="quarter" idx="4"/>
          </p:nvPr>
        </p:nvSpPr>
        <p:spPr>
          <a:xfrm>
            <a:off x="9220776" y="6386349"/>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8" name="Espace réservé du texte 4">
            <a:extLst>
              <a:ext uri="{FF2B5EF4-FFF2-40B4-BE49-F238E27FC236}">
                <a16:creationId xmlns:a16="http://schemas.microsoft.com/office/drawing/2014/main" id="{4C4E7B3B-180D-C6F8-9D15-CBDE1930AAF9}"/>
              </a:ext>
            </a:extLst>
          </p:cNvPr>
          <p:cNvSpPr>
            <a:spLocks noGrp="1"/>
          </p:cNvSpPr>
          <p:nvPr>
            <p:ph type="body" sz="quarter" idx="12" hasCustomPrompt="1"/>
          </p:nvPr>
        </p:nvSpPr>
        <p:spPr>
          <a:xfrm>
            <a:off x="1804107" y="2850471"/>
            <a:ext cx="395686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Insert title </a:t>
            </a:r>
            <a:br>
              <a:rPr lang="en-US"/>
            </a:br>
            <a:r>
              <a:rPr lang="en-US"/>
              <a:t>of the chapter</a:t>
            </a:r>
            <a:endParaRPr lang="fr-FR"/>
          </a:p>
        </p:txBody>
      </p:sp>
      <p:sp>
        <p:nvSpPr>
          <p:cNvPr id="9" name="Espace réservé du texte 4">
            <a:extLst>
              <a:ext uri="{FF2B5EF4-FFF2-40B4-BE49-F238E27FC236}">
                <a16:creationId xmlns:a16="http://schemas.microsoft.com/office/drawing/2014/main" id="{799E9E1F-C856-93CC-B54A-EE4C9D34B598}"/>
              </a:ext>
            </a:extLst>
          </p:cNvPr>
          <p:cNvSpPr>
            <a:spLocks noGrp="1"/>
          </p:cNvSpPr>
          <p:nvPr>
            <p:ph type="body" sz="quarter" idx="13" hasCustomPrompt="1"/>
          </p:nvPr>
        </p:nvSpPr>
        <p:spPr>
          <a:xfrm>
            <a:off x="-740135" y="2233289"/>
            <a:ext cx="2208939" cy="2391424"/>
          </a:xfrm>
        </p:spPr>
        <p:txBody>
          <a:bodyPr wrap="none" anchor="ctr">
            <a:spAutoFit/>
          </a:bodyPr>
          <a:lstStyle>
            <a:lvl1pPr marL="0" indent="0" algn="r">
              <a:lnSpc>
                <a:spcPct val="90000"/>
              </a:lnSpc>
              <a:spcBef>
                <a:spcPts val="0"/>
              </a:spcBef>
              <a:buNone/>
              <a:defRPr sz="16600" b="1" spc="-800" baseline="0">
                <a:solidFill>
                  <a:schemeClr val="bg1"/>
                </a:solidFill>
                <a:latin typeface="+mn-lt"/>
                <a:ea typeface="Source Sans Pro Semibold" panose="020B0603030403020204" pitchFamily="34" charset="0"/>
              </a:defRPr>
            </a:lvl1pPr>
          </a:lstStyle>
          <a:p>
            <a:pPr lvl="0"/>
            <a:r>
              <a:rPr lang="fr-FR"/>
              <a:t>XX</a:t>
            </a:r>
          </a:p>
        </p:txBody>
      </p:sp>
    </p:spTree>
    <p:extLst>
      <p:ext uri="{BB962C8B-B14F-4D97-AF65-F5344CB8AC3E}">
        <p14:creationId xmlns:p14="http://schemas.microsoft.com/office/powerpoint/2010/main" val="13332229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3_Chapter B">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1D9A6B6-8677-CB3B-ABF0-7F3C2E9EE084}"/>
              </a:ext>
            </a:extLst>
          </p:cNvPr>
          <p:cNvSpPr/>
          <p:nvPr userDrawn="1"/>
        </p:nvSpPr>
        <p:spPr>
          <a:xfrm>
            <a:off x="0" y="0"/>
            <a:ext cx="9315777" cy="6857999"/>
          </a:xfrm>
          <a:prstGeom prst="rect">
            <a:avLst/>
          </a:prstGeom>
          <a:gradFill>
            <a:gsLst>
              <a:gs pos="23000">
                <a:srgbClr val="000000">
                  <a:alpha val="75000"/>
                </a:srgbClr>
              </a:gs>
              <a:gs pos="82000">
                <a:srgbClr val="000000">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3" name="Freeform 1">
            <a:extLst>
              <a:ext uri="{FF2B5EF4-FFF2-40B4-BE49-F238E27FC236}">
                <a16:creationId xmlns:a16="http://schemas.microsoft.com/office/drawing/2014/main" id="{52EAEF8B-46F8-1159-F95C-5F8169A0CDF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14" name="Espace réservé du pied de page 3">
            <a:extLst>
              <a:ext uri="{FF2B5EF4-FFF2-40B4-BE49-F238E27FC236}">
                <a16:creationId xmlns:a16="http://schemas.microsoft.com/office/drawing/2014/main" id="{81F44602-097B-9A0A-1A22-92408DD88ACA}"/>
              </a:ext>
            </a:extLst>
          </p:cNvPr>
          <p:cNvSpPr>
            <a:spLocks noGrp="1"/>
          </p:cNvSpPr>
          <p:nvPr>
            <p:ph type="ftr" sz="quarter" idx="10"/>
          </p:nvPr>
        </p:nvSpPr>
        <p:spPr>
          <a:xfrm>
            <a:off x="1511300" y="6386349"/>
            <a:ext cx="7099300" cy="365125"/>
          </a:xfrm>
        </p:spPr>
        <p:txBody>
          <a:bodyPr/>
          <a:lstStyle>
            <a:lvl1pPr>
              <a:defRPr>
                <a:solidFill>
                  <a:schemeClr val="bg1"/>
                </a:solidFill>
              </a:defRPr>
            </a:lvl1pPr>
          </a:lstStyle>
          <a:p>
            <a:r>
              <a:rPr lang="fr-FR"/>
              <a:t>Name of the document</a:t>
            </a:r>
            <a:endParaRPr lang="en-US" dirty="0"/>
          </a:p>
        </p:txBody>
      </p:sp>
      <p:cxnSp>
        <p:nvCxnSpPr>
          <p:cNvPr id="16" name="Connecteur droit 15">
            <a:extLst>
              <a:ext uri="{FF2B5EF4-FFF2-40B4-BE49-F238E27FC236}">
                <a16:creationId xmlns:a16="http://schemas.microsoft.com/office/drawing/2014/main" id="{97A4BFBD-9D3C-CC63-B729-09F369ECE260}"/>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5">
            <a:extLst>
              <a:ext uri="{FF2B5EF4-FFF2-40B4-BE49-F238E27FC236}">
                <a16:creationId xmlns:a16="http://schemas.microsoft.com/office/drawing/2014/main" id="{A3A649BD-3A61-C1E8-BC62-CFFA8F7AFAC3}"/>
              </a:ext>
            </a:extLst>
          </p:cNvPr>
          <p:cNvSpPr>
            <a:spLocks noGrp="1"/>
          </p:cNvSpPr>
          <p:nvPr>
            <p:ph type="sldNum" sz="quarter" idx="4"/>
          </p:nvPr>
        </p:nvSpPr>
        <p:spPr>
          <a:xfrm>
            <a:off x="9220776" y="6386349"/>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8" name="Espace réservé du texte 4">
            <a:extLst>
              <a:ext uri="{FF2B5EF4-FFF2-40B4-BE49-F238E27FC236}">
                <a16:creationId xmlns:a16="http://schemas.microsoft.com/office/drawing/2014/main" id="{4C4E7B3B-180D-C6F8-9D15-CBDE1930AAF9}"/>
              </a:ext>
            </a:extLst>
          </p:cNvPr>
          <p:cNvSpPr>
            <a:spLocks noGrp="1"/>
          </p:cNvSpPr>
          <p:nvPr>
            <p:ph type="body" sz="quarter" idx="12" hasCustomPrompt="1"/>
          </p:nvPr>
        </p:nvSpPr>
        <p:spPr>
          <a:xfrm>
            <a:off x="1804107" y="2850471"/>
            <a:ext cx="395686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Insert title </a:t>
            </a:r>
            <a:br>
              <a:rPr lang="en-US"/>
            </a:br>
            <a:r>
              <a:rPr lang="en-US"/>
              <a:t>of the chapter</a:t>
            </a:r>
            <a:endParaRPr lang="fr-FR"/>
          </a:p>
        </p:txBody>
      </p:sp>
      <p:sp>
        <p:nvSpPr>
          <p:cNvPr id="9" name="Espace réservé du texte 4">
            <a:extLst>
              <a:ext uri="{FF2B5EF4-FFF2-40B4-BE49-F238E27FC236}">
                <a16:creationId xmlns:a16="http://schemas.microsoft.com/office/drawing/2014/main" id="{799E9E1F-C856-93CC-B54A-EE4C9D34B598}"/>
              </a:ext>
            </a:extLst>
          </p:cNvPr>
          <p:cNvSpPr>
            <a:spLocks noGrp="1"/>
          </p:cNvSpPr>
          <p:nvPr>
            <p:ph type="body" sz="quarter" idx="13" hasCustomPrompt="1"/>
          </p:nvPr>
        </p:nvSpPr>
        <p:spPr>
          <a:xfrm>
            <a:off x="-740135" y="2233289"/>
            <a:ext cx="2208939" cy="2391424"/>
          </a:xfrm>
        </p:spPr>
        <p:txBody>
          <a:bodyPr wrap="none" anchor="ctr">
            <a:spAutoFit/>
          </a:bodyPr>
          <a:lstStyle>
            <a:lvl1pPr marL="0" indent="0" algn="r">
              <a:lnSpc>
                <a:spcPct val="90000"/>
              </a:lnSpc>
              <a:spcBef>
                <a:spcPts val="0"/>
              </a:spcBef>
              <a:buNone/>
              <a:defRPr sz="16600" b="1" spc="-800" baseline="0">
                <a:solidFill>
                  <a:schemeClr val="bg1"/>
                </a:solidFill>
                <a:latin typeface="+mn-lt"/>
                <a:ea typeface="Source Sans Pro Semibold" panose="020B0603030403020204" pitchFamily="34" charset="0"/>
              </a:defRPr>
            </a:lvl1pPr>
          </a:lstStyle>
          <a:p>
            <a:pPr lvl="0"/>
            <a:r>
              <a:rPr lang="fr-FR"/>
              <a:t>XX</a:t>
            </a:r>
          </a:p>
        </p:txBody>
      </p:sp>
    </p:spTree>
    <p:extLst>
      <p:ext uri="{BB962C8B-B14F-4D97-AF65-F5344CB8AC3E}">
        <p14:creationId xmlns:p14="http://schemas.microsoft.com/office/powerpoint/2010/main" val="3050517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_Chapter B">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1D9A6B6-8677-CB3B-ABF0-7F3C2E9EE084}"/>
              </a:ext>
            </a:extLst>
          </p:cNvPr>
          <p:cNvSpPr/>
          <p:nvPr userDrawn="1"/>
        </p:nvSpPr>
        <p:spPr>
          <a:xfrm>
            <a:off x="0" y="0"/>
            <a:ext cx="9315777" cy="6857999"/>
          </a:xfrm>
          <a:prstGeom prst="rect">
            <a:avLst/>
          </a:prstGeom>
          <a:gradFill>
            <a:gsLst>
              <a:gs pos="23000">
                <a:srgbClr val="000000">
                  <a:alpha val="75000"/>
                </a:srgbClr>
              </a:gs>
              <a:gs pos="82000">
                <a:srgbClr val="000000">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3" name="Freeform 1">
            <a:extLst>
              <a:ext uri="{FF2B5EF4-FFF2-40B4-BE49-F238E27FC236}">
                <a16:creationId xmlns:a16="http://schemas.microsoft.com/office/drawing/2014/main" id="{52EAEF8B-46F8-1159-F95C-5F8169A0CDF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14" name="Espace réservé du pied de page 3">
            <a:extLst>
              <a:ext uri="{FF2B5EF4-FFF2-40B4-BE49-F238E27FC236}">
                <a16:creationId xmlns:a16="http://schemas.microsoft.com/office/drawing/2014/main" id="{81F44602-097B-9A0A-1A22-92408DD88ACA}"/>
              </a:ext>
            </a:extLst>
          </p:cNvPr>
          <p:cNvSpPr>
            <a:spLocks noGrp="1"/>
          </p:cNvSpPr>
          <p:nvPr>
            <p:ph type="ftr" sz="quarter" idx="10"/>
          </p:nvPr>
        </p:nvSpPr>
        <p:spPr>
          <a:xfrm>
            <a:off x="1511300" y="6386349"/>
            <a:ext cx="7099300" cy="365125"/>
          </a:xfrm>
        </p:spPr>
        <p:txBody>
          <a:bodyPr/>
          <a:lstStyle>
            <a:lvl1pPr>
              <a:defRPr>
                <a:solidFill>
                  <a:schemeClr val="bg1"/>
                </a:solidFill>
              </a:defRPr>
            </a:lvl1pPr>
          </a:lstStyle>
          <a:p>
            <a:r>
              <a:rPr lang="fr-FR"/>
              <a:t>Name of the document</a:t>
            </a:r>
            <a:endParaRPr lang="en-US" dirty="0"/>
          </a:p>
        </p:txBody>
      </p:sp>
      <p:cxnSp>
        <p:nvCxnSpPr>
          <p:cNvPr id="16" name="Connecteur droit 15">
            <a:extLst>
              <a:ext uri="{FF2B5EF4-FFF2-40B4-BE49-F238E27FC236}">
                <a16:creationId xmlns:a16="http://schemas.microsoft.com/office/drawing/2014/main" id="{97A4BFBD-9D3C-CC63-B729-09F369ECE260}"/>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5">
            <a:extLst>
              <a:ext uri="{FF2B5EF4-FFF2-40B4-BE49-F238E27FC236}">
                <a16:creationId xmlns:a16="http://schemas.microsoft.com/office/drawing/2014/main" id="{A3A649BD-3A61-C1E8-BC62-CFFA8F7AFAC3}"/>
              </a:ext>
            </a:extLst>
          </p:cNvPr>
          <p:cNvSpPr>
            <a:spLocks noGrp="1"/>
          </p:cNvSpPr>
          <p:nvPr>
            <p:ph type="sldNum" sz="quarter" idx="4"/>
          </p:nvPr>
        </p:nvSpPr>
        <p:spPr>
          <a:xfrm>
            <a:off x="9220776" y="6386349"/>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8" name="Espace réservé du texte 4">
            <a:extLst>
              <a:ext uri="{FF2B5EF4-FFF2-40B4-BE49-F238E27FC236}">
                <a16:creationId xmlns:a16="http://schemas.microsoft.com/office/drawing/2014/main" id="{4C4E7B3B-180D-C6F8-9D15-CBDE1930AAF9}"/>
              </a:ext>
            </a:extLst>
          </p:cNvPr>
          <p:cNvSpPr>
            <a:spLocks noGrp="1"/>
          </p:cNvSpPr>
          <p:nvPr>
            <p:ph type="body" sz="quarter" idx="12" hasCustomPrompt="1"/>
          </p:nvPr>
        </p:nvSpPr>
        <p:spPr>
          <a:xfrm>
            <a:off x="1804107" y="2850471"/>
            <a:ext cx="395686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Insert title </a:t>
            </a:r>
            <a:br>
              <a:rPr lang="en-US"/>
            </a:br>
            <a:r>
              <a:rPr lang="en-US"/>
              <a:t>of the chapter</a:t>
            </a:r>
            <a:endParaRPr lang="fr-FR"/>
          </a:p>
        </p:txBody>
      </p:sp>
      <p:sp>
        <p:nvSpPr>
          <p:cNvPr id="9" name="Espace réservé du texte 4">
            <a:extLst>
              <a:ext uri="{FF2B5EF4-FFF2-40B4-BE49-F238E27FC236}">
                <a16:creationId xmlns:a16="http://schemas.microsoft.com/office/drawing/2014/main" id="{799E9E1F-C856-93CC-B54A-EE4C9D34B598}"/>
              </a:ext>
            </a:extLst>
          </p:cNvPr>
          <p:cNvSpPr>
            <a:spLocks noGrp="1"/>
          </p:cNvSpPr>
          <p:nvPr>
            <p:ph type="body" sz="quarter" idx="13" hasCustomPrompt="1"/>
          </p:nvPr>
        </p:nvSpPr>
        <p:spPr>
          <a:xfrm>
            <a:off x="-740135" y="2233289"/>
            <a:ext cx="2208939" cy="2391424"/>
          </a:xfrm>
        </p:spPr>
        <p:txBody>
          <a:bodyPr wrap="none" anchor="ctr">
            <a:spAutoFit/>
          </a:bodyPr>
          <a:lstStyle>
            <a:lvl1pPr marL="0" indent="0" algn="r">
              <a:lnSpc>
                <a:spcPct val="90000"/>
              </a:lnSpc>
              <a:spcBef>
                <a:spcPts val="0"/>
              </a:spcBef>
              <a:buNone/>
              <a:defRPr sz="16600" b="1" spc="-800" baseline="0">
                <a:solidFill>
                  <a:schemeClr val="bg1"/>
                </a:solidFill>
                <a:latin typeface="+mn-lt"/>
                <a:ea typeface="Source Sans Pro Semibold" panose="020B0603030403020204" pitchFamily="34" charset="0"/>
              </a:defRPr>
            </a:lvl1pPr>
          </a:lstStyle>
          <a:p>
            <a:pPr lvl="0"/>
            <a:r>
              <a:rPr lang="fr-FR"/>
              <a:t>XX</a:t>
            </a:r>
          </a:p>
        </p:txBody>
      </p:sp>
    </p:spTree>
    <p:extLst>
      <p:ext uri="{BB962C8B-B14F-4D97-AF65-F5344CB8AC3E}">
        <p14:creationId xmlns:p14="http://schemas.microsoft.com/office/powerpoint/2010/main" val="15390435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5_Chapter B">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1D9A6B6-8677-CB3B-ABF0-7F3C2E9EE084}"/>
              </a:ext>
            </a:extLst>
          </p:cNvPr>
          <p:cNvSpPr/>
          <p:nvPr userDrawn="1"/>
        </p:nvSpPr>
        <p:spPr>
          <a:xfrm>
            <a:off x="0" y="0"/>
            <a:ext cx="9315777" cy="6857999"/>
          </a:xfrm>
          <a:prstGeom prst="rect">
            <a:avLst/>
          </a:prstGeom>
          <a:gradFill>
            <a:gsLst>
              <a:gs pos="23000">
                <a:srgbClr val="000000">
                  <a:alpha val="75000"/>
                </a:srgbClr>
              </a:gs>
              <a:gs pos="82000">
                <a:srgbClr val="000000">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3" name="Freeform 1">
            <a:extLst>
              <a:ext uri="{FF2B5EF4-FFF2-40B4-BE49-F238E27FC236}">
                <a16:creationId xmlns:a16="http://schemas.microsoft.com/office/drawing/2014/main" id="{52EAEF8B-46F8-1159-F95C-5F8169A0CDF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14" name="Espace réservé du pied de page 3">
            <a:extLst>
              <a:ext uri="{FF2B5EF4-FFF2-40B4-BE49-F238E27FC236}">
                <a16:creationId xmlns:a16="http://schemas.microsoft.com/office/drawing/2014/main" id="{81F44602-097B-9A0A-1A22-92408DD88ACA}"/>
              </a:ext>
            </a:extLst>
          </p:cNvPr>
          <p:cNvSpPr>
            <a:spLocks noGrp="1"/>
          </p:cNvSpPr>
          <p:nvPr>
            <p:ph type="ftr" sz="quarter" idx="10"/>
          </p:nvPr>
        </p:nvSpPr>
        <p:spPr>
          <a:xfrm>
            <a:off x="1511300" y="6386349"/>
            <a:ext cx="7099300" cy="365125"/>
          </a:xfrm>
        </p:spPr>
        <p:txBody>
          <a:bodyPr/>
          <a:lstStyle>
            <a:lvl1pPr>
              <a:defRPr>
                <a:solidFill>
                  <a:schemeClr val="bg1"/>
                </a:solidFill>
              </a:defRPr>
            </a:lvl1pPr>
          </a:lstStyle>
          <a:p>
            <a:r>
              <a:rPr lang="fr-FR"/>
              <a:t>Name of the document</a:t>
            </a:r>
            <a:endParaRPr lang="en-US" dirty="0"/>
          </a:p>
        </p:txBody>
      </p:sp>
      <p:cxnSp>
        <p:nvCxnSpPr>
          <p:cNvPr id="16" name="Connecteur droit 15">
            <a:extLst>
              <a:ext uri="{FF2B5EF4-FFF2-40B4-BE49-F238E27FC236}">
                <a16:creationId xmlns:a16="http://schemas.microsoft.com/office/drawing/2014/main" id="{97A4BFBD-9D3C-CC63-B729-09F369ECE260}"/>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5">
            <a:extLst>
              <a:ext uri="{FF2B5EF4-FFF2-40B4-BE49-F238E27FC236}">
                <a16:creationId xmlns:a16="http://schemas.microsoft.com/office/drawing/2014/main" id="{A3A649BD-3A61-C1E8-BC62-CFFA8F7AFAC3}"/>
              </a:ext>
            </a:extLst>
          </p:cNvPr>
          <p:cNvSpPr>
            <a:spLocks noGrp="1"/>
          </p:cNvSpPr>
          <p:nvPr>
            <p:ph type="sldNum" sz="quarter" idx="4"/>
          </p:nvPr>
        </p:nvSpPr>
        <p:spPr>
          <a:xfrm>
            <a:off x="9220776" y="6386349"/>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8" name="Espace réservé du texte 4">
            <a:extLst>
              <a:ext uri="{FF2B5EF4-FFF2-40B4-BE49-F238E27FC236}">
                <a16:creationId xmlns:a16="http://schemas.microsoft.com/office/drawing/2014/main" id="{4C4E7B3B-180D-C6F8-9D15-CBDE1930AAF9}"/>
              </a:ext>
            </a:extLst>
          </p:cNvPr>
          <p:cNvSpPr>
            <a:spLocks noGrp="1"/>
          </p:cNvSpPr>
          <p:nvPr>
            <p:ph type="body" sz="quarter" idx="12" hasCustomPrompt="1"/>
          </p:nvPr>
        </p:nvSpPr>
        <p:spPr>
          <a:xfrm>
            <a:off x="1804107" y="2850471"/>
            <a:ext cx="395686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Insert title </a:t>
            </a:r>
            <a:br>
              <a:rPr lang="en-US"/>
            </a:br>
            <a:r>
              <a:rPr lang="en-US"/>
              <a:t>of the chapter</a:t>
            </a:r>
            <a:endParaRPr lang="fr-FR"/>
          </a:p>
        </p:txBody>
      </p:sp>
      <p:sp>
        <p:nvSpPr>
          <p:cNvPr id="9" name="Espace réservé du texte 4">
            <a:extLst>
              <a:ext uri="{FF2B5EF4-FFF2-40B4-BE49-F238E27FC236}">
                <a16:creationId xmlns:a16="http://schemas.microsoft.com/office/drawing/2014/main" id="{799E9E1F-C856-93CC-B54A-EE4C9D34B598}"/>
              </a:ext>
            </a:extLst>
          </p:cNvPr>
          <p:cNvSpPr>
            <a:spLocks noGrp="1"/>
          </p:cNvSpPr>
          <p:nvPr>
            <p:ph type="body" sz="quarter" idx="13" hasCustomPrompt="1"/>
          </p:nvPr>
        </p:nvSpPr>
        <p:spPr>
          <a:xfrm>
            <a:off x="-740135" y="2233289"/>
            <a:ext cx="2208939" cy="2391424"/>
          </a:xfrm>
        </p:spPr>
        <p:txBody>
          <a:bodyPr wrap="none" anchor="ctr">
            <a:spAutoFit/>
          </a:bodyPr>
          <a:lstStyle>
            <a:lvl1pPr marL="0" indent="0" algn="r">
              <a:lnSpc>
                <a:spcPct val="90000"/>
              </a:lnSpc>
              <a:spcBef>
                <a:spcPts val="0"/>
              </a:spcBef>
              <a:buNone/>
              <a:defRPr sz="16600" b="1" spc="-800" baseline="0">
                <a:solidFill>
                  <a:schemeClr val="bg1"/>
                </a:solidFill>
                <a:latin typeface="+mn-lt"/>
                <a:ea typeface="Source Sans Pro Semibold" panose="020B0603030403020204" pitchFamily="34" charset="0"/>
              </a:defRPr>
            </a:lvl1pPr>
          </a:lstStyle>
          <a:p>
            <a:pPr lvl="0"/>
            <a:r>
              <a:rPr lang="fr-FR"/>
              <a:t>XX</a:t>
            </a:r>
          </a:p>
        </p:txBody>
      </p:sp>
    </p:spTree>
    <p:extLst>
      <p:ext uri="{BB962C8B-B14F-4D97-AF65-F5344CB8AC3E}">
        <p14:creationId xmlns:p14="http://schemas.microsoft.com/office/powerpoint/2010/main" val="42401991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tx1"/>
        </a:solidFill>
        <a:effectLst/>
      </p:bgPr>
    </p:bg>
    <p:spTree>
      <p:nvGrpSpPr>
        <p:cNvPr id="1" name=""/>
        <p:cNvGrpSpPr/>
        <p:nvPr/>
      </p:nvGrpSpPr>
      <p:grpSpPr>
        <a:xfrm>
          <a:off x="0" y="0"/>
          <a:ext cx="0" cy="0"/>
          <a:chOff x="0" y="0"/>
          <a:chExt cx="0" cy="0"/>
        </a:xfrm>
      </p:grpSpPr>
      <p:sp>
        <p:nvSpPr>
          <p:cNvPr id="3" name="Freeform 1">
            <a:extLst>
              <a:ext uri="{FF2B5EF4-FFF2-40B4-BE49-F238E27FC236}">
                <a16:creationId xmlns:a16="http://schemas.microsoft.com/office/drawing/2014/main" id="{6CC83162-20EB-0DA9-7286-4EF6795D20E1}"/>
              </a:ext>
            </a:extLst>
          </p:cNvPr>
          <p:cNvSpPr/>
          <p:nvPr userDrawn="1"/>
        </p:nvSpPr>
        <p:spPr>
          <a:xfrm>
            <a:off x="342324" y="6453665"/>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1078"/>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1078"/>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Graphique 2">
            <a:extLst>
              <a:ext uri="{FF2B5EF4-FFF2-40B4-BE49-F238E27FC236}">
                <a16:creationId xmlns:a16="http://schemas.microsoft.com/office/drawing/2014/main" id="{EEF37BE6-DB53-268F-3A07-049AA4A03B79}"/>
              </a:ext>
            </a:extLst>
          </p:cNvPr>
          <p:cNvSpPr>
            <a:spLocks/>
          </p:cNvSpPr>
          <p:nvPr userDrawn="1"/>
        </p:nvSpPr>
        <p:spPr>
          <a:xfrm rot="16200000">
            <a:off x="9371670" y="2254766"/>
            <a:ext cx="2718062" cy="235393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9" name="Graphique 2">
            <a:extLst>
              <a:ext uri="{FF2B5EF4-FFF2-40B4-BE49-F238E27FC236}">
                <a16:creationId xmlns:a16="http://schemas.microsoft.com/office/drawing/2014/main" id="{4B403D4B-C518-E251-6249-A131A8EBA6EF}"/>
              </a:ext>
            </a:extLst>
          </p:cNvPr>
          <p:cNvSpPr>
            <a:spLocks/>
          </p:cNvSpPr>
          <p:nvPr userDrawn="1"/>
        </p:nvSpPr>
        <p:spPr>
          <a:xfrm rot="16200000">
            <a:off x="10560236" y="5578986"/>
            <a:ext cx="650124" cy="563029"/>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15" name="Forme libre : forme 14">
            <a:extLst>
              <a:ext uri="{FF2B5EF4-FFF2-40B4-BE49-F238E27FC236}">
                <a16:creationId xmlns:a16="http://schemas.microsoft.com/office/drawing/2014/main" id="{FFFC529A-BC3C-C5DB-D824-44A02F777A26}"/>
              </a:ext>
            </a:extLst>
          </p:cNvPr>
          <p:cNvSpPr>
            <a:spLocks/>
          </p:cNvSpPr>
          <p:nvPr userDrawn="1"/>
        </p:nvSpPr>
        <p:spPr>
          <a:xfrm rot="16200000">
            <a:off x="8048727" y="-669110"/>
            <a:ext cx="1856036" cy="3194255"/>
          </a:xfrm>
          <a:custGeom>
            <a:avLst/>
            <a:gdLst>
              <a:gd name="connsiteX0" fmla="*/ 1856036 w 1856036"/>
              <a:gd name="connsiteY0" fmla="*/ 20521 h 3194255"/>
              <a:gd name="connsiteX1" fmla="*/ 1856036 w 1856036"/>
              <a:gd name="connsiteY1" fmla="*/ 3194255 h 3194255"/>
              <a:gd name="connsiteX2" fmla="*/ 1844189 w 1856036"/>
              <a:gd name="connsiteY2" fmla="*/ 3194255 h 3194255"/>
              <a:gd name="connsiteX3" fmla="*/ 0 w 1856036"/>
              <a:gd name="connsiteY3" fmla="*/ 3194255 h 3194255"/>
              <a:gd name="connsiteX4" fmla="*/ 922024 w 1856036"/>
              <a:gd name="connsiteY4" fmla="*/ 1597128 h 3194255"/>
              <a:gd name="connsiteX5" fmla="*/ 1844189 w 1856036"/>
              <a:gd name="connsiteY5" fmla="*/ 0 h 319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6036" h="3194255">
                <a:moveTo>
                  <a:pt x="1856036" y="20521"/>
                </a:moveTo>
                <a:lnTo>
                  <a:pt x="1856036" y="3194255"/>
                </a:lnTo>
                <a:lnTo>
                  <a:pt x="1844189" y="3194255"/>
                </a:lnTo>
                <a:lnTo>
                  <a:pt x="0" y="3194255"/>
                </a:lnTo>
                <a:lnTo>
                  <a:pt x="922024" y="1597128"/>
                </a:lnTo>
                <a:lnTo>
                  <a:pt x="1844189"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sp>
        <p:nvSpPr>
          <p:cNvPr id="17" name="Espace réservé du texte 4">
            <a:extLst>
              <a:ext uri="{FF2B5EF4-FFF2-40B4-BE49-F238E27FC236}">
                <a16:creationId xmlns:a16="http://schemas.microsoft.com/office/drawing/2014/main" id="{88999DAE-650E-3F3B-22D9-0CF1B3FD6765}"/>
              </a:ext>
            </a:extLst>
          </p:cNvPr>
          <p:cNvSpPr>
            <a:spLocks noGrp="1"/>
          </p:cNvSpPr>
          <p:nvPr>
            <p:ph type="body" sz="quarter" idx="12" hasCustomPrompt="1"/>
          </p:nvPr>
        </p:nvSpPr>
        <p:spPr>
          <a:xfrm>
            <a:off x="1889832" y="1566394"/>
            <a:ext cx="4118184" cy="881532"/>
          </a:xfrm>
        </p:spPr>
        <p:txBody>
          <a:bodyPr>
            <a:noAutofit/>
          </a:bodyPr>
          <a:lstStyle>
            <a:lvl1pPr marL="0" indent="0">
              <a:lnSpc>
                <a:spcPct val="90000"/>
              </a:lnSpc>
              <a:spcBef>
                <a:spcPts val="0"/>
              </a:spcBef>
              <a:buNone/>
              <a:defRPr sz="6600" b="0">
                <a:solidFill>
                  <a:schemeClr val="bg1"/>
                </a:solidFill>
                <a:latin typeface="+mj-lt"/>
                <a:ea typeface="Source Sans Pro SemiBold" panose="020B0603030403020204" pitchFamily="34" charset="0"/>
              </a:defRPr>
            </a:lvl1pPr>
          </a:lstStyle>
          <a:p>
            <a:pPr lvl="0"/>
            <a:r>
              <a:rPr lang="fr-FR"/>
              <a:t>Agenda</a:t>
            </a:r>
          </a:p>
        </p:txBody>
      </p:sp>
      <p:sp>
        <p:nvSpPr>
          <p:cNvPr id="18" name="Espace réservé du texte 4">
            <a:extLst>
              <a:ext uri="{FF2B5EF4-FFF2-40B4-BE49-F238E27FC236}">
                <a16:creationId xmlns:a16="http://schemas.microsoft.com/office/drawing/2014/main" id="{30D40860-FF80-E2AD-EC31-F3BBA6E0379F}"/>
              </a:ext>
            </a:extLst>
          </p:cNvPr>
          <p:cNvSpPr>
            <a:spLocks noGrp="1"/>
          </p:cNvSpPr>
          <p:nvPr>
            <p:ph type="body" sz="quarter" idx="13" hasCustomPrompt="1"/>
          </p:nvPr>
        </p:nvSpPr>
        <p:spPr>
          <a:xfrm>
            <a:off x="2840223" y="2852025"/>
            <a:ext cx="2345150" cy="276999"/>
          </a:xfrm>
        </p:spPr>
        <p:txBody>
          <a:bodyPr wrap="square" tIns="0" bIns="0">
            <a:spAutoFit/>
          </a:bodyPr>
          <a:lstStyle>
            <a:lvl1pPr marL="0" indent="0">
              <a:lnSpc>
                <a:spcPct val="90000"/>
              </a:lnSpc>
              <a:spcBef>
                <a:spcPts val="0"/>
              </a:spcBef>
              <a:buNone/>
              <a:defRPr sz="20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Title of the chapter</a:t>
            </a:r>
            <a:endParaRPr lang="fr-FR"/>
          </a:p>
        </p:txBody>
      </p:sp>
      <p:sp>
        <p:nvSpPr>
          <p:cNvPr id="19" name="Espace réservé du texte 4">
            <a:extLst>
              <a:ext uri="{FF2B5EF4-FFF2-40B4-BE49-F238E27FC236}">
                <a16:creationId xmlns:a16="http://schemas.microsoft.com/office/drawing/2014/main" id="{DFD19984-92CC-2F99-2FB1-FCFF6DE9C711}"/>
              </a:ext>
            </a:extLst>
          </p:cNvPr>
          <p:cNvSpPr>
            <a:spLocks noGrp="1"/>
          </p:cNvSpPr>
          <p:nvPr>
            <p:ph type="body" sz="quarter" idx="14" hasCustomPrompt="1"/>
          </p:nvPr>
        </p:nvSpPr>
        <p:spPr>
          <a:xfrm>
            <a:off x="1889832" y="2775825"/>
            <a:ext cx="567463" cy="674031"/>
          </a:xfrm>
        </p:spPr>
        <p:txBody>
          <a:bodyPr wrap="none" anchor="ctr">
            <a:spAutoFit/>
          </a:bodyPr>
          <a:lstStyle>
            <a:lvl1pPr marL="0" indent="0" algn="r">
              <a:lnSpc>
                <a:spcPct val="90000"/>
              </a:lnSpc>
              <a:spcBef>
                <a:spcPts val="0"/>
              </a:spcBef>
              <a:buNone/>
              <a:defRPr sz="4200" b="1" spc="0" baseline="0">
                <a:solidFill>
                  <a:schemeClr val="accent5"/>
                </a:solidFill>
                <a:latin typeface="+mn-lt"/>
                <a:ea typeface="Source Sans Pro Semibold" panose="020B0603030403020204" pitchFamily="34" charset="0"/>
              </a:defRPr>
            </a:lvl1pPr>
          </a:lstStyle>
          <a:p>
            <a:pPr lvl="0"/>
            <a:r>
              <a:rPr lang="fr-FR" dirty="0"/>
              <a:t>01</a:t>
            </a:r>
          </a:p>
        </p:txBody>
      </p:sp>
      <p:sp>
        <p:nvSpPr>
          <p:cNvPr id="20" name="Espace réservé du texte 4">
            <a:extLst>
              <a:ext uri="{FF2B5EF4-FFF2-40B4-BE49-F238E27FC236}">
                <a16:creationId xmlns:a16="http://schemas.microsoft.com/office/drawing/2014/main" id="{BC2A9034-65BB-1F3C-0E22-928BCECE47CC}"/>
              </a:ext>
            </a:extLst>
          </p:cNvPr>
          <p:cNvSpPr>
            <a:spLocks noGrp="1"/>
          </p:cNvSpPr>
          <p:nvPr>
            <p:ph type="body" sz="quarter" idx="15" hasCustomPrompt="1"/>
          </p:nvPr>
        </p:nvSpPr>
        <p:spPr>
          <a:xfrm>
            <a:off x="2840223" y="3089895"/>
            <a:ext cx="2353931" cy="258532"/>
          </a:xfrm>
        </p:spPr>
        <p:txBody>
          <a:bodyPr wrap="square">
            <a:spAutoFit/>
          </a:bodyPr>
          <a:lstStyle>
            <a:lvl1pPr marL="0" indent="0">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Subtitle of the chapter</a:t>
            </a:r>
          </a:p>
        </p:txBody>
      </p:sp>
      <p:sp>
        <p:nvSpPr>
          <p:cNvPr id="21" name="Espace réservé du texte 4">
            <a:extLst>
              <a:ext uri="{FF2B5EF4-FFF2-40B4-BE49-F238E27FC236}">
                <a16:creationId xmlns:a16="http://schemas.microsoft.com/office/drawing/2014/main" id="{6A7DF4EC-D5F6-8AB6-24D1-F83878B3731C}"/>
              </a:ext>
            </a:extLst>
          </p:cNvPr>
          <p:cNvSpPr>
            <a:spLocks noGrp="1"/>
          </p:cNvSpPr>
          <p:nvPr>
            <p:ph type="body" sz="quarter" idx="16" hasCustomPrompt="1"/>
          </p:nvPr>
        </p:nvSpPr>
        <p:spPr>
          <a:xfrm>
            <a:off x="2840223" y="3766425"/>
            <a:ext cx="2345150" cy="276999"/>
          </a:xfrm>
        </p:spPr>
        <p:txBody>
          <a:bodyPr wrap="square" tIns="0" bIns="0">
            <a:spAutoFit/>
          </a:bodyPr>
          <a:lstStyle>
            <a:lvl1pPr marL="0" indent="0">
              <a:lnSpc>
                <a:spcPct val="90000"/>
              </a:lnSpc>
              <a:spcBef>
                <a:spcPts val="0"/>
              </a:spcBef>
              <a:buNone/>
              <a:defRPr sz="20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Title of the chapter</a:t>
            </a:r>
            <a:endParaRPr lang="fr-FR"/>
          </a:p>
        </p:txBody>
      </p:sp>
      <p:sp>
        <p:nvSpPr>
          <p:cNvPr id="22" name="Espace réservé du texte 4">
            <a:extLst>
              <a:ext uri="{FF2B5EF4-FFF2-40B4-BE49-F238E27FC236}">
                <a16:creationId xmlns:a16="http://schemas.microsoft.com/office/drawing/2014/main" id="{B20A3760-1477-79AA-BA52-D6020034F7A4}"/>
              </a:ext>
            </a:extLst>
          </p:cNvPr>
          <p:cNvSpPr>
            <a:spLocks noGrp="1"/>
          </p:cNvSpPr>
          <p:nvPr>
            <p:ph type="body" sz="quarter" idx="17" hasCustomPrompt="1"/>
          </p:nvPr>
        </p:nvSpPr>
        <p:spPr>
          <a:xfrm>
            <a:off x="1889832" y="3690225"/>
            <a:ext cx="567463" cy="674031"/>
          </a:xfrm>
        </p:spPr>
        <p:txBody>
          <a:bodyPr wrap="none" anchor="ctr">
            <a:spAutoFit/>
          </a:bodyPr>
          <a:lstStyle>
            <a:lvl1pPr marL="0" indent="0" algn="r">
              <a:lnSpc>
                <a:spcPct val="90000"/>
              </a:lnSpc>
              <a:spcBef>
                <a:spcPts val="0"/>
              </a:spcBef>
              <a:buNone/>
              <a:defRPr sz="4200" b="1" spc="0" baseline="0">
                <a:solidFill>
                  <a:schemeClr val="accent5"/>
                </a:solidFill>
                <a:latin typeface="+mn-lt"/>
                <a:ea typeface="Source Sans Pro Semibold" panose="020B0603030403020204" pitchFamily="34" charset="0"/>
              </a:defRPr>
            </a:lvl1pPr>
          </a:lstStyle>
          <a:p>
            <a:pPr lvl="0"/>
            <a:r>
              <a:rPr lang="fr-FR"/>
              <a:t>02</a:t>
            </a:r>
          </a:p>
        </p:txBody>
      </p:sp>
      <p:sp>
        <p:nvSpPr>
          <p:cNvPr id="23" name="Espace réservé du texte 4">
            <a:extLst>
              <a:ext uri="{FF2B5EF4-FFF2-40B4-BE49-F238E27FC236}">
                <a16:creationId xmlns:a16="http://schemas.microsoft.com/office/drawing/2014/main" id="{902D3B71-FCDE-142D-88A5-A28EA68C8C3A}"/>
              </a:ext>
            </a:extLst>
          </p:cNvPr>
          <p:cNvSpPr>
            <a:spLocks noGrp="1"/>
          </p:cNvSpPr>
          <p:nvPr>
            <p:ph type="body" sz="quarter" idx="18" hasCustomPrompt="1"/>
          </p:nvPr>
        </p:nvSpPr>
        <p:spPr>
          <a:xfrm>
            <a:off x="2840223" y="4004295"/>
            <a:ext cx="2353931" cy="258532"/>
          </a:xfrm>
        </p:spPr>
        <p:txBody>
          <a:bodyPr wrap="square">
            <a:spAutoFit/>
          </a:bodyPr>
          <a:lstStyle>
            <a:lvl1pPr marL="0" indent="0">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Subtitle of the chapter</a:t>
            </a:r>
          </a:p>
        </p:txBody>
      </p:sp>
      <p:sp>
        <p:nvSpPr>
          <p:cNvPr id="24" name="Espace réservé du texte 4">
            <a:extLst>
              <a:ext uri="{FF2B5EF4-FFF2-40B4-BE49-F238E27FC236}">
                <a16:creationId xmlns:a16="http://schemas.microsoft.com/office/drawing/2014/main" id="{FCE5FD38-4B78-0381-870B-D166E7767A98}"/>
              </a:ext>
            </a:extLst>
          </p:cNvPr>
          <p:cNvSpPr>
            <a:spLocks noGrp="1"/>
          </p:cNvSpPr>
          <p:nvPr>
            <p:ph type="body" sz="quarter" idx="19" hasCustomPrompt="1"/>
          </p:nvPr>
        </p:nvSpPr>
        <p:spPr>
          <a:xfrm>
            <a:off x="2840223" y="4680825"/>
            <a:ext cx="2345150" cy="276999"/>
          </a:xfrm>
        </p:spPr>
        <p:txBody>
          <a:bodyPr wrap="square" tIns="0" bIns="0">
            <a:spAutoFit/>
          </a:bodyPr>
          <a:lstStyle>
            <a:lvl1pPr marL="0" indent="0">
              <a:lnSpc>
                <a:spcPct val="90000"/>
              </a:lnSpc>
              <a:spcBef>
                <a:spcPts val="0"/>
              </a:spcBef>
              <a:buNone/>
              <a:defRPr sz="20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Title of the chapter</a:t>
            </a:r>
            <a:endParaRPr lang="fr-FR"/>
          </a:p>
        </p:txBody>
      </p:sp>
      <p:sp>
        <p:nvSpPr>
          <p:cNvPr id="25" name="Espace réservé du texte 4">
            <a:extLst>
              <a:ext uri="{FF2B5EF4-FFF2-40B4-BE49-F238E27FC236}">
                <a16:creationId xmlns:a16="http://schemas.microsoft.com/office/drawing/2014/main" id="{BB439509-52F7-EEEB-D9B7-9F9537DBEFAD}"/>
              </a:ext>
            </a:extLst>
          </p:cNvPr>
          <p:cNvSpPr>
            <a:spLocks noGrp="1"/>
          </p:cNvSpPr>
          <p:nvPr>
            <p:ph type="body" sz="quarter" idx="20" hasCustomPrompt="1"/>
          </p:nvPr>
        </p:nvSpPr>
        <p:spPr>
          <a:xfrm>
            <a:off x="1889832" y="4604625"/>
            <a:ext cx="567463" cy="674031"/>
          </a:xfrm>
        </p:spPr>
        <p:txBody>
          <a:bodyPr wrap="none" anchor="ctr">
            <a:spAutoFit/>
          </a:bodyPr>
          <a:lstStyle>
            <a:lvl1pPr marL="0" indent="0" algn="r">
              <a:lnSpc>
                <a:spcPct val="90000"/>
              </a:lnSpc>
              <a:spcBef>
                <a:spcPts val="0"/>
              </a:spcBef>
              <a:buNone/>
              <a:defRPr sz="4200" b="1" spc="0" baseline="0">
                <a:solidFill>
                  <a:schemeClr val="accent5"/>
                </a:solidFill>
                <a:latin typeface="+mn-lt"/>
                <a:ea typeface="Source Sans Pro Semibold" panose="020B0603030403020204" pitchFamily="34" charset="0"/>
              </a:defRPr>
            </a:lvl1pPr>
          </a:lstStyle>
          <a:p>
            <a:pPr lvl="0"/>
            <a:r>
              <a:rPr lang="fr-FR"/>
              <a:t>03</a:t>
            </a:r>
          </a:p>
        </p:txBody>
      </p:sp>
      <p:sp>
        <p:nvSpPr>
          <p:cNvPr id="26" name="Espace réservé du texte 4">
            <a:extLst>
              <a:ext uri="{FF2B5EF4-FFF2-40B4-BE49-F238E27FC236}">
                <a16:creationId xmlns:a16="http://schemas.microsoft.com/office/drawing/2014/main" id="{5AB4AF32-35C0-C5D7-D31C-B9DB9B6A6765}"/>
              </a:ext>
            </a:extLst>
          </p:cNvPr>
          <p:cNvSpPr>
            <a:spLocks noGrp="1"/>
          </p:cNvSpPr>
          <p:nvPr>
            <p:ph type="body" sz="quarter" idx="21" hasCustomPrompt="1"/>
          </p:nvPr>
        </p:nvSpPr>
        <p:spPr>
          <a:xfrm>
            <a:off x="2840223" y="4918695"/>
            <a:ext cx="2353931" cy="258532"/>
          </a:xfrm>
        </p:spPr>
        <p:txBody>
          <a:bodyPr wrap="square">
            <a:spAutoFit/>
          </a:bodyPr>
          <a:lstStyle>
            <a:lvl1pPr marL="0" indent="0">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Subtitle of the chapter</a:t>
            </a:r>
          </a:p>
        </p:txBody>
      </p:sp>
      <p:sp>
        <p:nvSpPr>
          <p:cNvPr id="27" name="Espace réservé du texte 4">
            <a:extLst>
              <a:ext uri="{FF2B5EF4-FFF2-40B4-BE49-F238E27FC236}">
                <a16:creationId xmlns:a16="http://schemas.microsoft.com/office/drawing/2014/main" id="{2D96B977-731E-1E88-ECE4-D1D5B9AEAE31}"/>
              </a:ext>
            </a:extLst>
          </p:cNvPr>
          <p:cNvSpPr>
            <a:spLocks noGrp="1"/>
          </p:cNvSpPr>
          <p:nvPr>
            <p:ph type="body" sz="quarter" idx="22" hasCustomPrompt="1"/>
          </p:nvPr>
        </p:nvSpPr>
        <p:spPr>
          <a:xfrm>
            <a:off x="7516998" y="2852025"/>
            <a:ext cx="2345150" cy="276999"/>
          </a:xfrm>
        </p:spPr>
        <p:txBody>
          <a:bodyPr wrap="square" tIns="0" bIns="0">
            <a:spAutoFit/>
          </a:bodyPr>
          <a:lstStyle>
            <a:lvl1pPr marL="0" indent="0">
              <a:lnSpc>
                <a:spcPct val="90000"/>
              </a:lnSpc>
              <a:spcBef>
                <a:spcPts val="0"/>
              </a:spcBef>
              <a:buNone/>
              <a:defRPr sz="20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Title of the chapter</a:t>
            </a:r>
            <a:endParaRPr lang="fr-FR"/>
          </a:p>
        </p:txBody>
      </p:sp>
      <p:sp>
        <p:nvSpPr>
          <p:cNvPr id="28" name="Espace réservé du texte 4">
            <a:extLst>
              <a:ext uri="{FF2B5EF4-FFF2-40B4-BE49-F238E27FC236}">
                <a16:creationId xmlns:a16="http://schemas.microsoft.com/office/drawing/2014/main" id="{EF7EE348-3DC3-AB94-4CEA-587A0F42246C}"/>
              </a:ext>
            </a:extLst>
          </p:cNvPr>
          <p:cNvSpPr>
            <a:spLocks noGrp="1"/>
          </p:cNvSpPr>
          <p:nvPr>
            <p:ph type="body" sz="quarter" idx="23" hasCustomPrompt="1"/>
          </p:nvPr>
        </p:nvSpPr>
        <p:spPr>
          <a:xfrm>
            <a:off x="6566607" y="2775825"/>
            <a:ext cx="567463" cy="674031"/>
          </a:xfrm>
        </p:spPr>
        <p:txBody>
          <a:bodyPr wrap="none" anchor="ctr">
            <a:spAutoFit/>
          </a:bodyPr>
          <a:lstStyle>
            <a:lvl1pPr marL="0" indent="0" algn="r">
              <a:lnSpc>
                <a:spcPct val="90000"/>
              </a:lnSpc>
              <a:spcBef>
                <a:spcPts val="0"/>
              </a:spcBef>
              <a:buNone/>
              <a:defRPr sz="4200" b="1" spc="0" baseline="0">
                <a:solidFill>
                  <a:schemeClr val="accent5"/>
                </a:solidFill>
                <a:latin typeface="+mn-lt"/>
                <a:ea typeface="Source Sans Pro Semibold" panose="020B0603030403020204" pitchFamily="34" charset="0"/>
              </a:defRPr>
            </a:lvl1pPr>
          </a:lstStyle>
          <a:p>
            <a:pPr lvl="0"/>
            <a:r>
              <a:rPr lang="fr-FR"/>
              <a:t>04</a:t>
            </a:r>
          </a:p>
        </p:txBody>
      </p:sp>
      <p:sp>
        <p:nvSpPr>
          <p:cNvPr id="29" name="Espace réservé du texte 4">
            <a:extLst>
              <a:ext uri="{FF2B5EF4-FFF2-40B4-BE49-F238E27FC236}">
                <a16:creationId xmlns:a16="http://schemas.microsoft.com/office/drawing/2014/main" id="{86853D2D-963C-DB92-5203-0955BD8CC630}"/>
              </a:ext>
            </a:extLst>
          </p:cNvPr>
          <p:cNvSpPr>
            <a:spLocks noGrp="1"/>
          </p:cNvSpPr>
          <p:nvPr>
            <p:ph type="body" sz="quarter" idx="24" hasCustomPrompt="1"/>
          </p:nvPr>
        </p:nvSpPr>
        <p:spPr>
          <a:xfrm>
            <a:off x="7516998" y="3089895"/>
            <a:ext cx="2353931" cy="258532"/>
          </a:xfrm>
        </p:spPr>
        <p:txBody>
          <a:bodyPr wrap="square">
            <a:spAutoFit/>
          </a:bodyPr>
          <a:lstStyle>
            <a:lvl1pPr marL="0" indent="0">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Subtitle of the chapter</a:t>
            </a:r>
          </a:p>
        </p:txBody>
      </p:sp>
      <p:sp>
        <p:nvSpPr>
          <p:cNvPr id="30" name="Espace réservé du texte 4">
            <a:extLst>
              <a:ext uri="{FF2B5EF4-FFF2-40B4-BE49-F238E27FC236}">
                <a16:creationId xmlns:a16="http://schemas.microsoft.com/office/drawing/2014/main" id="{94C67188-5032-173F-AAA0-0C29C31AEB1B}"/>
              </a:ext>
            </a:extLst>
          </p:cNvPr>
          <p:cNvSpPr>
            <a:spLocks noGrp="1"/>
          </p:cNvSpPr>
          <p:nvPr>
            <p:ph type="body" sz="quarter" idx="25" hasCustomPrompt="1"/>
          </p:nvPr>
        </p:nvSpPr>
        <p:spPr>
          <a:xfrm>
            <a:off x="7516998" y="3766425"/>
            <a:ext cx="2345150" cy="276999"/>
          </a:xfrm>
        </p:spPr>
        <p:txBody>
          <a:bodyPr wrap="square" tIns="0" bIns="0">
            <a:spAutoFit/>
          </a:bodyPr>
          <a:lstStyle>
            <a:lvl1pPr marL="0" indent="0">
              <a:lnSpc>
                <a:spcPct val="90000"/>
              </a:lnSpc>
              <a:spcBef>
                <a:spcPts val="0"/>
              </a:spcBef>
              <a:buNone/>
              <a:defRPr sz="20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Title of the chapter</a:t>
            </a:r>
            <a:endParaRPr lang="fr-FR"/>
          </a:p>
        </p:txBody>
      </p:sp>
      <p:sp>
        <p:nvSpPr>
          <p:cNvPr id="31" name="Espace réservé du texte 4">
            <a:extLst>
              <a:ext uri="{FF2B5EF4-FFF2-40B4-BE49-F238E27FC236}">
                <a16:creationId xmlns:a16="http://schemas.microsoft.com/office/drawing/2014/main" id="{0FCB3175-3405-D08B-97EC-31DFF52EA478}"/>
              </a:ext>
            </a:extLst>
          </p:cNvPr>
          <p:cNvSpPr>
            <a:spLocks noGrp="1"/>
          </p:cNvSpPr>
          <p:nvPr>
            <p:ph type="body" sz="quarter" idx="26" hasCustomPrompt="1"/>
          </p:nvPr>
        </p:nvSpPr>
        <p:spPr>
          <a:xfrm>
            <a:off x="6566607" y="3690225"/>
            <a:ext cx="567463" cy="674031"/>
          </a:xfrm>
        </p:spPr>
        <p:txBody>
          <a:bodyPr wrap="none" anchor="ctr">
            <a:spAutoFit/>
          </a:bodyPr>
          <a:lstStyle>
            <a:lvl1pPr marL="0" indent="0" algn="r">
              <a:lnSpc>
                <a:spcPct val="90000"/>
              </a:lnSpc>
              <a:spcBef>
                <a:spcPts val="0"/>
              </a:spcBef>
              <a:buNone/>
              <a:defRPr sz="4200" b="1" spc="0" baseline="0">
                <a:solidFill>
                  <a:schemeClr val="accent5"/>
                </a:solidFill>
                <a:latin typeface="+mn-lt"/>
                <a:ea typeface="Source Sans Pro Semibold" panose="020B0603030403020204" pitchFamily="34" charset="0"/>
              </a:defRPr>
            </a:lvl1pPr>
          </a:lstStyle>
          <a:p>
            <a:pPr lvl="0"/>
            <a:r>
              <a:rPr lang="fr-FR"/>
              <a:t>05</a:t>
            </a:r>
          </a:p>
        </p:txBody>
      </p:sp>
      <p:sp>
        <p:nvSpPr>
          <p:cNvPr id="32" name="Espace réservé du texte 4">
            <a:extLst>
              <a:ext uri="{FF2B5EF4-FFF2-40B4-BE49-F238E27FC236}">
                <a16:creationId xmlns:a16="http://schemas.microsoft.com/office/drawing/2014/main" id="{22EEC058-6DEB-52E6-1614-3A8BACA276B0}"/>
              </a:ext>
            </a:extLst>
          </p:cNvPr>
          <p:cNvSpPr>
            <a:spLocks noGrp="1"/>
          </p:cNvSpPr>
          <p:nvPr>
            <p:ph type="body" sz="quarter" idx="27" hasCustomPrompt="1"/>
          </p:nvPr>
        </p:nvSpPr>
        <p:spPr>
          <a:xfrm>
            <a:off x="7516998" y="4004295"/>
            <a:ext cx="2353931" cy="258532"/>
          </a:xfrm>
        </p:spPr>
        <p:txBody>
          <a:bodyPr wrap="square">
            <a:spAutoFit/>
          </a:bodyPr>
          <a:lstStyle>
            <a:lvl1pPr marL="0" indent="0">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Subtitle of the chapter</a:t>
            </a:r>
          </a:p>
        </p:txBody>
      </p:sp>
      <p:sp>
        <p:nvSpPr>
          <p:cNvPr id="33" name="Espace réservé du texte 4">
            <a:extLst>
              <a:ext uri="{FF2B5EF4-FFF2-40B4-BE49-F238E27FC236}">
                <a16:creationId xmlns:a16="http://schemas.microsoft.com/office/drawing/2014/main" id="{A251C72F-DF92-280B-06F3-F56FA1608342}"/>
              </a:ext>
            </a:extLst>
          </p:cNvPr>
          <p:cNvSpPr>
            <a:spLocks noGrp="1"/>
          </p:cNvSpPr>
          <p:nvPr>
            <p:ph type="body" sz="quarter" idx="28" hasCustomPrompt="1"/>
          </p:nvPr>
        </p:nvSpPr>
        <p:spPr>
          <a:xfrm>
            <a:off x="7516998" y="4680825"/>
            <a:ext cx="2345150" cy="276999"/>
          </a:xfrm>
        </p:spPr>
        <p:txBody>
          <a:bodyPr wrap="square" tIns="0" bIns="0">
            <a:spAutoFit/>
          </a:bodyPr>
          <a:lstStyle>
            <a:lvl1pPr marL="0" indent="0">
              <a:lnSpc>
                <a:spcPct val="90000"/>
              </a:lnSpc>
              <a:spcBef>
                <a:spcPts val="0"/>
              </a:spcBef>
              <a:buNone/>
              <a:defRPr sz="20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a:t>Title of the chapter</a:t>
            </a:r>
            <a:endParaRPr lang="fr-FR"/>
          </a:p>
        </p:txBody>
      </p:sp>
      <p:sp>
        <p:nvSpPr>
          <p:cNvPr id="34" name="Espace réservé du texte 4">
            <a:extLst>
              <a:ext uri="{FF2B5EF4-FFF2-40B4-BE49-F238E27FC236}">
                <a16:creationId xmlns:a16="http://schemas.microsoft.com/office/drawing/2014/main" id="{040D9B6D-2F85-6888-2276-F6AB25791643}"/>
              </a:ext>
            </a:extLst>
          </p:cNvPr>
          <p:cNvSpPr>
            <a:spLocks noGrp="1"/>
          </p:cNvSpPr>
          <p:nvPr>
            <p:ph type="body" sz="quarter" idx="29" hasCustomPrompt="1"/>
          </p:nvPr>
        </p:nvSpPr>
        <p:spPr>
          <a:xfrm>
            <a:off x="6566607" y="4604625"/>
            <a:ext cx="567463" cy="674031"/>
          </a:xfrm>
        </p:spPr>
        <p:txBody>
          <a:bodyPr wrap="none" anchor="ctr">
            <a:spAutoFit/>
          </a:bodyPr>
          <a:lstStyle>
            <a:lvl1pPr marL="0" indent="0" algn="r">
              <a:lnSpc>
                <a:spcPct val="90000"/>
              </a:lnSpc>
              <a:spcBef>
                <a:spcPts val="0"/>
              </a:spcBef>
              <a:buNone/>
              <a:defRPr sz="4200" b="1" spc="0" baseline="0">
                <a:solidFill>
                  <a:schemeClr val="accent5"/>
                </a:solidFill>
                <a:latin typeface="+mn-lt"/>
                <a:ea typeface="Source Sans Pro Semibold" panose="020B0603030403020204" pitchFamily="34" charset="0"/>
              </a:defRPr>
            </a:lvl1pPr>
          </a:lstStyle>
          <a:p>
            <a:pPr lvl="0"/>
            <a:r>
              <a:rPr lang="fr-FR"/>
              <a:t>06</a:t>
            </a:r>
          </a:p>
        </p:txBody>
      </p:sp>
      <p:sp>
        <p:nvSpPr>
          <p:cNvPr id="35" name="Espace réservé du texte 4">
            <a:extLst>
              <a:ext uri="{FF2B5EF4-FFF2-40B4-BE49-F238E27FC236}">
                <a16:creationId xmlns:a16="http://schemas.microsoft.com/office/drawing/2014/main" id="{BB2DE84C-BD52-7578-7960-42F66B255673}"/>
              </a:ext>
            </a:extLst>
          </p:cNvPr>
          <p:cNvSpPr>
            <a:spLocks noGrp="1"/>
          </p:cNvSpPr>
          <p:nvPr>
            <p:ph type="body" sz="quarter" idx="30" hasCustomPrompt="1"/>
          </p:nvPr>
        </p:nvSpPr>
        <p:spPr>
          <a:xfrm>
            <a:off x="7516998" y="4918695"/>
            <a:ext cx="2353931" cy="258532"/>
          </a:xfrm>
        </p:spPr>
        <p:txBody>
          <a:bodyPr wrap="square">
            <a:spAutoFit/>
          </a:bodyPr>
          <a:lstStyle>
            <a:lvl1pPr marL="0" indent="0">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Subtitle of the chapter</a:t>
            </a:r>
          </a:p>
        </p:txBody>
      </p:sp>
    </p:spTree>
    <p:extLst>
      <p:ext uri="{BB962C8B-B14F-4D97-AF65-F5344CB8AC3E}">
        <p14:creationId xmlns:p14="http://schemas.microsoft.com/office/powerpoint/2010/main" val="32564780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x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8" y="542925"/>
            <a:ext cx="10728324"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6145"/>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6145"/>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508000" y="1612900"/>
            <a:ext cx="10952162" cy="4521200"/>
          </a:xfrm>
        </p:spPr>
        <p:txBody>
          <a:bodyPr/>
          <a:lstStyle>
            <a:lvl1pPr>
              <a:defRPr/>
            </a:lvl1pPr>
          </a:lstStyle>
          <a:p>
            <a:pPr lvl="0"/>
            <a:r>
              <a:rPr lang="fr-FR"/>
              <a:t>Click here to add your 01 level text</a:t>
            </a:r>
          </a:p>
          <a:p>
            <a:pPr lvl="1"/>
            <a:r>
              <a:rPr lang="fr-FR"/>
              <a:t>Click here to add your 02 level text</a:t>
            </a:r>
          </a:p>
          <a:p>
            <a:pPr lvl="2"/>
            <a:r>
              <a:rPr lang="fr-FR"/>
              <a:t>Click here to add your 03 level text</a:t>
            </a:r>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8" y="966984"/>
            <a:ext cx="10728324" cy="313932"/>
          </a:xfrm>
        </p:spPr>
        <p:txBody>
          <a:bodyPr wrap="square">
            <a:spAutoFit/>
          </a:bodyPr>
          <a:lstStyle>
            <a:lvl1pPr marL="0" indent="0">
              <a:buNone/>
              <a:defRPr b="0"/>
            </a:lvl1pPr>
          </a:lstStyle>
          <a:p>
            <a:pPr lvl="0"/>
            <a:r>
              <a:rPr lang="fr-FR"/>
              <a:t>Subtitle of the slide</a:t>
            </a:r>
            <a:endParaRPr lang="fr-FR" dirty="0"/>
          </a:p>
        </p:txBody>
      </p:sp>
    </p:spTree>
    <p:extLst>
      <p:ext uri="{BB962C8B-B14F-4D97-AF65-F5344CB8AC3E}">
        <p14:creationId xmlns:p14="http://schemas.microsoft.com/office/powerpoint/2010/main" val="8476649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Txt Block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8" y="542925"/>
            <a:ext cx="10728324"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6145"/>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6145"/>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508000" y="1612900"/>
            <a:ext cx="5588000" cy="4521200"/>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8" y="966984"/>
            <a:ext cx="10728324" cy="313932"/>
          </a:xfrm>
        </p:spPr>
        <p:txBody>
          <a:bodyPr wrap="square">
            <a:spAutoFit/>
          </a:bodyPr>
          <a:lstStyle>
            <a:lvl1pPr marL="0" indent="0">
              <a:buNone/>
              <a:defRPr b="0"/>
            </a:lvl1pPr>
          </a:lstStyle>
          <a:p>
            <a:pPr lvl="0"/>
            <a:r>
              <a:rPr lang="fr-FR"/>
              <a:t>Subtitle of the slide</a:t>
            </a:r>
            <a:endParaRPr lang="fr-FR" dirty="0"/>
          </a:p>
        </p:txBody>
      </p:sp>
      <p:sp>
        <p:nvSpPr>
          <p:cNvPr id="5" name="Espace réservé du texte 5">
            <a:extLst>
              <a:ext uri="{FF2B5EF4-FFF2-40B4-BE49-F238E27FC236}">
                <a16:creationId xmlns:a16="http://schemas.microsoft.com/office/drawing/2014/main" id="{27AC9D12-4F73-202B-51BC-9B0108C899E0}"/>
              </a:ext>
            </a:extLst>
          </p:cNvPr>
          <p:cNvSpPr>
            <a:spLocks noGrp="1"/>
          </p:cNvSpPr>
          <p:nvPr>
            <p:ph type="body" sz="quarter" idx="14" hasCustomPrompt="1"/>
          </p:nvPr>
        </p:nvSpPr>
        <p:spPr>
          <a:xfrm>
            <a:off x="6228556" y="1612900"/>
            <a:ext cx="5231606" cy="4521200"/>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Tree>
    <p:extLst>
      <p:ext uri="{BB962C8B-B14F-4D97-AF65-F5344CB8AC3E}">
        <p14:creationId xmlns:p14="http://schemas.microsoft.com/office/powerpoint/2010/main" val="38181864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Txt Block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8" y="542925"/>
            <a:ext cx="10729380"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6145"/>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6145"/>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508000" y="1612900"/>
            <a:ext cx="3312054" cy="4521200"/>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8" y="966984"/>
            <a:ext cx="10729380" cy="313932"/>
          </a:xfrm>
        </p:spPr>
        <p:txBody>
          <a:bodyPr wrap="square">
            <a:spAutoFit/>
          </a:bodyPr>
          <a:lstStyle>
            <a:lvl1pPr marL="0" indent="0">
              <a:buNone/>
              <a:defRPr b="0"/>
            </a:lvl1pPr>
          </a:lstStyle>
          <a:p>
            <a:pPr lvl="0"/>
            <a:r>
              <a:rPr lang="fr-FR"/>
              <a:t>Subtitle of the slide</a:t>
            </a:r>
            <a:endParaRPr lang="fr-FR" dirty="0"/>
          </a:p>
        </p:txBody>
      </p:sp>
      <p:sp>
        <p:nvSpPr>
          <p:cNvPr id="5" name="Espace réservé du texte 5">
            <a:extLst>
              <a:ext uri="{FF2B5EF4-FFF2-40B4-BE49-F238E27FC236}">
                <a16:creationId xmlns:a16="http://schemas.microsoft.com/office/drawing/2014/main" id="{27AC9D12-4F73-202B-51BC-9B0108C899E0}"/>
              </a:ext>
            </a:extLst>
          </p:cNvPr>
          <p:cNvSpPr>
            <a:spLocks noGrp="1"/>
          </p:cNvSpPr>
          <p:nvPr>
            <p:ph type="body" sz="quarter" idx="14" hasCustomPrompt="1"/>
          </p:nvPr>
        </p:nvSpPr>
        <p:spPr>
          <a:xfrm>
            <a:off x="4328053" y="1612900"/>
            <a:ext cx="3312053" cy="4521200"/>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
        <p:nvSpPr>
          <p:cNvPr id="12" name="Espace réservé du texte 5">
            <a:extLst>
              <a:ext uri="{FF2B5EF4-FFF2-40B4-BE49-F238E27FC236}">
                <a16:creationId xmlns:a16="http://schemas.microsoft.com/office/drawing/2014/main" id="{EB2F4915-4E34-86B5-4420-67A1115B31BF}"/>
              </a:ext>
            </a:extLst>
          </p:cNvPr>
          <p:cNvSpPr>
            <a:spLocks noGrp="1"/>
          </p:cNvSpPr>
          <p:nvPr>
            <p:ph type="body" sz="quarter" idx="15" hasCustomPrompt="1"/>
          </p:nvPr>
        </p:nvSpPr>
        <p:spPr>
          <a:xfrm>
            <a:off x="8149165" y="1612900"/>
            <a:ext cx="3312053" cy="4521200"/>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Tree>
    <p:extLst>
      <p:ext uri="{BB962C8B-B14F-4D97-AF65-F5344CB8AC3E}">
        <p14:creationId xmlns:p14="http://schemas.microsoft.com/office/powerpoint/2010/main" val="52517118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Txt Block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8" y="542925"/>
            <a:ext cx="10728324" cy="452432"/>
          </a:xfrm>
        </p:spPr>
        <p:txBody>
          <a:bodyPr/>
          <a:lstStyle>
            <a:lvl1pPr>
              <a:defRPr/>
            </a:lvl1pPr>
          </a:lstStyle>
          <a:p>
            <a:r>
              <a:rPr lang="fr-FR" dirty="0" err="1"/>
              <a:t>Title</a:t>
            </a:r>
            <a:r>
              <a:rPr lang="fr-FR" dirty="0"/>
              <a:t>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5202"/>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5202"/>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508000" y="1612900"/>
            <a:ext cx="5588000" cy="2082800"/>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8" y="966984"/>
            <a:ext cx="10728324" cy="313932"/>
          </a:xfrm>
        </p:spPr>
        <p:txBody>
          <a:bodyPr wrap="square">
            <a:spAutoFit/>
          </a:bodyPr>
          <a:lstStyle>
            <a:lvl1pPr marL="0" indent="0">
              <a:buNone/>
              <a:defRPr b="0"/>
            </a:lvl1pPr>
          </a:lstStyle>
          <a:p>
            <a:pPr lvl="0"/>
            <a:r>
              <a:rPr lang="fr-FR"/>
              <a:t>Subtitle of the slide</a:t>
            </a:r>
            <a:endParaRPr lang="fr-FR" dirty="0"/>
          </a:p>
        </p:txBody>
      </p:sp>
      <p:sp>
        <p:nvSpPr>
          <p:cNvPr id="5" name="Espace réservé du texte 5">
            <a:extLst>
              <a:ext uri="{FF2B5EF4-FFF2-40B4-BE49-F238E27FC236}">
                <a16:creationId xmlns:a16="http://schemas.microsoft.com/office/drawing/2014/main" id="{27AC9D12-4F73-202B-51BC-9B0108C899E0}"/>
              </a:ext>
            </a:extLst>
          </p:cNvPr>
          <p:cNvSpPr>
            <a:spLocks noGrp="1"/>
          </p:cNvSpPr>
          <p:nvPr>
            <p:ph type="body" sz="quarter" idx="14" hasCustomPrompt="1"/>
          </p:nvPr>
        </p:nvSpPr>
        <p:spPr>
          <a:xfrm>
            <a:off x="6228556" y="1612900"/>
            <a:ext cx="5231606" cy="2082800"/>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
        <p:nvSpPr>
          <p:cNvPr id="8" name="Espace réservé du texte 5">
            <a:extLst>
              <a:ext uri="{FF2B5EF4-FFF2-40B4-BE49-F238E27FC236}">
                <a16:creationId xmlns:a16="http://schemas.microsoft.com/office/drawing/2014/main" id="{79C3447C-64F0-8089-4CF0-0600D42D5C45}"/>
              </a:ext>
            </a:extLst>
          </p:cNvPr>
          <p:cNvSpPr>
            <a:spLocks noGrp="1"/>
          </p:cNvSpPr>
          <p:nvPr>
            <p:ph type="body" sz="quarter" idx="15" hasCustomPrompt="1"/>
          </p:nvPr>
        </p:nvSpPr>
        <p:spPr>
          <a:xfrm>
            <a:off x="508000" y="4013200"/>
            <a:ext cx="5588000" cy="2082800"/>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
        <p:nvSpPr>
          <p:cNvPr id="9" name="Espace réservé du texte 5">
            <a:extLst>
              <a:ext uri="{FF2B5EF4-FFF2-40B4-BE49-F238E27FC236}">
                <a16:creationId xmlns:a16="http://schemas.microsoft.com/office/drawing/2014/main" id="{ED159B82-984F-3C73-6EF9-5863F6F256E2}"/>
              </a:ext>
            </a:extLst>
          </p:cNvPr>
          <p:cNvSpPr>
            <a:spLocks noGrp="1"/>
          </p:cNvSpPr>
          <p:nvPr>
            <p:ph type="body" sz="quarter" idx="16" hasCustomPrompt="1"/>
          </p:nvPr>
        </p:nvSpPr>
        <p:spPr>
          <a:xfrm>
            <a:off x="6228556" y="4013200"/>
            <a:ext cx="5231606" cy="2082800"/>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Tree>
    <p:extLst>
      <p:ext uri="{BB962C8B-B14F-4D97-AF65-F5344CB8AC3E}">
        <p14:creationId xmlns:p14="http://schemas.microsoft.com/office/powerpoint/2010/main" val="3926714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xt + Pict R">
    <p:spTree>
      <p:nvGrpSpPr>
        <p:cNvPr id="1" name=""/>
        <p:cNvGrpSpPr/>
        <p:nvPr/>
      </p:nvGrpSpPr>
      <p:grpSpPr>
        <a:xfrm>
          <a:off x="0" y="0"/>
          <a:ext cx="0" cy="0"/>
          <a:chOff x="0" y="0"/>
          <a:chExt cx="0" cy="0"/>
        </a:xfrm>
      </p:grpSpPr>
      <p:sp>
        <p:nvSpPr>
          <p:cNvPr id="10" name="Espace réservé pour une image  9">
            <a:extLst>
              <a:ext uri="{FF2B5EF4-FFF2-40B4-BE49-F238E27FC236}">
                <a16:creationId xmlns:a16="http://schemas.microsoft.com/office/drawing/2014/main" id="{12C97B0F-E7D7-FC17-57C5-F402866962BD}"/>
              </a:ext>
            </a:extLst>
          </p:cNvPr>
          <p:cNvSpPr>
            <a:spLocks noGrp="1"/>
          </p:cNvSpPr>
          <p:nvPr>
            <p:ph type="pic" sz="quarter" idx="14" hasCustomPrompt="1"/>
          </p:nvPr>
        </p:nvSpPr>
        <p:spPr>
          <a:xfrm>
            <a:off x="7203376" y="0"/>
            <a:ext cx="4988625" cy="6858000"/>
          </a:xfrm>
          <a:custGeom>
            <a:avLst/>
            <a:gdLst>
              <a:gd name="connsiteX0" fmla="*/ 0 w 4988625"/>
              <a:gd name="connsiteY0" fmla="*/ 0 h 6858000"/>
              <a:gd name="connsiteX1" fmla="*/ 4988625 w 4988625"/>
              <a:gd name="connsiteY1" fmla="*/ 0 h 6858000"/>
              <a:gd name="connsiteX2" fmla="*/ 4988625 w 4988625"/>
              <a:gd name="connsiteY2" fmla="*/ 6858000 h 6858000"/>
              <a:gd name="connsiteX3" fmla="*/ 0 w 498862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988625" h="6858000">
                <a:moveTo>
                  <a:pt x="0" y="0"/>
                </a:moveTo>
                <a:lnTo>
                  <a:pt x="4988625" y="0"/>
                </a:lnTo>
                <a:lnTo>
                  <a:pt x="4988625" y="6858000"/>
                </a:lnTo>
                <a:lnTo>
                  <a:pt x="0" y="6858000"/>
                </a:lnTo>
                <a:close/>
              </a:path>
            </a:pathLst>
          </a:custGeom>
          <a:solidFill>
            <a:schemeClr val="tx2"/>
          </a:solidFill>
        </p:spPr>
        <p:txBody>
          <a:bodyPr wrap="square" bIns="540000" anchor="ctr">
            <a:noAutofit/>
          </a:bodyPr>
          <a:lstStyle>
            <a:lvl1pPr marL="0" indent="0" algn="ctr">
              <a:buNone/>
              <a:defRPr sz="1200" b="0">
                <a:solidFill>
                  <a:schemeClr val="accent3"/>
                </a:solidFill>
              </a:defRPr>
            </a:lvl1pPr>
          </a:lstStyle>
          <a:p>
            <a:r>
              <a:rPr lang="fr-FR"/>
              <a:t>Click here to add your picture</a:t>
            </a:r>
          </a:p>
        </p:txBody>
      </p:sp>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8" y="542925"/>
            <a:ext cx="5883274"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6145"/>
            <a:ext cx="53467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6145"/>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8" y="966984"/>
            <a:ext cx="5883274" cy="313932"/>
          </a:xfrm>
        </p:spPr>
        <p:txBody>
          <a:bodyPr wrap="square">
            <a:spAutoFit/>
          </a:bodyPr>
          <a:lstStyle>
            <a:lvl1pPr marL="0" indent="0">
              <a:buNone/>
              <a:defRPr b="0"/>
            </a:lvl1pPr>
          </a:lstStyle>
          <a:p>
            <a:pPr lvl="0"/>
            <a:r>
              <a:rPr lang="fr-FR"/>
              <a:t>Subtitle of the slide</a:t>
            </a:r>
            <a:endParaRPr lang="fr-FR" dirty="0"/>
          </a:p>
        </p:txBody>
      </p:sp>
      <p:sp>
        <p:nvSpPr>
          <p:cNvPr id="5" name="Espace réservé du texte 5">
            <a:extLst>
              <a:ext uri="{FF2B5EF4-FFF2-40B4-BE49-F238E27FC236}">
                <a16:creationId xmlns:a16="http://schemas.microsoft.com/office/drawing/2014/main" id="{062FBD9B-6342-E40D-D68E-D0ADDB2F2832}"/>
              </a:ext>
            </a:extLst>
          </p:cNvPr>
          <p:cNvSpPr>
            <a:spLocks noGrp="1"/>
          </p:cNvSpPr>
          <p:nvPr>
            <p:ph type="body" sz="quarter" idx="12" hasCustomPrompt="1"/>
          </p:nvPr>
        </p:nvSpPr>
        <p:spPr>
          <a:xfrm>
            <a:off x="508000" y="1612899"/>
            <a:ext cx="6107112" cy="4457891"/>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Tree>
    <p:extLst>
      <p:ext uri="{BB962C8B-B14F-4D97-AF65-F5344CB8AC3E}">
        <p14:creationId xmlns:p14="http://schemas.microsoft.com/office/powerpoint/2010/main" val="38241760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xt + Pict L">
    <p:spTree>
      <p:nvGrpSpPr>
        <p:cNvPr id="1" name=""/>
        <p:cNvGrpSpPr/>
        <p:nvPr/>
      </p:nvGrpSpPr>
      <p:grpSpPr>
        <a:xfrm>
          <a:off x="0" y="0"/>
          <a:ext cx="0" cy="0"/>
          <a:chOff x="0" y="0"/>
          <a:chExt cx="0" cy="0"/>
        </a:xfrm>
      </p:grpSpPr>
      <p:sp>
        <p:nvSpPr>
          <p:cNvPr id="9" name="Espace réservé pour une image  8">
            <a:extLst>
              <a:ext uri="{FF2B5EF4-FFF2-40B4-BE49-F238E27FC236}">
                <a16:creationId xmlns:a16="http://schemas.microsoft.com/office/drawing/2014/main" id="{BCD27021-3B00-99FD-7383-537F139B3C66}"/>
              </a:ext>
            </a:extLst>
          </p:cNvPr>
          <p:cNvSpPr>
            <a:spLocks noGrp="1"/>
          </p:cNvSpPr>
          <p:nvPr>
            <p:ph type="pic" sz="quarter" idx="14" hasCustomPrompt="1"/>
          </p:nvPr>
        </p:nvSpPr>
        <p:spPr>
          <a:xfrm>
            <a:off x="0" y="0"/>
            <a:ext cx="4988625" cy="6858000"/>
          </a:xfrm>
          <a:custGeom>
            <a:avLst/>
            <a:gdLst>
              <a:gd name="connsiteX0" fmla="*/ 1290143 w 4988625"/>
              <a:gd name="connsiteY0" fmla="*/ 6522736 h 6858000"/>
              <a:gd name="connsiteX1" fmla="*/ 1313210 w 4988625"/>
              <a:gd name="connsiteY1" fmla="*/ 6538125 h 6858000"/>
              <a:gd name="connsiteX2" fmla="*/ 1313210 w 4988625"/>
              <a:gd name="connsiteY2" fmla="*/ 6562246 h 6858000"/>
              <a:gd name="connsiteX3" fmla="*/ 1290143 w 4988625"/>
              <a:gd name="connsiteY3" fmla="*/ 6586565 h 6858000"/>
              <a:gd name="connsiteX4" fmla="*/ 1265462 w 4988625"/>
              <a:gd name="connsiteY4" fmla="*/ 6554568 h 6858000"/>
              <a:gd name="connsiteX5" fmla="*/ 1290143 w 4988625"/>
              <a:gd name="connsiteY5" fmla="*/ 6522736 h 6858000"/>
              <a:gd name="connsiteX6" fmla="*/ 1120965 w 4988625"/>
              <a:gd name="connsiteY6" fmla="*/ 6522736 h 6858000"/>
              <a:gd name="connsiteX7" fmla="*/ 1146339 w 4988625"/>
              <a:gd name="connsiteY7" fmla="*/ 6554568 h 6858000"/>
              <a:gd name="connsiteX8" fmla="*/ 1146470 w 4988625"/>
              <a:gd name="connsiteY8" fmla="*/ 6554568 h 6858000"/>
              <a:gd name="connsiteX9" fmla="*/ 1120965 w 4988625"/>
              <a:gd name="connsiteY9" fmla="*/ 6586565 h 6858000"/>
              <a:gd name="connsiteX10" fmla="*/ 1095625 w 4988625"/>
              <a:gd name="connsiteY10" fmla="*/ 6554568 h 6858000"/>
              <a:gd name="connsiteX11" fmla="*/ 1120965 w 4988625"/>
              <a:gd name="connsiteY11" fmla="*/ 6522736 h 6858000"/>
              <a:gd name="connsiteX12" fmla="*/ 1178861 w 4988625"/>
              <a:gd name="connsiteY12" fmla="*/ 6513641 h 6858000"/>
              <a:gd name="connsiteX13" fmla="*/ 1173458 w 4988625"/>
              <a:gd name="connsiteY13" fmla="*/ 6519243 h 6858000"/>
              <a:gd name="connsiteX14" fmla="*/ 1173458 w 4988625"/>
              <a:gd name="connsiteY14" fmla="*/ 6564883 h 6858000"/>
              <a:gd name="connsiteX15" fmla="*/ 1205982 w 4988625"/>
              <a:gd name="connsiteY15" fmla="*/ 6596714 h 6858000"/>
              <a:gd name="connsiteX16" fmla="*/ 1238539 w 4988625"/>
              <a:gd name="connsiteY16" fmla="*/ 6564883 h 6858000"/>
              <a:gd name="connsiteX17" fmla="*/ 1238539 w 4988625"/>
              <a:gd name="connsiteY17" fmla="*/ 6519243 h 6858000"/>
              <a:gd name="connsiteX18" fmla="*/ 1238540 w 4988625"/>
              <a:gd name="connsiteY18" fmla="*/ 6519209 h 6858000"/>
              <a:gd name="connsiteX19" fmla="*/ 1233102 w 4988625"/>
              <a:gd name="connsiteY19" fmla="*/ 6513641 h 6858000"/>
              <a:gd name="connsiteX20" fmla="*/ 1233068 w 4988625"/>
              <a:gd name="connsiteY20" fmla="*/ 6513641 h 6858000"/>
              <a:gd name="connsiteX21" fmla="*/ 1227336 w 4988625"/>
              <a:gd name="connsiteY21" fmla="*/ 6519243 h 6858000"/>
              <a:gd name="connsiteX22" fmla="*/ 1227336 w 4988625"/>
              <a:gd name="connsiteY22" fmla="*/ 6564883 h 6858000"/>
              <a:gd name="connsiteX23" fmla="*/ 1205982 w 4988625"/>
              <a:gd name="connsiteY23" fmla="*/ 6586038 h 6858000"/>
              <a:gd name="connsiteX24" fmla="*/ 1184662 w 4988625"/>
              <a:gd name="connsiteY24" fmla="*/ 6564883 h 6858000"/>
              <a:gd name="connsiteX25" fmla="*/ 1184662 w 4988625"/>
              <a:gd name="connsiteY25" fmla="*/ 6519243 h 6858000"/>
              <a:gd name="connsiteX26" fmla="*/ 1179060 w 4988625"/>
              <a:gd name="connsiteY26" fmla="*/ 6513641 h 6858000"/>
              <a:gd name="connsiteX27" fmla="*/ 1178861 w 4988625"/>
              <a:gd name="connsiteY27" fmla="*/ 6513641 h 6858000"/>
              <a:gd name="connsiteX28" fmla="*/ 1120965 w 4988625"/>
              <a:gd name="connsiteY28" fmla="*/ 6512587 h 6858000"/>
              <a:gd name="connsiteX29" fmla="*/ 1084256 w 4988625"/>
              <a:gd name="connsiteY29" fmla="*/ 6554568 h 6858000"/>
              <a:gd name="connsiteX30" fmla="*/ 1120965 w 4988625"/>
              <a:gd name="connsiteY30" fmla="*/ 6596714 h 6858000"/>
              <a:gd name="connsiteX31" fmla="*/ 1157707 w 4988625"/>
              <a:gd name="connsiteY31" fmla="*/ 6554568 h 6858000"/>
              <a:gd name="connsiteX32" fmla="*/ 1120965 w 4988625"/>
              <a:gd name="connsiteY32" fmla="*/ 6512587 h 6858000"/>
              <a:gd name="connsiteX33" fmla="*/ 1006587 w 4988625"/>
              <a:gd name="connsiteY33" fmla="*/ 6512587 h 6858000"/>
              <a:gd name="connsiteX34" fmla="*/ 970537 w 4988625"/>
              <a:gd name="connsiteY34" fmla="*/ 6554667 h 6858000"/>
              <a:gd name="connsiteX35" fmla="*/ 1006587 w 4988625"/>
              <a:gd name="connsiteY35" fmla="*/ 6596813 h 6858000"/>
              <a:gd name="connsiteX36" fmla="*/ 1032949 w 4988625"/>
              <a:gd name="connsiteY36" fmla="*/ 6587356 h 6858000"/>
              <a:gd name="connsiteX37" fmla="*/ 1035223 w 4988625"/>
              <a:gd name="connsiteY37" fmla="*/ 6583006 h 6858000"/>
              <a:gd name="connsiteX38" fmla="*/ 1030148 w 4988625"/>
              <a:gd name="connsiteY38" fmla="*/ 6577931 h 6858000"/>
              <a:gd name="connsiteX39" fmla="*/ 1026853 w 4988625"/>
              <a:gd name="connsiteY39" fmla="*/ 6579151 h 6858000"/>
              <a:gd name="connsiteX40" fmla="*/ 1006587 w 4988625"/>
              <a:gd name="connsiteY40" fmla="*/ 6586664 h 6858000"/>
              <a:gd name="connsiteX41" fmla="*/ 981906 w 4988625"/>
              <a:gd name="connsiteY41" fmla="*/ 6554667 h 6858000"/>
              <a:gd name="connsiteX42" fmla="*/ 1006587 w 4988625"/>
              <a:gd name="connsiteY42" fmla="*/ 6522835 h 6858000"/>
              <a:gd name="connsiteX43" fmla="*/ 1025469 w 4988625"/>
              <a:gd name="connsiteY43" fmla="*/ 6530908 h 6858000"/>
              <a:gd name="connsiteX44" fmla="*/ 1029654 w 4988625"/>
              <a:gd name="connsiteY44" fmla="*/ 6533017 h 6858000"/>
              <a:gd name="connsiteX45" fmla="*/ 1029854 w 4988625"/>
              <a:gd name="connsiteY45" fmla="*/ 6533017 h 6858000"/>
              <a:gd name="connsiteX46" fmla="*/ 1034729 w 4988625"/>
              <a:gd name="connsiteY46" fmla="*/ 6527943 h 6858000"/>
              <a:gd name="connsiteX47" fmla="*/ 1033510 w 4988625"/>
              <a:gd name="connsiteY47" fmla="*/ 6524647 h 6858000"/>
              <a:gd name="connsiteX48" fmla="*/ 1006587 w 4988625"/>
              <a:gd name="connsiteY48" fmla="*/ 6512587 h 6858000"/>
              <a:gd name="connsiteX49" fmla="*/ 697493 w 4988625"/>
              <a:gd name="connsiteY49" fmla="*/ 6485104 h 6858000"/>
              <a:gd name="connsiteX50" fmla="*/ 739804 w 4988625"/>
              <a:gd name="connsiteY50" fmla="*/ 6535686 h 6858000"/>
              <a:gd name="connsiteX51" fmla="*/ 697493 w 4988625"/>
              <a:gd name="connsiteY51" fmla="*/ 6586038 h 6858000"/>
              <a:gd name="connsiteX52" fmla="*/ 655149 w 4988625"/>
              <a:gd name="connsiteY52" fmla="*/ 6535686 h 6858000"/>
              <a:gd name="connsiteX53" fmla="*/ 697493 w 4988625"/>
              <a:gd name="connsiteY53" fmla="*/ 6485104 h 6858000"/>
              <a:gd name="connsiteX54" fmla="*/ 764550 w 4988625"/>
              <a:gd name="connsiteY54" fmla="*/ 6475318 h 6858000"/>
              <a:gd name="connsiteX55" fmla="*/ 758718 w 4988625"/>
              <a:gd name="connsiteY55" fmla="*/ 6481282 h 6858000"/>
              <a:gd name="connsiteX56" fmla="*/ 759246 w 4988625"/>
              <a:gd name="connsiteY56" fmla="*/ 6483885 h 6858000"/>
              <a:gd name="connsiteX57" fmla="*/ 800173 w 4988625"/>
              <a:gd name="connsiteY57" fmla="*/ 6591804 h 6858000"/>
              <a:gd name="connsiteX58" fmla="*/ 803967 w 4988625"/>
              <a:gd name="connsiteY58" fmla="*/ 6595599 h 6858000"/>
              <a:gd name="connsiteX59" fmla="*/ 811343 w 4988625"/>
              <a:gd name="connsiteY59" fmla="*/ 6591804 h 6858000"/>
              <a:gd name="connsiteX60" fmla="*/ 852270 w 4988625"/>
              <a:gd name="connsiteY60" fmla="*/ 6483885 h 6858000"/>
              <a:gd name="connsiteX61" fmla="*/ 852798 w 4988625"/>
              <a:gd name="connsiteY61" fmla="*/ 6481282 h 6858000"/>
              <a:gd name="connsiteX62" fmla="*/ 852798 w 4988625"/>
              <a:gd name="connsiteY62" fmla="*/ 6481183 h 6858000"/>
              <a:gd name="connsiteX63" fmla="*/ 846866 w 4988625"/>
              <a:gd name="connsiteY63" fmla="*/ 6475318 h 6858000"/>
              <a:gd name="connsiteX64" fmla="*/ 841264 w 4988625"/>
              <a:gd name="connsiteY64" fmla="*/ 6479173 h 6858000"/>
              <a:gd name="connsiteX65" fmla="*/ 805742 w 4988625"/>
              <a:gd name="connsiteY65" fmla="*/ 6573285 h 6858000"/>
              <a:gd name="connsiteX66" fmla="*/ 770252 w 4988625"/>
              <a:gd name="connsiteY66" fmla="*/ 6479173 h 6858000"/>
              <a:gd name="connsiteX67" fmla="*/ 764650 w 4988625"/>
              <a:gd name="connsiteY67" fmla="*/ 6475318 h 6858000"/>
              <a:gd name="connsiteX68" fmla="*/ 764550 w 4988625"/>
              <a:gd name="connsiteY68" fmla="*/ 6475318 h 6858000"/>
              <a:gd name="connsiteX69" fmla="*/ 871253 w 4988625"/>
              <a:gd name="connsiteY69" fmla="*/ 6474759 h 6858000"/>
              <a:gd name="connsiteX70" fmla="*/ 865748 w 4988625"/>
              <a:gd name="connsiteY70" fmla="*/ 6481150 h 6858000"/>
              <a:gd name="connsiteX71" fmla="*/ 865748 w 4988625"/>
              <a:gd name="connsiteY71" fmla="*/ 6589893 h 6858000"/>
              <a:gd name="connsiteX72" fmla="*/ 865748 w 4988625"/>
              <a:gd name="connsiteY72" fmla="*/ 6590779 h 6858000"/>
              <a:gd name="connsiteX73" fmla="*/ 872139 w 4988625"/>
              <a:gd name="connsiteY73" fmla="*/ 6596284 h 6858000"/>
              <a:gd name="connsiteX74" fmla="*/ 877644 w 4988625"/>
              <a:gd name="connsiteY74" fmla="*/ 6589893 h 6858000"/>
              <a:gd name="connsiteX75" fmla="*/ 877644 w 4988625"/>
              <a:gd name="connsiteY75" fmla="*/ 6539509 h 6858000"/>
              <a:gd name="connsiteX76" fmla="*/ 938540 w 4988625"/>
              <a:gd name="connsiteY76" fmla="*/ 6539509 h 6858000"/>
              <a:gd name="connsiteX77" fmla="*/ 938540 w 4988625"/>
              <a:gd name="connsiteY77" fmla="*/ 6590025 h 6858000"/>
              <a:gd name="connsiteX78" fmla="*/ 938540 w 4988625"/>
              <a:gd name="connsiteY78" fmla="*/ 6590911 h 6858000"/>
              <a:gd name="connsiteX79" fmla="*/ 944931 w 4988625"/>
              <a:gd name="connsiteY79" fmla="*/ 6596416 h 6858000"/>
              <a:gd name="connsiteX80" fmla="*/ 950436 w 4988625"/>
              <a:gd name="connsiteY80" fmla="*/ 6590025 h 6858000"/>
              <a:gd name="connsiteX81" fmla="*/ 950436 w 4988625"/>
              <a:gd name="connsiteY81" fmla="*/ 6481282 h 6858000"/>
              <a:gd name="connsiteX82" fmla="*/ 950436 w 4988625"/>
              <a:gd name="connsiteY82" fmla="*/ 6480396 h 6858000"/>
              <a:gd name="connsiteX83" fmla="*/ 944045 w 4988625"/>
              <a:gd name="connsiteY83" fmla="*/ 6474891 h 6858000"/>
              <a:gd name="connsiteX84" fmla="*/ 938540 w 4988625"/>
              <a:gd name="connsiteY84" fmla="*/ 6481282 h 6858000"/>
              <a:gd name="connsiteX85" fmla="*/ 938540 w 4988625"/>
              <a:gd name="connsiteY85" fmla="*/ 6528668 h 6858000"/>
              <a:gd name="connsiteX86" fmla="*/ 877644 w 4988625"/>
              <a:gd name="connsiteY86" fmla="*/ 6528668 h 6858000"/>
              <a:gd name="connsiteX87" fmla="*/ 877644 w 4988625"/>
              <a:gd name="connsiteY87" fmla="*/ 6481150 h 6858000"/>
              <a:gd name="connsiteX88" fmla="*/ 877644 w 4988625"/>
              <a:gd name="connsiteY88" fmla="*/ 6480264 h 6858000"/>
              <a:gd name="connsiteX89" fmla="*/ 871253 w 4988625"/>
              <a:gd name="connsiteY89" fmla="*/ 6474759 h 6858000"/>
              <a:gd name="connsiteX90" fmla="*/ 697493 w 4988625"/>
              <a:gd name="connsiteY90" fmla="*/ 6474263 h 6858000"/>
              <a:gd name="connsiteX91" fmla="*/ 642891 w 4988625"/>
              <a:gd name="connsiteY91" fmla="*/ 6535686 h 6858000"/>
              <a:gd name="connsiteX92" fmla="*/ 697493 w 4988625"/>
              <a:gd name="connsiteY92" fmla="*/ 6596879 h 6858000"/>
              <a:gd name="connsiteX93" fmla="*/ 752062 w 4988625"/>
              <a:gd name="connsiteY93" fmla="*/ 6535686 h 6858000"/>
              <a:gd name="connsiteX94" fmla="*/ 697493 w 4988625"/>
              <a:gd name="connsiteY94" fmla="*/ 6474263 h 6858000"/>
              <a:gd name="connsiteX95" fmla="*/ 1056774 w 4988625"/>
              <a:gd name="connsiteY95" fmla="*/ 6469913 h 6858000"/>
              <a:gd name="connsiteX96" fmla="*/ 1051172 w 4988625"/>
              <a:gd name="connsiteY96" fmla="*/ 6475483 h 6858000"/>
              <a:gd name="connsiteX97" fmla="*/ 1051172 w 4988625"/>
              <a:gd name="connsiteY97" fmla="*/ 6575493 h 6858000"/>
              <a:gd name="connsiteX98" fmla="*/ 1069361 w 4988625"/>
              <a:gd name="connsiteY98" fmla="*/ 6595957 h 6858000"/>
              <a:gd name="connsiteX99" fmla="*/ 1070195 w 4988625"/>
              <a:gd name="connsiteY99" fmla="*/ 6595957 h 6858000"/>
              <a:gd name="connsiteX100" fmla="*/ 1075034 w 4988625"/>
              <a:gd name="connsiteY100" fmla="*/ 6590284 h 6858000"/>
              <a:gd name="connsiteX101" fmla="*/ 1069361 w 4988625"/>
              <a:gd name="connsiteY101" fmla="*/ 6585445 h 6858000"/>
              <a:gd name="connsiteX102" fmla="*/ 1062376 w 4988625"/>
              <a:gd name="connsiteY102" fmla="*/ 6575559 h 6858000"/>
              <a:gd name="connsiteX103" fmla="*/ 1062376 w 4988625"/>
              <a:gd name="connsiteY103" fmla="*/ 6475483 h 6858000"/>
              <a:gd name="connsiteX104" fmla="*/ 1056774 w 4988625"/>
              <a:gd name="connsiteY104" fmla="*/ 6469913 h 6858000"/>
              <a:gd name="connsiteX105" fmla="*/ 1318812 w 4988625"/>
              <a:gd name="connsiteY105" fmla="*/ 6469880 h 6858000"/>
              <a:gd name="connsiteX106" fmla="*/ 1313210 w 4988625"/>
              <a:gd name="connsiteY106" fmla="*/ 6475482 h 6858000"/>
              <a:gd name="connsiteX107" fmla="*/ 1313210 w 4988625"/>
              <a:gd name="connsiteY107" fmla="*/ 6523955 h 6858000"/>
              <a:gd name="connsiteX108" fmla="*/ 1289418 w 4988625"/>
              <a:gd name="connsiteY108" fmla="*/ 6512718 h 6858000"/>
              <a:gd name="connsiteX109" fmla="*/ 1254258 w 4988625"/>
              <a:gd name="connsiteY109" fmla="*/ 6554700 h 6858000"/>
              <a:gd name="connsiteX110" fmla="*/ 1290143 w 4988625"/>
              <a:gd name="connsiteY110" fmla="*/ 6596846 h 6858000"/>
              <a:gd name="connsiteX111" fmla="*/ 1324414 w 4988625"/>
              <a:gd name="connsiteY111" fmla="*/ 6562378 h 6858000"/>
              <a:gd name="connsiteX112" fmla="*/ 1324414 w 4988625"/>
              <a:gd name="connsiteY112" fmla="*/ 6475482 h 6858000"/>
              <a:gd name="connsiteX113" fmla="*/ 1318812 w 4988625"/>
              <a:gd name="connsiteY113" fmla="*/ 6469880 h 6858000"/>
              <a:gd name="connsiteX114" fmla="*/ 583345 w 4988625"/>
              <a:gd name="connsiteY114" fmla="*/ 6461247 h 6858000"/>
              <a:gd name="connsiteX115" fmla="*/ 583345 w 4988625"/>
              <a:gd name="connsiteY115" fmla="*/ 6461312 h 6858000"/>
              <a:gd name="connsiteX116" fmla="*/ 556192 w 4988625"/>
              <a:gd name="connsiteY116" fmla="*/ 6509654 h 6858000"/>
              <a:gd name="connsiteX117" fmla="*/ 527260 w 4988625"/>
              <a:gd name="connsiteY117" fmla="*/ 6509654 h 6858000"/>
              <a:gd name="connsiteX118" fmla="*/ 493352 w 4988625"/>
              <a:gd name="connsiteY118" fmla="*/ 6569397 h 6858000"/>
              <a:gd name="connsiteX119" fmla="*/ 522119 w 4988625"/>
              <a:gd name="connsiteY119" fmla="*/ 6569397 h 6858000"/>
              <a:gd name="connsiteX120" fmla="*/ 500371 w 4988625"/>
              <a:gd name="connsiteY120" fmla="*/ 6607852 h 6858000"/>
              <a:gd name="connsiteX121" fmla="*/ 571021 w 4988625"/>
              <a:gd name="connsiteY121" fmla="*/ 6607852 h 6858000"/>
              <a:gd name="connsiteX122" fmla="*/ 583345 w 4988625"/>
              <a:gd name="connsiteY122" fmla="*/ 6461247 h 6858000"/>
              <a:gd name="connsiteX123" fmla="*/ 457533 w 4988625"/>
              <a:gd name="connsiteY123" fmla="*/ 6452382 h 6858000"/>
              <a:gd name="connsiteX124" fmla="*/ 406028 w 4988625"/>
              <a:gd name="connsiteY124" fmla="*/ 6542079 h 6858000"/>
              <a:gd name="connsiteX125" fmla="*/ 359301 w 4988625"/>
              <a:gd name="connsiteY125" fmla="*/ 6460917 h 6858000"/>
              <a:gd name="connsiteX126" fmla="*/ 371790 w 4988625"/>
              <a:gd name="connsiteY126" fmla="*/ 6607852 h 6858000"/>
              <a:gd name="connsiteX127" fmla="*/ 443824 w 4988625"/>
              <a:gd name="connsiteY127" fmla="*/ 6607852 h 6858000"/>
              <a:gd name="connsiteX128" fmla="*/ 443857 w 4988625"/>
              <a:gd name="connsiteY128" fmla="*/ 6607786 h 6858000"/>
              <a:gd name="connsiteX129" fmla="*/ 533323 w 4988625"/>
              <a:gd name="connsiteY129" fmla="*/ 6452382 h 6858000"/>
              <a:gd name="connsiteX130" fmla="*/ 0 w 4988625"/>
              <a:gd name="connsiteY130" fmla="*/ 0 h 6858000"/>
              <a:gd name="connsiteX131" fmla="*/ 4988625 w 4988625"/>
              <a:gd name="connsiteY131" fmla="*/ 0 h 6858000"/>
              <a:gd name="connsiteX132" fmla="*/ 4988625 w 4988625"/>
              <a:gd name="connsiteY132" fmla="*/ 6858000 h 6858000"/>
              <a:gd name="connsiteX133" fmla="*/ 0 w 4988625"/>
              <a:gd name="connsiteY13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4988625" h="6858000">
                <a:moveTo>
                  <a:pt x="1290143" y="6522736"/>
                </a:moveTo>
                <a:cubicBezTo>
                  <a:pt x="1306619" y="6522736"/>
                  <a:pt x="1313210" y="6538125"/>
                  <a:pt x="1313210" y="6538125"/>
                </a:cubicBezTo>
                <a:lnTo>
                  <a:pt x="1313210" y="6562246"/>
                </a:lnTo>
                <a:cubicBezTo>
                  <a:pt x="1313210" y="6578887"/>
                  <a:pt x="1303588" y="6586565"/>
                  <a:pt x="1290143" y="6586565"/>
                </a:cubicBezTo>
                <a:cubicBezTo>
                  <a:pt x="1274029" y="6586565"/>
                  <a:pt x="1265462" y="6576086"/>
                  <a:pt x="1265462" y="6554568"/>
                </a:cubicBezTo>
                <a:cubicBezTo>
                  <a:pt x="1265462" y="6533050"/>
                  <a:pt x="1273667" y="6522736"/>
                  <a:pt x="1290143" y="6522736"/>
                </a:cubicBezTo>
                <a:close/>
                <a:moveTo>
                  <a:pt x="1120965" y="6522736"/>
                </a:moveTo>
                <a:cubicBezTo>
                  <a:pt x="1137079" y="6522736"/>
                  <a:pt x="1146339" y="6532523"/>
                  <a:pt x="1146339" y="6554568"/>
                </a:cubicBezTo>
                <a:lnTo>
                  <a:pt x="1146470" y="6554568"/>
                </a:lnTo>
                <a:cubicBezTo>
                  <a:pt x="1146470" y="6576943"/>
                  <a:pt x="1137046" y="6586565"/>
                  <a:pt x="1120965" y="6586565"/>
                </a:cubicBezTo>
                <a:cubicBezTo>
                  <a:pt x="1104885" y="6586565"/>
                  <a:pt x="1095625" y="6576514"/>
                  <a:pt x="1095625" y="6554568"/>
                </a:cubicBezTo>
                <a:cubicBezTo>
                  <a:pt x="1095625" y="6532622"/>
                  <a:pt x="1104851" y="6522736"/>
                  <a:pt x="1120965" y="6522736"/>
                </a:cubicBezTo>
                <a:close/>
                <a:moveTo>
                  <a:pt x="1178861" y="6513641"/>
                </a:moveTo>
                <a:cubicBezTo>
                  <a:pt x="1175822" y="6513696"/>
                  <a:pt x="1173403" y="6516205"/>
                  <a:pt x="1173458" y="6519243"/>
                </a:cubicBezTo>
                <a:lnTo>
                  <a:pt x="1173458" y="6564883"/>
                </a:lnTo>
                <a:cubicBezTo>
                  <a:pt x="1173458" y="6581491"/>
                  <a:pt x="1178863" y="6596714"/>
                  <a:pt x="1205982" y="6596714"/>
                </a:cubicBezTo>
                <a:cubicBezTo>
                  <a:pt x="1233102" y="6596714"/>
                  <a:pt x="1238539" y="6581359"/>
                  <a:pt x="1238539" y="6564883"/>
                </a:cubicBezTo>
                <a:lnTo>
                  <a:pt x="1238539" y="6519243"/>
                </a:lnTo>
                <a:cubicBezTo>
                  <a:pt x="1238540" y="6519232"/>
                  <a:pt x="1238540" y="6519221"/>
                  <a:pt x="1238540" y="6519209"/>
                </a:cubicBezTo>
                <a:cubicBezTo>
                  <a:pt x="1238576" y="6516170"/>
                  <a:pt x="1236142" y="6513677"/>
                  <a:pt x="1233102" y="6513641"/>
                </a:cubicBezTo>
                <a:cubicBezTo>
                  <a:pt x="1233091" y="6513641"/>
                  <a:pt x="1233080" y="6513641"/>
                  <a:pt x="1233068" y="6513641"/>
                </a:cubicBezTo>
                <a:cubicBezTo>
                  <a:pt x="1229938" y="6513605"/>
                  <a:pt x="1227372" y="6516113"/>
                  <a:pt x="1227336" y="6519243"/>
                </a:cubicBezTo>
                <a:lnTo>
                  <a:pt x="1227336" y="6564883"/>
                </a:lnTo>
                <a:cubicBezTo>
                  <a:pt x="1227336" y="6576152"/>
                  <a:pt x="1223645" y="6586038"/>
                  <a:pt x="1205982" y="6586038"/>
                </a:cubicBezTo>
                <a:cubicBezTo>
                  <a:pt x="1188320" y="6586038"/>
                  <a:pt x="1184662" y="6576251"/>
                  <a:pt x="1184662" y="6564883"/>
                </a:cubicBezTo>
                <a:lnTo>
                  <a:pt x="1184662" y="6519243"/>
                </a:lnTo>
                <a:cubicBezTo>
                  <a:pt x="1184644" y="6516157"/>
                  <a:pt x="1182147" y="6513659"/>
                  <a:pt x="1179060" y="6513641"/>
                </a:cubicBezTo>
                <a:cubicBezTo>
                  <a:pt x="1178994" y="6513640"/>
                  <a:pt x="1178927" y="6513640"/>
                  <a:pt x="1178861" y="6513641"/>
                </a:cubicBezTo>
                <a:close/>
                <a:moveTo>
                  <a:pt x="1120965" y="6512587"/>
                </a:moveTo>
                <a:cubicBezTo>
                  <a:pt x="1098426" y="6512587"/>
                  <a:pt x="1084256" y="6525899"/>
                  <a:pt x="1084256" y="6554568"/>
                </a:cubicBezTo>
                <a:cubicBezTo>
                  <a:pt x="1084256" y="6583237"/>
                  <a:pt x="1098228" y="6596714"/>
                  <a:pt x="1120965" y="6596714"/>
                </a:cubicBezTo>
                <a:cubicBezTo>
                  <a:pt x="1143702" y="6596714"/>
                  <a:pt x="1157707" y="6583237"/>
                  <a:pt x="1157707" y="6554568"/>
                </a:cubicBezTo>
                <a:cubicBezTo>
                  <a:pt x="1157707" y="6525866"/>
                  <a:pt x="1143505" y="6512587"/>
                  <a:pt x="1120965" y="6512587"/>
                </a:cubicBezTo>
                <a:close/>
                <a:moveTo>
                  <a:pt x="1006587" y="6512587"/>
                </a:moveTo>
                <a:cubicBezTo>
                  <a:pt x="984015" y="6512587"/>
                  <a:pt x="970537" y="6525998"/>
                  <a:pt x="970537" y="6554667"/>
                </a:cubicBezTo>
                <a:cubicBezTo>
                  <a:pt x="970537" y="6583336"/>
                  <a:pt x="984015" y="6596813"/>
                  <a:pt x="1006587" y="6596813"/>
                </a:cubicBezTo>
                <a:cubicBezTo>
                  <a:pt x="1016231" y="6596964"/>
                  <a:pt x="1025601" y="6593603"/>
                  <a:pt x="1032949" y="6587356"/>
                </a:cubicBezTo>
                <a:cubicBezTo>
                  <a:pt x="1034364" y="6586357"/>
                  <a:pt x="1035211" y="6584738"/>
                  <a:pt x="1035223" y="6583006"/>
                </a:cubicBezTo>
                <a:cubicBezTo>
                  <a:pt x="1035223" y="6580203"/>
                  <a:pt x="1032951" y="6577931"/>
                  <a:pt x="1030148" y="6577931"/>
                </a:cubicBezTo>
                <a:cubicBezTo>
                  <a:pt x="1028941" y="6577938"/>
                  <a:pt x="1027774" y="6578370"/>
                  <a:pt x="1026853" y="6579151"/>
                </a:cubicBezTo>
                <a:cubicBezTo>
                  <a:pt x="1021178" y="6583937"/>
                  <a:pt x="1014011" y="6586594"/>
                  <a:pt x="1006587" y="6586664"/>
                </a:cubicBezTo>
                <a:cubicBezTo>
                  <a:pt x="990473" y="6586664"/>
                  <a:pt x="981906" y="6576185"/>
                  <a:pt x="981906" y="6554667"/>
                </a:cubicBezTo>
                <a:cubicBezTo>
                  <a:pt x="981906" y="6533149"/>
                  <a:pt x="990473" y="6522835"/>
                  <a:pt x="1006587" y="6522835"/>
                </a:cubicBezTo>
                <a:cubicBezTo>
                  <a:pt x="1013817" y="6522314"/>
                  <a:pt x="1020851" y="6525322"/>
                  <a:pt x="1025469" y="6530908"/>
                </a:cubicBezTo>
                <a:cubicBezTo>
                  <a:pt x="1026444" y="6532243"/>
                  <a:pt x="1028001" y="6533028"/>
                  <a:pt x="1029654" y="6533017"/>
                </a:cubicBezTo>
                <a:cubicBezTo>
                  <a:pt x="1029721" y="6533018"/>
                  <a:pt x="1029787" y="6533018"/>
                  <a:pt x="1029854" y="6533017"/>
                </a:cubicBezTo>
                <a:cubicBezTo>
                  <a:pt x="1032601" y="6532962"/>
                  <a:pt x="1034784" y="6530690"/>
                  <a:pt x="1034729" y="6527943"/>
                </a:cubicBezTo>
                <a:cubicBezTo>
                  <a:pt x="1034722" y="6526735"/>
                  <a:pt x="1034290" y="6525568"/>
                  <a:pt x="1033510" y="6524647"/>
                </a:cubicBezTo>
                <a:cubicBezTo>
                  <a:pt x="1026937" y="6516610"/>
                  <a:pt x="1016960" y="6512141"/>
                  <a:pt x="1006587" y="6512587"/>
                </a:cubicBezTo>
                <a:close/>
                <a:moveTo>
                  <a:pt x="697493" y="6485104"/>
                </a:moveTo>
                <a:cubicBezTo>
                  <a:pt x="724250" y="6485104"/>
                  <a:pt x="739804" y="6501581"/>
                  <a:pt x="739804" y="6535686"/>
                </a:cubicBezTo>
                <a:cubicBezTo>
                  <a:pt x="739804" y="6569792"/>
                  <a:pt x="724283" y="6586038"/>
                  <a:pt x="697493" y="6586038"/>
                </a:cubicBezTo>
                <a:cubicBezTo>
                  <a:pt x="670702" y="6586038"/>
                  <a:pt x="655149" y="6569792"/>
                  <a:pt x="655149" y="6535686"/>
                </a:cubicBezTo>
                <a:cubicBezTo>
                  <a:pt x="655149" y="6501383"/>
                  <a:pt x="670735" y="6485104"/>
                  <a:pt x="697493" y="6485104"/>
                </a:cubicBezTo>
                <a:close/>
                <a:moveTo>
                  <a:pt x="764550" y="6475318"/>
                </a:moveTo>
                <a:cubicBezTo>
                  <a:pt x="761293" y="6475354"/>
                  <a:pt x="758682" y="6478024"/>
                  <a:pt x="758718" y="6481282"/>
                </a:cubicBezTo>
                <a:cubicBezTo>
                  <a:pt x="758747" y="6482173"/>
                  <a:pt x="758926" y="6483053"/>
                  <a:pt x="759246" y="6483885"/>
                </a:cubicBezTo>
                <a:lnTo>
                  <a:pt x="800173" y="6591804"/>
                </a:lnTo>
                <a:cubicBezTo>
                  <a:pt x="800751" y="6593608"/>
                  <a:pt x="802164" y="6595021"/>
                  <a:pt x="803967" y="6595599"/>
                </a:cubicBezTo>
                <a:cubicBezTo>
                  <a:pt x="807052" y="6596588"/>
                  <a:pt x="810354" y="6594889"/>
                  <a:pt x="811343" y="6591804"/>
                </a:cubicBezTo>
                <a:lnTo>
                  <a:pt x="852270" y="6483885"/>
                </a:lnTo>
                <a:cubicBezTo>
                  <a:pt x="852590" y="6483053"/>
                  <a:pt x="852769" y="6482173"/>
                  <a:pt x="852798" y="6481282"/>
                </a:cubicBezTo>
                <a:cubicBezTo>
                  <a:pt x="852798" y="6481249"/>
                  <a:pt x="852798" y="6481216"/>
                  <a:pt x="852798" y="6481183"/>
                </a:cubicBezTo>
                <a:cubicBezTo>
                  <a:pt x="852779" y="6477925"/>
                  <a:pt x="850124" y="6475299"/>
                  <a:pt x="846866" y="6475318"/>
                </a:cubicBezTo>
                <a:cubicBezTo>
                  <a:pt x="844380" y="6475318"/>
                  <a:pt x="842152" y="6476851"/>
                  <a:pt x="841264" y="6479173"/>
                </a:cubicBezTo>
                <a:lnTo>
                  <a:pt x="805742" y="6573285"/>
                </a:lnTo>
                <a:lnTo>
                  <a:pt x="770252" y="6479173"/>
                </a:lnTo>
                <a:cubicBezTo>
                  <a:pt x="769364" y="6476851"/>
                  <a:pt x="767136" y="6475318"/>
                  <a:pt x="764650" y="6475318"/>
                </a:cubicBezTo>
                <a:cubicBezTo>
                  <a:pt x="764617" y="6475317"/>
                  <a:pt x="764584" y="6475317"/>
                  <a:pt x="764550" y="6475318"/>
                </a:cubicBezTo>
                <a:close/>
                <a:moveTo>
                  <a:pt x="871253" y="6474759"/>
                </a:moveTo>
                <a:cubicBezTo>
                  <a:pt x="867968" y="6475004"/>
                  <a:pt x="865503" y="6477865"/>
                  <a:pt x="865748" y="6481150"/>
                </a:cubicBezTo>
                <a:lnTo>
                  <a:pt x="865748" y="6589893"/>
                </a:lnTo>
                <a:cubicBezTo>
                  <a:pt x="865726" y="6590188"/>
                  <a:pt x="865726" y="6590484"/>
                  <a:pt x="865748" y="6590779"/>
                </a:cubicBezTo>
                <a:cubicBezTo>
                  <a:pt x="865993" y="6594064"/>
                  <a:pt x="868854" y="6596529"/>
                  <a:pt x="872139" y="6596284"/>
                </a:cubicBezTo>
                <a:cubicBezTo>
                  <a:pt x="875424" y="6596040"/>
                  <a:pt x="877889" y="6593178"/>
                  <a:pt x="877644" y="6589893"/>
                </a:cubicBezTo>
                <a:lnTo>
                  <a:pt x="877644" y="6539509"/>
                </a:lnTo>
                <a:lnTo>
                  <a:pt x="938540" y="6539509"/>
                </a:lnTo>
                <a:lnTo>
                  <a:pt x="938540" y="6590025"/>
                </a:lnTo>
                <a:cubicBezTo>
                  <a:pt x="938518" y="6590320"/>
                  <a:pt x="938518" y="6590616"/>
                  <a:pt x="938540" y="6590911"/>
                </a:cubicBezTo>
                <a:cubicBezTo>
                  <a:pt x="938785" y="6594196"/>
                  <a:pt x="941646" y="6596661"/>
                  <a:pt x="944931" y="6596416"/>
                </a:cubicBezTo>
                <a:cubicBezTo>
                  <a:pt x="948216" y="6596171"/>
                  <a:pt x="950681" y="6593310"/>
                  <a:pt x="950436" y="6590025"/>
                </a:cubicBezTo>
                <a:lnTo>
                  <a:pt x="950436" y="6481282"/>
                </a:lnTo>
                <a:cubicBezTo>
                  <a:pt x="950458" y="6480987"/>
                  <a:pt x="950458" y="6480691"/>
                  <a:pt x="950436" y="6480396"/>
                </a:cubicBezTo>
                <a:cubicBezTo>
                  <a:pt x="950192" y="6477111"/>
                  <a:pt x="947330" y="6474646"/>
                  <a:pt x="944045" y="6474891"/>
                </a:cubicBezTo>
                <a:cubicBezTo>
                  <a:pt x="940760" y="6475136"/>
                  <a:pt x="938295" y="6477997"/>
                  <a:pt x="938540" y="6481282"/>
                </a:cubicBezTo>
                <a:lnTo>
                  <a:pt x="938540" y="6528668"/>
                </a:lnTo>
                <a:lnTo>
                  <a:pt x="877644" y="6528668"/>
                </a:lnTo>
                <a:lnTo>
                  <a:pt x="877644" y="6481150"/>
                </a:lnTo>
                <a:cubicBezTo>
                  <a:pt x="877666" y="6480855"/>
                  <a:pt x="877666" y="6480559"/>
                  <a:pt x="877644" y="6480264"/>
                </a:cubicBezTo>
                <a:cubicBezTo>
                  <a:pt x="877399" y="6476979"/>
                  <a:pt x="874538" y="6474515"/>
                  <a:pt x="871253" y="6474759"/>
                </a:cubicBezTo>
                <a:close/>
                <a:moveTo>
                  <a:pt x="697493" y="6474263"/>
                </a:moveTo>
                <a:cubicBezTo>
                  <a:pt x="663552" y="6474263"/>
                  <a:pt x="642891" y="6494199"/>
                  <a:pt x="642891" y="6535686"/>
                </a:cubicBezTo>
                <a:cubicBezTo>
                  <a:pt x="642891" y="6576778"/>
                  <a:pt x="663717" y="6596879"/>
                  <a:pt x="697493" y="6596879"/>
                </a:cubicBezTo>
                <a:cubicBezTo>
                  <a:pt x="731269" y="6596879"/>
                  <a:pt x="752062" y="6577173"/>
                  <a:pt x="752062" y="6535686"/>
                </a:cubicBezTo>
                <a:cubicBezTo>
                  <a:pt x="752062" y="6494199"/>
                  <a:pt x="731434" y="6474263"/>
                  <a:pt x="697493" y="6474263"/>
                </a:cubicBezTo>
                <a:close/>
                <a:moveTo>
                  <a:pt x="1056774" y="6469913"/>
                </a:moveTo>
                <a:cubicBezTo>
                  <a:pt x="1053721" y="6469983"/>
                  <a:pt x="1051259" y="6472431"/>
                  <a:pt x="1051172" y="6475483"/>
                </a:cubicBezTo>
                <a:lnTo>
                  <a:pt x="1051172" y="6575493"/>
                </a:lnTo>
                <a:cubicBezTo>
                  <a:pt x="1051172" y="6588938"/>
                  <a:pt x="1057663" y="6595957"/>
                  <a:pt x="1069361" y="6595957"/>
                </a:cubicBezTo>
                <a:cubicBezTo>
                  <a:pt x="1069639" y="6595979"/>
                  <a:pt x="1069918" y="6595979"/>
                  <a:pt x="1070195" y="6595957"/>
                </a:cubicBezTo>
                <a:cubicBezTo>
                  <a:pt x="1073097" y="6595727"/>
                  <a:pt x="1075264" y="6593187"/>
                  <a:pt x="1075034" y="6590284"/>
                </a:cubicBezTo>
                <a:cubicBezTo>
                  <a:pt x="1074804" y="6587382"/>
                  <a:pt x="1072264" y="6585215"/>
                  <a:pt x="1069361" y="6585445"/>
                </a:cubicBezTo>
                <a:cubicBezTo>
                  <a:pt x="1064649" y="6585445"/>
                  <a:pt x="1062376" y="6582545"/>
                  <a:pt x="1062376" y="6575559"/>
                </a:cubicBezTo>
                <a:lnTo>
                  <a:pt x="1062376" y="6475483"/>
                </a:lnTo>
                <a:cubicBezTo>
                  <a:pt x="1062358" y="6472401"/>
                  <a:pt x="1059855" y="6469913"/>
                  <a:pt x="1056774" y="6469913"/>
                </a:cubicBezTo>
                <a:close/>
                <a:moveTo>
                  <a:pt x="1318812" y="6469880"/>
                </a:moveTo>
                <a:cubicBezTo>
                  <a:pt x="1315718" y="6469880"/>
                  <a:pt x="1313210" y="6472388"/>
                  <a:pt x="1313210" y="6475482"/>
                </a:cubicBezTo>
                <a:lnTo>
                  <a:pt x="1313210" y="6523955"/>
                </a:lnTo>
                <a:cubicBezTo>
                  <a:pt x="1307466" y="6516704"/>
                  <a:pt x="1298667" y="6512548"/>
                  <a:pt x="1289418" y="6512718"/>
                </a:cubicBezTo>
                <a:cubicBezTo>
                  <a:pt x="1266879" y="6512718"/>
                  <a:pt x="1254258" y="6526031"/>
                  <a:pt x="1254258" y="6554700"/>
                </a:cubicBezTo>
                <a:cubicBezTo>
                  <a:pt x="1254258" y="6583368"/>
                  <a:pt x="1267571" y="6596846"/>
                  <a:pt x="1290143" y="6596846"/>
                </a:cubicBezTo>
                <a:cubicBezTo>
                  <a:pt x="1310080" y="6596846"/>
                  <a:pt x="1324414" y="6585445"/>
                  <a:pt x="1324414" y="6562378"/>
                </a:cubicBezTo>
                <a:lnTo>
                  <a:pt x="1324414" y="6475482"/>
                </a:lnTo>
                <a:cubicBezTo>
                  <a:pt x="1324414" y="6472388"/>
                  <a:pt x="1321906" y="6469880"/>
                  <a:pt x="1318812" y="6469880"/>
                </a:cubicBezTo>
                <a:close/>
                <a:moveTo>
                  <a:pt x="583345" y="6461247"/>
                </a:moveTo>
                <a:lnTo>
                  <a:pt x="583345" y="6461312"/>
                </a:lnTo>
                <a:lnTo>
                  <a:pt x="556192" y="6509654"/>
                </a:lnTo>
                <a:lnTo>
                  <a:pt x="527260" y="6509654"/>
                </a:lnTo>
                <a:lnTo>
                  <a:pt x="493352" y="6569397"/>
                </a:lnTo>
                <a:lnTo>
                  <a:pt x="522119" y="6569397"/>
                </a:lnTo>
                <a:lnTo>
                  <a:pt x="500371" y="6607852"/>
                </a:lnTo>
                <a:lnTo>
                  <a:pt x="571021" y="6607852"/>
                </a:lnTo>
                <a:cubicBezTo>
                  <a:pt x="604470" y="6566001"/>
                  <a:pt x="609337" y="6508095"/>
                  <a:pt x="583345" y="6461247"/>
                </a:cubicBezTo>
                <a:close/>
                <a:moveTo>
                  <a:pt x="457533" y="6452382"/>
                </a:moveTo>
                <a:lnTo>
                  <a:pt x="406028" y="6542079"/>
                </a:lnTo>
                <a:lnTo>
                  <a:pt x="359301" y="6460917"/>
                </a:lnTo>
                <a:cubicBezTo>
                  <a:pt x="332729" y="6507776"/>
                  <a:pt x="337690" y="6566150"/>
                  <a:pt x="371790" y="6607852"/>
                </a:cubicBezTo>
                <a:lnTo>
                  <a:pt x="443824" y="6607852"/>
                </a:lnTo>
                <a:lnTo>
                  <a:pt x="443857" y="6607786"/>
                </a:lnTo>
                <a:lnTo>
                  <a:pt x="533323" y="6452382"/>
                </a:lnTo>
                <a:close/>
                <a:moveTo>
                  <a:pt x="0" y="0"/>
                </a:moveTo>
                <a:lnTo>
                  <a:pt x="4988625" y="0"/>
                </a:lnTo>
                <a:lnTo>
                  <a:pt x="4988625" y="6858000"/>
                </a:lnTo>
                <a:lnTo>
                  <a:pt x="0" y="6858000"/>
                </a:lnTo>
                <a:close/>
              </a:path>
            </a:pathLst>
          </a:custGeom>
          <a:solidFill>
            <a:schemeClr val="tx2"/>
          </a:solidFill>
        </p:spPr>
        <p:txBody>
          <a:bodyPr wrap="square" bIns="540000" anchor="ctr">
            <a:noAutofit/>
          </a:bodyPr>
          <a:lstStyle>
            <a:lvl1pPr marL="0" indent="0" algn="ctr">
              <a:buNone/>
              <a:defRPr sz="1200" b="0">
                <a:solidFill>
                  <a:schemeClr val="accent3"/>
                </a:solidFill>
              </a:defRPr>
            </a:lvl1pPr>
          </a:lstStyle>
          <a:p>
            <a:r>
              <a:rPr lang="fr-FR"/>
              <a:t>Click here to add your picture</a:t>
            </a:r>
          </a:p>
        </p:txBody>
      </p:sp>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5732463" y="542925"/>
            <a:ext cx="6126162"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53467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8101"/>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5732463" y="966984"/>
            <a:ext cx="6126162" cy="313932"/>
          </a:xfrm>
        </p:spPr>
        <p:txBody>
          <a:bodyPr wrap="square">
            <a:spAutoFit/>
          </a:bodyPr>
          <a:lstStyle>
            <a:lvl1pPr marL="0" indent="0">
              <a:buNone/>
              <a:defRPr b="0"/>
            </a:lvl1pPr>
          </a:lstStyle>
          <a:p>
            <a:pPr lvl="0"/>
            <a:r>
              <a:rPr lang="fr-FR"/>
              <a:t>Subtitle of the slide</a:t>
            </a:r>
            <a:endParaRPr lang="fr-FR" dirty="0"/>
          </a:p>
        </p:txBody>
      </p:sp>
      <p:sp>
        <p:nvSpPr>
          <p:cNvPr id="5" name="Espace réservé du texte 5">
            <a:extLst>
              <a:ext uri="{FF2B5EF4-FFF2-40B4-BE49-F238E27FC236}">
                <a16:creationId xmlns:a16="http://schemas.microsoft.com/office/drawing/2014/main" id="{B0504070-62C5-F362-4D05-E205BCE60ADA}"/>
              </a:ext>
            </a:extLst>
          </p:cNvPr>
          <p:cNvSpPr>
            <a:spLocks noGrp="1"/>
          </p:cNvSpPr>
          <p:nvPr>
            <p:ph type="body" sz="quarter" idx="12" hasCustomPrompt="1"/>
          </p:nvPr>
        </p:nvSpPr>
        <p:spPr>
          <a:xfrm>
            <a:off x="5508017" y="1612899"/>
            <a:ext cx="6350608" cy="4457891"/>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Tree>
    <p:extLst>
      <p:ext uri="{BB962C8B-B14F-4D97-AF65-F5344CB8AC3E}">
        <p14:creationId xmlns:p14="http://schemas.microsoft.com/office/powerpoint/2010/main" val="20011252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Txt + Resul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731838" y="2199578"/>
            <a:ext cx="4998244" cy="3190875"/>
          </a:xfrm>
        </p:spPr>
        <p:txBody>
          <a:bodyPr/>
          <a:lstStyle/>
          <a:p>
            <a:pPr lvl="0"/>
            <a:r>
              <a:rPr lang="fr-FR" dirty="0"/>
              <a:t>Click </a:t>
            </a:r>
            <a:r>
              <a:rPr lang="fr-FR" dirty="0" err="1"/>
              <a:t>here</a:t>
            </a:r>
            <a:r>
              <a:rPr lang="fr-FR" dirty="0"/>
              <a:t> to </a:t>
            </a:r>
            <a:r>
              <a:rPr lang="fr-FR" dirty="0" err="1"/>
              <a:t>add</a:t>
            </a:r>
            <a:r>
              <a:rPr lang="fr-FR" dirty="0"/>
              <a:t> </a:t>
            </a:r>
            <a:r>
              <a:rPr lang="fr-FR" dirty="0" err="1"/>
              <a:t>your</a:t>
            </a:r>
            <a:r>
              <a:rPr lang="fr-FR" dirty="0"/>
              <a:t> 01 </a:t>
            </a:r>
            <a:r>
              <a:rPr lang="fr-FR" dirty="0" err="1"/>
              <a:t>level</a:t>
            </a:r>
            <a:r>
              <a:rPr lang="fr-FR" dirty="0"/>
              <a:t> </a:t>
            </a:r>
            <a:r>
              <a:rPr lang="fr-FR" dirty="0" err="1"/>
              <a:t>text</a:t>
            </a:r>
            <a:endParaRPr lang="fr-FR" dirty="0"/>
          </a:p>
          <a:p>
            <a:pPr lvl="1"/>
            <a:r>
              <a:rPr lang="fr-FR" dirty="0"/>
              <a:t>Click </a:t>
            </a:r>
            <a:r>
              <a:rPr lang="fr-FR" dirty="0" err="1"/>
              <a:t>here</a:t>
            </a:r>
            <a:r>
              <a:rPr lang="fr-FR" dirty="0"/>
              <a:t> to </a:t>
            </a:r>
            <a:r>
              <a:rPr lang="fr-FR" dirty="0" err="1"/>
              <a:t>add</a:t>
            </a:r>
            <a:r>
              <a:rPr lang="fr-FR" dirty="0"/>
              <a:t> </a:t>
            </a:r>
            <a:r>
              <a:rPr lang="fr-FR" dirty="0" err="1"/>
              <a:t>your</a:t>
            </a:r>
            <a:r>
              <a:rPr lang="fr-FR" dirty="0"/>
              <a:t> 02 </a:t>
            </a:r>
            <a:r>
              <a:rPr lang="fr-FR" dirty="0" err="1"/>
              <a:t>level</a:t>
            </a:r>
            <a:r>
              <a:rPr lang="fr-FR" dirty="0"/>
              <a:t> </a:t>
            </a:r>
            <a:r>
              <a:rPr lang="fr-FR" dirty="0" err="1"/>
              <a:t>text</a:t>
            </a:r>
            <a:endParaRPr lang="fr-FR" dirty="0"/>
          </a:p>
          <a:p>
            <a:pPr lvl="2"/>
            <a:r>
              <a:rPr lang="fr-FR" dirty="0"/>
              <a:t>Click </a:t>
            </a:r>
            <a:r>
              <a:rPr lang="fr-FR" dirty="0" err="1"/>
              <a:t>here</a:t>
            </a:r>
            <a:r>
              <a:rPr lang="fr-FR" dirty="0"/>
              <a:t> to </a:t>
            </a:r>
            <a:r>
              <a:rPr lang="fr-FR" dirty="0" err="1"/>
              <a:t>add</a:t>
            </a:r>
            <a:r>
              <a:rPr lang="fr-FR" dirty="0"/>
              <a:t> </a:t>
            </a:r>
            <a:r>
              <a:rPr lang="fr-FR" dirty="0" err="1"/>
              <a:t>your</a:t>
            </a:r>
            <a:r>
              <a:rPr lang="fr-FR" dirty="0"/>
              <a:t> 03 </a:t>
            </a:r>
            <a:r>
              <a:rPr lang="fr-FR" dirty="0" err="1"/>
              <a:t>level</a:t>
            </a:r>
            <a:r>
              <a:rPr lang="fr-FR" dirty="0"/>
              <a:t> </a:t>
            </a:r>
            <a:r>
              <a:rPr lang="fr-FR" dirty="0" err="1"/>
              <a:t>text</a:t>
            </a:r>
            <a:endParaRPr lang="fr-FR" dirty="0"/>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8" name="Espace réservé du texte 5">
            <a:extLst>
              <a:ext uri="{FF2B5EF4-FFF2-40B4-BE49-F238E27FC236}">
                <a16:creationId xmlns:a16="http://schemas.microsoft.com/office/drawing/2014/main" id="{0A7F3D12-F062-4578-E630-EDA719EABED7}"/>
              </a:ext>
            </a:extLst>
          </p:cNvPr>
          <p:cNvSpPr>
            <a:spLocks noGrp="1"/>
          </p:cNvSpPr>
          <p:nvPr>
            <p:ph type="body" sz="quarter" idx="16" hasCustomPrompt="1"/>
          </p:nvPr>
        </p:nvSpPr>
        <p:spPr>
          <a:xfrm>
            <a:off x="731837" y="1420859"/>
            <a:ext cx="499824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err="1"/>
              <a:t>Title</a:t>
            </a:r>
            <a:r>
              <a:rPr lang="fr-FR" dirty="0"/>
              <a:t> </a:t>
            </a:r>
            <a:br>
              <a:rPr lang="fr-FR" dirty="0"/>
            </a:br>
            <a:r>
              <a:rPr lang="fr-FR" dirty="0"/>
              <a:t>of the section</a:t>
            </a:r>
            <a:endParaRPr lang="en-US" dirty="0"/>
          </a:p>
        </p:txBody>
      </p:sp>
      <p:sp>
        <p:nvSpPr>
          <p:cNvPr id="15" name="Espace réservé du texte 14">
            <a:extLst>
              <a:ext uri="{FF2B5EF4-FFF2-40B4-BE49-F238E27FC236}">
                <a16:creationId xmlns:a16="http://schemas.microsoft.com/office/drawing/2014/main" id="{2E1283C5-C703-3A7E-B7EE-D55CFE1A3B04}"/>
              </a:ext>
            </a:extLst>
          </p:cNvPr>
          <p:cNvSpPr>
            <a:spLocks noGrp="1"/>
          </p:cNvSpPr>
          <p:nvPr>
            <p:ph type="body" sz="quarter" idx="19" hasCustomPrompt="1"/>
          </p:nvPr>
        </p:nvSpPr>
        <p:spPr>
          <a:xfrm>
            <a:off x="731838" y="5533718"/>
            <a:ext cx="10953216" cy="609602"/>
          </a:xfrm>
          <a:custGeom>
            <a:avLst/>
            <a:gdLst>
              <a:gd name="connsiteX0" fmla="*/ 0 w 10953216"/>
              <a:gd name="connsiteY0" fmla="*/ 0 h 609602"/>
              <a:gd name="connsiteX1" fmla="*/ 2419547 w 10953216"/>
              <a:gd name="connsiteY1" fmla="*/ 0 h 609602"/>
              <a:gd name="connsiteX2" fmla="*/ 2499121 w 10953216"/>
              <a:gd name="connsiteY2" fmla="*/ 137837 h 609602"/>
              <a:gd name="connsiteX3" fmla="*/ 2578706 w 10953216"/>
              <a:gd name="connsiteY3" fmla="*/ 0 h 609602"/>
              <a:gd name="connsiteX4" fmla="*/ 8374519 w 10953216"/>
              <a:gd name="connsiteY4" fmla="*/ 0 h 609602"/>
              <a:gd name="connsiteX5" fmla="*/ 8454093 w 10953216"/>
              <a:gd name="connsiteY5" fmla="*/ 137837 h 609602"/>
              <a:gd name="connsiteX6" fmla="*/ 8533679 w 10953216"/>
              <a:gd name="connsiteY6" fmla="*/ 0 h 609602"/>
              <a:gd name="connsiteX7" fmla="*/ 10953216 w 10953216"/>
              <a:gd name="connsiteY7" fmla="*/ 0 h 609602"/>
              <a:gd name="connsiteX8" fmla="*/ 10953216 w 10953216"/>
              <a:gd name="connsiteY8" fmla="*/ 609602 h 609602"/>
              <a:gd name="connsiteX9" fmla="*/ 0 w 10953216"/>
              <a:gd name="connsiteY9" fmla="*/ 609602 h 609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53216" h="609602">
                <a:moveTo>
                  <a:pt x="0" y="0"/>
                </a:moveTo>
                <a:lnTo>
                  <a:pt x="2419547" y="0"/>
                </a:lnTo>
                <a:lnTo>
                  <a:pt x="2499121" y="137837"/>
                </a:lnTo>
                <a:lnTo>
                  <a:pt x="2578706" y="0"/>
                </a:lnTo>
                <a:lnTo>
                  <a:pt x="8374519" y="0"/>
                </a:lnTo>
                <a:lnTo>
                  <a:pt x="8454093" y="137837"/>
                </a:lnTo>
                <a:lnTo>
                  <a:pt x="8533679" y="0"/>
                </a:lnTo>
                <a:lnTo>
                  <a:pt x="10953216" y="0"/>
                </a:lnTo>
                <a:lnTo>
                  <a:pt x="10953216" y="609602"/>
                </a:lnTo>
                <a:lnTo>
                  <a:pt x="0" y="609602"/>
                </a:lnTo>
                <a:close/>
              </a:path>
            </a:pathLst>
          </a:custGeom>
          <a:solidFill>
            <a:schemeClr val="tx1"/>
          </a:solidFill>
        </p:spPr>
        <p:txBody>
          <a:bodyPr wrap="square" anchor="ctr">
            <a:noAutofit/>
          </a:bodyPr>
          <a:lstStyle>
            <a:lvl1pPr marL="0" indent="0" algn="ctr">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here to add your text</a:t>
            </a:r>
            <a:endParaRPr lang="en-US" dirty="0"/>
          </a:p>
        </p:txBody>
      </p:sp>
      <p:sp>
        <p:nvSpPr>
          <p:cNvPr id="5" name="Espace réservé du texte 5">
            <a:extLst>
              <a:ext uri="{FF2B5EF4-FFF2-40B4-BE49-F238E27FC236}">
                <a16:creationId xmlns:a16="http://schemas.microsoft.com/office/drawing/2014/main" id="{04384224-40B1-0393-9A60-98BDA6CDE951}"/>
              </a:ext>
            </a:extLst>
          </p:cNvPr>
          <p:cNvSpPr>
            <a:spLocks noGrp="1"/>
          </p:cNvSpPr>
          <p:nvPr>
            <p:ph type="body" sz="quarter" idx="20" hasCustomPrompt="1"/>
          </p:nvPr>
        </p:nvSpPr>
        <p:spPr>
          <a:xfrm>
            <a:off x="6686810" y="2199578"/>
            <a:ext cx="4998244" cy="3190875"/>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
        <p:nvSpPr>
          <p:cNvPr id="9" name="Espace réservé du texte 5">
            <a:extLst>
              <a:ext uri="{FF2B5EF4-FFF2-40B4-BE49-F238E27FC236}">
                <a16:creationId xmlns:a16="http://schemas.microsoft.com/office/drawing/2014/main" id="{C7C944A3-2DFD-484E-2F2F-015FD9D97CD5}"/>
              </a:ext>
            </a:extLst>
          </p:cNvPr>
          <p:cNvSpPr>
            <a:spLocks noGrp="1"/>
          </p:cNvSpPr>
          <p:nvPr>
            <p:ph type="body" sz="quarter" idx="21" hasCustomPrompt="1"/>
          </p:nvPr>
        </p:nvSpPr>
        <p:spPr>
          <a:xfrm>
            <a:off x="6686810" y="1420858"/>
            <a:ext cx="499824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Tree>
    <p:extLst>
      <p:ext uri="{BB962C8B-B14F-4D97-AF65-F5344CB8AC3E}">
        <p14:creationId xmlns:p14="http://schemas.microsoft.com/office/powerpoint/2010/main" val="3325177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Txt + Resul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731838" y="2199578"/>
            <a:ext cx="3312054" cy="3190875"/>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5" name="Espace réservé du texte 5">
            <a:extLst>
              <a:ext uri="{FF2B5EF4-FFF2-40B4-BE49-F238E27FC236}">
                <a16:creationId xmlns:a16="http://schemas.microsoft.com/office/drawing/2014/main" id="{27AC9D12-4F73-202B-51BC-9B0108C899E0}"/>
              </a:ext>
            </a:extLst>
          </p:cNvPr>
          <p:cNvSpPr>
            <a:spLocks noGrp="1"/>
          </p:cNvSpPr>
          <p:nvPr>
            <p:ph type="body" sz="quarter" idx="14" hasCustomPrompt="1"/>
          </p:nvPr>
        </p:nvSpPr>
        <p:spPr>
          <a:xfrm>
            <a:off x="4551891" y="2199578"/>
            <a:ext cx="3312053" cy="3190875"/>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
        <p:nvSpPr>
          <p:cNvPr id="12" name="Espace réservé du texte 5">
            <a:extLst>
              <a:ext uri="{FF2B5EF4-FFF2-40B4-BE49-F238E27FC236}">
                <a16:creationId xmlns:a16="http://schemas.microsoft.com/office/drawing/2014/main" id="{EB2F4915-4E34-86B5-4420-67A1115B31BF}"/>
              </a:ext>
            </a:extLst>
          </p:cNvPr>
          <p:cNvSpPr>
            <a:spLocks noGrp="1"/>
          </p:cNvSpPr>
          <p:nvPr>
            <p:ph type="body" sz="quarter" idx="15" hasCustomPrompt="1"/>
          </p:nvPr>
        </p:nvSpPr>
        <p:spPr>
          <a:xfrm>
            <a:off x="8373003" y="2199578"/>
            <a:ext cx="3312053" cy="3190875"/>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
        <p:nvSpPr>
          <p:cNvPr id="8" name="Espace réservé du texte 5">
            <a:extLst>
              <a:ext uri="{FF2B5EF4-FFF2-40B4-BE49-F238E27FC236}">
                <a16:creationId xmlns:a16="http://schemas.microsoft.com/office/drawing/2014/main" id="{0A7F3D12-F062-4578-E630-EDA719EABED7}"/>
              </a:ext>
            </a:extLst>
          </p:cNvPr>
          <p:cNvSpPr>
            <a:spLocks noGrp="1"/>
          </p:cNvSpPr>
          <p:nvPr>
            <p:ph type="body" sz="quarter" idx="16" hasCustomPrompt="1"/>
          </p:nvPr>
        </p:nvSpPr>
        <p:spPr>
          <a:xfrm>
            <a:off x="731838" y="1420858"/>
            <a:ext cx="331205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9" name="Espace réservé du texte 5">
            <a:extLst>
              <a:ext uri="{FF2B5EF4-FFF2-40B4-BE49-F238E27FC236}">
                <a16:creationId xmlns:a16="http://schemas.microsoft.com/office/drawing/2014/main" id="{D817E342-F5A1-C116-DD0F-36ADE0EA8D79}"/>
              </a:ext>
            </a:extLst>
          </p:cNvPr>
          <p:cNvSpPr>
            <a:spLocks noGrp="1"/>
          </p:cNvSpPr>
          <p:nvPr>
            <p:ph type="body" sz="quarter" idx="17" hasCustomPrompt="1"/>
          </p:nvPr>
        </p:nvSpPr>
        <p:spPr>
          <a:xfrm>
            <a:off x="4551891" y="1420858"/>
            <a:ext cx="3312053"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10" name="Espace réservé du texte 5">
            <a:extLst>
              <a:ext uri="{FF2B5EF4-FFF2-40B4-BE49-F238E27FC236}">
                <a16:creationId xmlns:a16="http://schemas.microsoft.com/office/drawing/2014/main" id="{A1622C56-9A64-5BCC-6AAC-CBB27FCB2374}"/>
              </a:ext>
            </a:extLst>
          </p:cNvPr>
          <p:cNvSpPr>
            <a:spLocks noGrp="1"/>
          </p:cNvSpPr>
          <p:nvPr>
            <p:ph type="body" sz="quarter" idx="18" hasCustomPrompt="1"/>
          </p:nvPr>
        </p:nvSpPr>
        <p:spPr>
          <a:xfrm>
            <a:off x="8373003" y="1420858"/>
            <a:ext cx="3312053"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22" name="Espace réservé du texte 21">
            <a:extLst>
              <a:ext uri="{FF2B5EF4-FFF2-40B4-BE49-F238E27FC236}">
                <a16:creationId xmlns:a16="http://schemas.microsoft.com/office/drawing/2014/main" id="{F7CDD51B-82B1-A399-C562-9E6D13BFAE0E}"/>
              </a:ext>
            </a:extLst>
          </p:cNvPr>
          <p:cNvSpPr>
            <a:spLocks noGrp="1"/>
          </p:cNvSpPr>
          <p:nvPr>
            <p:ph type="body" sz="quarter" idx="19" hasCustomPrompt="1"/>
          </p:nvPr>
        </p:nvSpPr>
        <p:spPr>
          <a:xfrm>
            <a:off x="731838" y="5533720"/>
            <a:ext cx="10953218" cy="609601"/>
          </a:xfrm>
          <a:custGeom>
            <a:avLst/>
            <a:gdLst>
              <a:gd name="connsiteX0" fmla="*/ 0 w 10953218"/>
              <a:gd name="connsiteY0" fmla="*/ 0 h 609601"/>
              <a:gd name="connsiteX1" fmla="*/ 1585092 w 10953218"/>
              <a:gd name="connsiteY1" fmla="*/ 0 h 609601"/>
              <a:gd name="connsiteX2" fmla="*/ 1617592 w 10953218"/>
              <a:gd name="connsiteY2" fmla="*/ 56288 h 609601"/>
              <a:gd name="connsiteX3" fmla="*/ 1656028 w 10953218"/>
              <a:gd name="connsiteY3" fmla="*/ 122867 h 609601"/>
              <a:gd name="connsiteX4" fmla="*/ 1694470 w 10953218"/>
              <a:gd name="connsiteY4" fmla="*/ 56288 h 609601"/>
              <a:gd name="connsiteX5" fmla="*/ 1726965 w 10953218"/>
              <a:gd name="connsiteY5" fmla="*/ 0 h 609601"/>
              <a:gd name="connsiteX6" fmla="*/ 5517064 w 10953218"/>
              <a:gd name="connsiteY6" fmla="*/ 0 h 609601"/>
              <a:gd name="connsiteX7" fmla="*/ 5549563 w 10953218"/>
              <a:gd name="connsiteY7" fmla="*/ 56288 h 609601"/>
              <a:gd name="connsiteX8" fmla="*/ 5588000 w 10953218"/>
              <a:gd name="connsiteY8" fmla="*/ 122867 h 609601"/>
              <a:gd name="connsiteX9" fmla="*/ 5626442 w 10953218"/>
              <a:gd name="connsiteY9" fmla="*/ 56288 h 609601"/>
              <a:gd name="connsiteX10" fmla="*/ 5658937 w 10953218"/>
              <a:gd name="connsiteY10" fmla="*/ 0 h 609601"/>
              <a:gd name="connsiteX11" fmla="*/ 9226255 w 10953218"/>
              <a:gd name="connsiteY11" fmla="*/ 0 h 609601"/>
              <a:gd name="connsiteX12" fmla="*/ 9258755 w 10953218"/>
              <a:gd name="connsiteY12" fmla="*/ 56288 h 609601"/>
              <a:gd name="connsiteX13" fmla="*/ 9297191 w 10953218"/>
              <a:gd name="connsiteY13" fmla="*/ 122867 h 609601"/>
              <a:gd name="connsiteX14" fmla="*/ 9335634 w 10953218"/>
              <a:gd name="connsiteY14" fmla="*/ 56288 h 609601"/>
              <a:gd name="connsiteX15" fmla="*/ 9368128 w 10953218"/>
              <a:gd name="connsiteY15" fmla="*/ 0 h 609601"/>
              <a:gd name="connsiteX16" fmla="*/ 10953218 w 10953218"/>
              <a:gd name="connsiteY16" fmla="*/ 0 h 609601"/>
              <a:gd name="connsiteX17" fmla="*/ 10953218 w 10953218"/>
              <a:gd name="connsiteY17" fmla="*/ 609601 h 609601"/>
              <a:gd name="connsiteX18" fmla="*/ 0 w 10953218"/>
              <a:gd name="connsiteY18" fmla="*/ 609601 h 60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53218" h="609601">
                <a:moveTo>
                  <a:pt x="0" y="0"/>
                </a:moveTo>
                <a:lnTo>
                  <a:pt x="1585092" y="0"/>
                </a:lnTo>
                <a:lnTo>
                  <a:pt x="1617592" y="56288"/>
                </a:lnTo>
                <a:lnTo>
                  <a:pt x="1656028" y="122867"/>
                </a:lnTo>
                <a:lnTo>
                  <a:pt x="1694470" y="56288"/>
                </a:lnTo>
                <a:lnTo>
                  <a:pt x="1726965" y="0"/>
                </a:lnTo>
                <a:lnTo>
                  <a:pt x="5517064" y="0"/>
                </a:lnTo>
                <a:lnTo>
                  <a:pt x="5549563" y="56288"/>
                </a:lnTo>
                <a:lnTo>
                  <a:pt x="5588000" y="122867"/>
                </a:lnTo>
                <a:lnTo>
                  <a:pt x="5626442" y="56288"/>
                </a:lnTo>
                <a:lnTo>
                  <a:pt x="5658937" y="0"/>
                </a:lnTo>
                <a:lnTo>
                  <a:pt x="9226255" y="0"/>
                </a:lnTo>
                <a:lnTo>
                  <a:pt x="9258755" y="56288"/>
                </a:lnTo>
                <a:lnTo>
                  <a:pt x="9297191" y="122867"/>
                </a:lnTo>
                <a:lnTo>
                  <a:pt x="9335634" y="56288"/>
                </a:lnTo>
                <a:lnTo>
                  <a:pt x="9368128" y="0"/>
                </a:lnTo>
                <a:lnTo>
                  <a:pt x="10953218" y="0"/>
                </a:lnTo>
                <a:lnTo>
                  <a:pt x="10953218" y="609601"/>
                </a:lnTo>
                <a:lnTo>
                  <a:pt x="0" y="609601"/>
                </a:lnTo>
                <a:close/>
              </a:path>
            </a:pathLst>
          </a:custGeom>
          <a:solidFill>
            <a:schemeClr val="tx1"/>
          </a:solidFill>
        </p:spPr>
        <p:txBody>
          <a:bodyPr wrap="square" anchor="ctr">
            <a:noAutofit/>
          </a:bodyPr>
          <a:lstStyle>
            <a:lvl1pPr marL="0" indent="0" algn="ctr">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here to add your text</a:t>
            </a:r>
            <a:endParaRPr lang="en-US" dirty="0"/>
          </a:p>
        </p:txBody>
      </p:sp>
    </p:spTree>
    <p:extLst>
      <p:ext uri="{BB962C8B-B14F-4D97-AF65-F5344CB8AC3E}">
        <p14:creationId xmlns:p14="http://schemas.microsoft.com/office/powerpoint/2010/main" val="116555723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 Txt + Resul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731838" y="2199578"/>
            <a:ext cx="2358094" cy="3190875"/>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8" name="Espace réservé du texte 5">
            <a:extLst>
              <a:ext uri="{FF2B5EF4-FFF2-40B4-BE49-F238E27FC236}">
                <a16:creationId xmlns:a16="http://schemas.microsoft.com/office/drawing/2014/main" id="{0A7F3D12-F062-4578-E630-EDA719EABED7}"/>
              </a:ext>
            </a:extLst>
          </p:cNvPr>
          <p:cNvSpPr>
            <a:spLocks noGrp="1"/>
          </p:cNvSpPr>
          <p:nvPr>
            <p:ph type="body" sz="quarter" idx="16" hasCustomPrompt="1"/>
          </p:nvPr>
        </p:nvSpPr>
        <p:spPr>
          <a:xfrm>
            <a:off x="731838" y="1420858"/>
            <a:ext cx="2358094" cy="661308"/>
          </a:xfrm>
          <a:solidFill>
            <a:schemeClr val="tx1"/>
          </a:solidFill>
        </p:spPr>
        <p:txBody>
          <a:bodyPr wrap="square"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14" name="Espace réservé du texte 13">
            <a:extLst>
              <a:ext uri="{FF2B5EF4-FFF2-40B4-BE49-F238E27FC236}">
                <a16:creationId xmlns:a16="http://schemas.microsoft.com/office/drawing/2014/main" id="{656373DF-249D-553B-8122-04756271BC6A}"/>
              </a:ext>
            </a:extLst>
          </p:cNvPr>
          <p:cNvSpPr>
            <a:spLocks noGrp="1"/>
          </p:cNvSpPr>
          <p:nvPr>
            <p:ph type="body" sz="quarter" idx="19" hasCustomPrompt="1"/>
          </p:nvPr>
        </p:nvSpPr>
        <p:spPr>
          <a:xfrm>
            <a:off x="731838" y="5533718"/>
            <a:ext cx="10953216" cy="609602"/>
          </a:xfrm>
          <a:custGeom>
            <a:avLst/>
            <a:gdLst>
              <a:gd name="connsiteX0" fmla="*/ 0 w 10953216"/>
              <a:gd name="connsiteY0" fmla="*/ 0 h 609602"/>
              <a:gd name="connsiteX1" fmla="*/ 1106156 w 10953216"/>
              <a:gd name="connsiteY1" fmla="*/ 0 h 609602"/>
              <a:gd name="connsiteX2" fmla="*/ 1179046 w 10953216"/>
              <a:gd name="connsiteY2" fmla="*/ 126260 h 609602"/>
              <a:gd name="connsiteX3" fmla="*/ 1251948 w 10953216"/>
              <a:gd name="connsiteY3" fmla="*/ 0 h 609602"/>
              <a:gd name="connsiteX4" fmla="*/ 3971198 w 10953216"/>
              <a:gd name="connsiteY4" fmla="*/ 0 h 609602"/>
              <a:gd name="connsiteX5" fmla="*/ 4044088 w 10953216"/>
              <a:gd name="connsiteY5" fmla="*/ 126260 h 609602"/>
              <a:gd name="connsiteX6" fmla="*/ 4116990 w 10953216"/>
              <a:gd name="connsiteY6" fmla="*/ 0 h 609602"/>
              <a:gd name="connsiteX7" fmla="*/ 6836238 w 10953216"/>
              <a:gd name="connsiteY7" fmla="*/ 0 h 609602"/>
              <a:gd name="connsiteX8" fmla="*/ 6909128 w 10953216"/>
              <a:gd name="connsiteY8" fmla="*/ 126260 h 609602"/>
              <a:gd name="connsiteX9" fmla="*/ 6982030 w 10953216"/>
              <a:gd name="connsiteY9" fmla="*/ 0 h 609602"/>
              <a:gd name="connsiteX10" fmla="*/ 9701279 w 10953216"/>
              <a:gd name="connsiteY10" fmla="*/ 0 h 609602"/>
              <a:gd name="connsiteX11" fmla="*/ 9774169 w 10953216"/>
              <a:gd name="connsiteY11" fmla="*/ 126260 h 609602"/>
              <a:gd name="connsiteX12" fmla="*/ 9847070 w 10953216"/>
              <a:gd name="connsiteY12" fmla="*/ 0 h 609602"/>
              <a:gd name="connsiteX13" fmla="*/ 10953216 w 10953216"/>
              <a:gd name="connsiteY13" fmla="*/ 0 h 609602"/>
              <a:gd name="connsiteX14" fmla="*/ 10953216 w 10953216"/>
              <a:gd name="connsiteY14" fmla="*/ 609602 h 609602"/>
              <a:gd name="connsiteX15" fmla="*/ 0 w 10953216"/>
              <a:gd name="connsiteY15" fmla="*/ 609602 h 609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53216" h="609602">
                <a:moveTo>
                  <a:pt x="0" y="0"/>
                </a:moveTo>
                <a:lnTo>
                  <a:pt x="1106156" y="0"/>
                </a:lnTo>
                <a:lnTo>
                  <a:pt x="1179046" y="126260"/>
                </a:lnTo>
                <a:lnTo>
                  <a:pt x="1251948" y="0"/>
                </a:lnTo>
                <a:lnTo>
                  <a:pt x="3971198" y="0"/>
                </a:lnTo>
                <a:lnTo>
                  <a:pt x="4044088" y="126260"/>
                </a:lnTo>
                <a:lnTo>
                  <a:pt x="4116990" y="0"/>
                </a:lnTo>
                <a:lnTo>
                  <a:pt x="6836238" y="0"/>
                </a:lnTo>
                <a:lnTo>
                  <a:pt x="6909128" y="126260"/>
                </a:lnTo>
                <a:lnTo>
                  <a:pt x="6982030" y="0"/>
                </a:lnTo>
                <a:lnTo>
                  <a:pt x="9701279" y="0"/>
                </a:lnTo>
                <a:lnTo>
                  <a:pt x="9774169" y="126260"/>
                </a:lnTo>
                <a:lnTo>
                  <a:pt x="9847070" y="0"/>
                </a:lnTo>
                <a:lnTo>
                  <a:pt x="10953216" y="0"/>
                </a:lnTo>
                <a:lnTo>
                  <a:pt x="10953216" y="609602"/>
                </a:lnTo>
                <a:lnTo>
                  <a:pt x="0" y="609602"/>
                </a:lnTo>
                <a:close/>
              </a:path>
            </a:pathLst>
          </a:custGeom>
          <a:solidFill>
            <a:schemeClr val="tx1"/>
          </a:solidFill>
        </p:spPr>
        <p:txBody>
          <a:bodyPr wrap="square" anchor="ctr">
            <a:noAutofit/>
          </a:bodyPr>
          <a:lstStyle>
            <a:lvl1pPr marL="0" indent="0" algn="ctr">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here to add your text</a:t>
            </a:r>
            <a:endParaRPr lang="en-US" dirty="0"/>
          </a:p>
        </p:txBody>
      </p:sp>
      <p:sp>
        <p:nvSpPr>
          <p:cNvPr id="15" name="Espace réservé du texte 5">
            <a:extLst>
              <a:ext uri="{FF2B5EF4-FFF2-40B4-BE49-F238E27FC236}">
                <a16:creationId xmlns:a16="http://schemas.microsoft.com/office/drawing/2014/main" id="{AECC97D7-9B12-3525-3596-38DEACF9B5D6}"/>
              </a:ext>
            </a:extLst>
          </p:cNvPr>
          <p:cNvSpPr>
            <a:spLocks noGrp="1"/>
          </p:cNvSpPr>
          <p:nvPr>
            <p:ph type="body" sz="quarter" idx="20" hasCustomPrompt="1"/>
          </p:nvPr>
        </p:nvSpPr>
        <p:spPr>
          <a:xfrm>
            <a:off x="3596879" y="2199578"/>
            <a:ext cx="2358094" cy="3190875"/>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16" name="Espace réservé du texte 5">
            <a:extLst>
              <a:ext uri="{FF2B5EF4-FFF2-40B4-BE49-F238E27FC236}">
                <a16:creationId xmlns:a16="http://schemas.microsoft.com/office/drawing/2014/main" id="{03819B19-66C4-36FF-0125-738E4EAA210A}"/>
              </a:ext>
            </a:extLst>
          </p:cNvPr>
          <p:cNvSpPr>
            <a:spLocks noGrp="1"/>
          </p:cNvSpPr>
          <p:nvPr>
            <p:ph type="body" sz="quarter" idx="21" hasCustomPrompt="1"/>
          </p:nvPr>
        </p:nvSpPr>
        <p:spPr>
          <a:xfrm>
            <a:off x="3596879" y="1420858"/>
            <a:ext cx="2358094" cy="661308"/>
          </a:xfrm>
          <a:solidFill>
            <a:schemeClr val="tx1"/>
          </a:solidFill>
        </p:spPr>
        <p:txBody>
          <a:bodyPr wrap="square"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17" name="Espace réservé du texte 5">
            <a:extLst>
              <a:ext uri="{FF2B5EF4-FFF2-40B4-BE49-F238E27FC236}">
                <a16:creationId xmlns:a16="http://schemas.microsoft.com/office/drawing/2014/main" id="{37E7C91D-A4D9-058C-FA1F-ECE9FFBBE872}"/>
              </a:ext>
            </a:extLst>
          </p:cNvPr>
          <p:cNvSpPr>
            <a:spLocks noGrp="1"/>
          </p:cNvSpPr>
          <p:nvPr>
            <p:ph type="body" sz="quarter" idx="22" hasCustomPrompt="1"/>
          </p:nvPr>
        </p:nvSpPr>
        <p:spPr>
          <a:xfrm>
            <a:off x="6461919" y="2199578"/>
            <a:ext cx="2358094" cy="3190875"/>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19" name="Espace réservé du texte 5">
            <a:extLst>
              <a:ext uri="{FF2B5EF4-FFF2-40B4-BE49-F238E27FC236}">
                <a16:creationId xmlns:a16="http://schemas.microsoft.com/office/drawing/2014/main" id="{9642EE79-61FF-7211-888D-345F97A0D8A6}"/>
              </a:ext>
            </a:extLst>
          </p:cNvPr>
          <p:cNvSpPr>
            <a:spLocks noGrp="1"/>
          </p:cNvSpPr>
          <p:nvPr>
            <p:ph type="body" sz="quarter" idx="23" hasCustomPrompt="1"/>
          </p:nvPr>
        </p:nvSpPr>
        <p:spPr>
          <a:xfrm>
            <a:off x="6461919" y="1420858"/>
            <a:ext cx="2358094" cy="661308"/>
          </a:xfrm>
          <a:solidFill>
            <a:schemeClr val="tx1"/>
          </a:solidFill>
        </p:spPr>
        <p:txBody>
          <a:bodyPr wrap="square"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20" name="Espace réservé du texte 5">
            <a:extLst>
              <a:ext uri="{FF2B5EF4-FFF2-40B4-BE49-F238E27FC236}">
                <a16:creationId xmlns:a16="http://schemas.microsoft.com/office/drawing/2014/main" id="{87B913BF-ED27-6A96-8AB3-FA783DEB5E30}"/>
              </a:ext>
            </a:extLst>
          </p:cNvPr>
          <p:cNvSpPr>
            <a:spLocks noGrp="1"/>
          </p:cNvSpPr>
          <p:nvPr>
            <p:ph type="body" sz="quarter" idx="24" hasCustomPrompt="1"/>
          </p:nvPr>
        </p:nvSpPr>
        <p:spPr>
          <a:xfrm>
            <a:off x="9326960" y="2199578"/>
            <a:ext cx="2358094" cy="3190875"/>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21" name="Espace réservé du texte 5">
            <a:extLst>
              <a:ext uri="{FF2B5EF4-FFF2-40B4-BE49-F238E27FC236}">
                <a16:creationId xmlns:a16="http://schemas.microsoft.com/office/drawing/2014/main" id="{A939348B-DD65-C1E3-B01D-FB455202AEC6}"/>
              </a:ext>
            </a:extLst>
          </p:cNvPr>
          <p:cNvSpPr>
            <a:spLocks noGrp="1"/>
          </p:cNvSpPr>
          <p:nvPr>
            <p:ph type="body" sz="quarter" idx="25" hasCustomPrompt="1"/>
          </p:nvPr>
        </p:nvSpPr>
        <p:spPr>
          <a:xfrm>
            <a:off x="9326960" y="1420858"/>
            <a:ext cx="2358094" cy="661308"/>
          </a:xfrm>
          <a:solidFill>
            <a:schemeClr val="tx1"/>
          </a:solidFill>
        </p:spPr>
        <p:txBody>
          <a:bodyPr wrap="square"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Tree>
    <p:extLst>
      <p:ext uri="{BB962C8B-B14F-4D97-AF65-F5344CB8AC3E}">
        <p14:creationId xmlns:p14="http://schemas.microsoft.com/office/powerpoint/2010/main" val="4548639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 Txt sectio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731838" y="2199578"/>
            <a:ext cx="2358094" cy="3190875"/>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8" name="Espace réservé du texte 5">
            <a:extLst>
              <a:ext uri="{FF2B5EF4-FFF2-40B4-BE49-F238E27FC236}">
                <a16:creationId xmlns:a16="http://schemas.microsoft.com/office/drawing/2014/main" id="{0A7F3D12-F062-4578-E630-EDA719EABED7}"/>
              </a:ext>
            </a:extLst>
          </p:cNvPr>
          <p:cNvSpPr>
            <a:spLocks noGrp="1"/>
          </p:cNvSpPr>
          <p:nvPr>
            <p:ph type="body" sz="quarter" idx="16" hasCustomPrompt="1"/>
          </p:nvPr>
        </p:nvSpPr>
        <p:spPr>
          <a:xfrm>
            <a:off x="731838" y="1420858"/>
            <a:ext cx="2358094" cy="661308"/>
          </a:xfrm>
          <a:solidFill>
            <a:schemeClr val="tx1"/>
          </a:solidFill>
        </p:spPr>
        <p:txBody>
          <a:bodyPr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Picto or text</a:t>
            </a:r>
            <a:endParaRPr lang="en-US" dirty="0"/>
          </a:p>
        </p:txBody>
      </p:sp>
      <p:sp>
        <p:nvSpPr>
          <p:cNvPr id="15" name="Espace réservé du texte 5">
            <a:extLst>
              <a:ext uri="{FF2B5EF4-FFF2-40B4-BE49-F238E27FC236}">
                <a16:creationId xmlns:a16="http://schemas.microsoft.com/office/drawing/2014/main" id="{AECC97D7-9B12-3525-3596-38DEACF9B5D6}"/>
              </a:ext>
            </a:extLst>
          </p:cNvPr>
          <p:cNvSpPr>
            <a:spLocks noGrp="1"/>
          </p:cNvSpPr>
          <p:nvPr>
            <p:ph type="body" sz="quarter" idx="20" hasCustomPrompt="1"/>
          </p:nvPr>
        </p:nvSpPr>
        <p:spPr>
          <a:xfrm>
            <a:off x="3596879" y="2199578"/>
            <a:ext cx="2358094" cy="3190875"/>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16" name="Espace réservé du texte 5">
            <a:extLst>
              <a:ext uri="{FF2B5EF4-FFF2-40B4-BE49-F238E27FC236}">
                <a16:creationId xmlns:a16="http://schemas.microsoft.com/office/drawing/2014/main" id="{03819B19-66C4-36FF-0125-738E4EAA210A}"/>
              </a:ext>
            </a:extLst>
          </p:cNvPr>
          <p:cNvSpPr>
            <a:spLocks noGrp="1"/>
          </p:cNvSpPr>
          <p:nvPr>
            <p:ph type="body" sz="quarter" idx="21" hasCustomPrompt="1"/>
          </p:nvPr>
        </p:nvSpPr>
        <p:spPr>
          <a:xfrm>
            <a:off x="3596879" y="1420858"/>
            <a:ext cx="2358094" cy="661308"/>
          </a:xfrm>
          <a:solidFill>
            <a:schemeClr val="tx1"/>
          </a:solidFill>
        </p:spPr>
        <p:txBody>
          <a:bodyPr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Picto or text</a:t>
            </a:r>
            <a:endParaRPr lang="en-US" dirty="0"/>
          </a:p>
        </p:txBody>
      </p:sp>
      <p:sp>
        <p:nvSpPr>
          <p:cNvPr id="17" name="Espace réservé du texte 5">
            <a:extLst>
              <a:ext uri="{FF2B5EF4-FFF2-40B4-BE49-F238E27FC236}">
                <a16:creationId xmlns:a16="http://schemas.microsoft.com/office/drawing/2014/main" id="{37E7C91D-A4D9-058C-FA1F-ECE9FFBBE872}"/>
              </a:ext>
            </a:extLst>
          </p:cNvPr>
          <p:cNvSpPr>
            <a:spLocks noGrp="1"/>
          </p:cNvSpPr>
          <p:nvPr>
            <p:ph type="body" sz="quarter" idx="22" hasCustomPrompt="1"/>
          </p:nvPr>
        </p:nvSpPr>
        <p:spPr>
          <a:xfrm>
            <a:off x="6461919" y="2199578"/>
            <a:ext cx="2358094" cy="3190875"/>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19" name="Espace réservé du texte 5">
            <a:extLst>
              <a:ext uri="{FF2B5EF4-FFF2-40B4-BE49-F238E27FC236}">
                <a16:creationId xmlns:a16="http://schemas.microsoft.com/office/drawing/2014/main" id="{9642EE79-61FF-7211-888D-345F97A0D8A6}"/>
              </a:ext>
            </a:extLst>
          </p:cNvPr>
          <p:cNvSpPr>
            <a:spLocks noGrp="1"/>
          </p:cNvSpPr>
          <p:nvPr>
            <p:ph type="body" sz="quarter" idx="23" hasCustomPrompt="1"/>
          </p:nvPr>
        </p:nvSpPr>
        <p:spPr>
          <a:xfrm>
            <a:off x="6461919" y="1420858"/>
            <a:ext cx="2358094" cy="661308"/>
          </a:xfrm>
          <a:solidFill>
            <a:schemeClr val="tx1"/>
          </a:solidFill>
        </p:spPr>
        <p:txBody>
          <a:bodyPr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Picto or text</a:t>
            </a:r>
            <a:endParaRPr lang="en-US" dirty="0"/>
          </a:p>
        </p:txBody>
      </p:sp>
      <p:sp>
        <p:nvSpPr>
          <p:cNvPr id="20" name="Espace réservé du texte 5">
            <a:extLst>
              <a:ext uri="{FF2B5EF4-FFF2-40B4-BE49-F238E27FC236}">
                <a16:creationId xmlns:a16="http://schemas.microsoft.com/office/drawing/2014/main" id="{87B913BF-ED27-6A96-8AB3-FA783DEB5E30}"/>
              </a:ext>
            </a:extLst>
          </p:cNvPr>
          <p:cNvSpPr>
            <a:spLocks noGrp="1"/>
          </p:cNvSpPr>
          <p:nvPr>
            <p:ph type="body" sz="quarter" idx="24" hasCustomPrompt="1"/>
          </p:nvPr>
        </p:nvSpPr>
        <p:spPr>
          <a:xfrm>
            <a:off x="9326960" y="2199578"/>
            <a:ext cx="2358094" cy="3190875"/>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21" name="Espace réservé du texte 5">
            <a:extLst>
              <a:ext uri="{FF2B5EF4-FFF2-40B4-BE49-F238E27FC236}">
                <a16:creationId xmlns:a16="http://schemas.microsoft.com/office/drawing/2014/main" id="{A939348B-DD65-C1E3-B01D-FB455202AEC6}"/>
              </a:ext>
            </a:extLst>
          </p:cNvPr>
          <p:cNvSpPr>
            <a:spLocks noGrp="1"/>
          </p:cNvSpPr>
          <p:nvPr>
            <p:ph type="body" sz="quarter" idx="25" hasCustomPrompt="1"/>
          </p:nvPr>
        </p:nvSpPr>
        <p:spPr>
          <a:xfrm>
            <a:off x="9326960" y="1420858"/>
            <a:ext cx="2358094" cy="661308"/>
          </a:xfrm>
          <a:solidFill>
            <a:schemeClr val="tx1"/>
          </a:solidFill>
        </p:spPr>
        <p:txBody>
          <a:bodyPr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Picto or text</a:t>
            </a:r>
            <a:endParaRPr lang="en-US" dirty="0"/>
          </a:p>
        </p:txBody>
      </p:sp>
      <p:sp>
        <p:nvSpPr>
          <p:cNvPr id="5" name="Espace réservé du texte 5">
            <a:extLst>
              <a:ext uri="{FF2B5EF4-FFF2-40B4-BE49-F238E27FC236}">
                <a16:creationId xmlns:a16="http://schemas.microsoft.com/office/drawing/2014/main" id="{EB1F36B2-F7E6-42B5-9413-81B9A8680573}"/>
              </a:ext>
            </a:extLst>
          </p:cNvPr>
          <p:cNvSpPr>
            <a:spLocks noGrp="1"/>
          </p:cNvSpPr>
          <p:nvPr>
            <p:ph type="body" sz="quarter" idx="26" hasCustomPrompt="1"/>
          </p:nvPr>
        </p:nvSpPr>
        <p:spPr>
          <a:xfrm>
            <a:off x="731838" y="5537605"/>
            <a:ext cx="2358094" cy="367005"/>
          </a:xfrm>
          <a:solidFill>
            <a:schemeClr val="tx1"/>
          </a:solidFill>
        </p:spPr>
        <p:txBody>
          <a:bodyPr wrap="square" lIns="0" tIns="72000" rIns="108000" bIns="72000" anchor="ctr">
            <a:spAutoFit/>
          </a:bodyPr>
          <a:lstStyle>
            <a:lvl1pPr marL="0" indent="0" algn="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here</a:t>
            </a:r>
            <a:endParaRPr lang="en-US" dirty="0"/>
          </a:p>
        </p:txBody>
      </p:sp>
      <p:sp>
        <p:nvSpPr>
          <p:cNvPr id="9" name="Espace réservé du texte 5">
            <a:extLst>
              <a:ext uri="{FF2B5EF4-FFF2-40B4-BE49-F238E27FC236}">
                <a16:creationId xmlns:a16="http://schemas.microsoft.com/office/drawing/2014/main" id="{CBC1AB69-2691-5E3D-DF6A-B2521FB7263D}"/>
              </a:ext>
            </a:extLst>
          </p:cNvPr>
          <p:cNvSpPr>
            <a:spLocks noGrp="1"/>
          </p:cNvSpPr>
          <p:nvPr>
            <p:ph type="body" sz="quarter" idx="27" hasCustomPrompt="1"/>
          </p:nvPr>
        </p:nvSpPr>
        <p:spPr>
          <a:xfrm>
            <a:off x="3596879" y="5537605"/>
            <a:ext cx="2358094" cy="367005"/>
          </a:xfrm>
          <a:solidFill>
            <a:schemeClr val="tx1"/>
          </a:solidFill>
        </p:spPr>
        <p:txBody>
          <a:bodyPr wrap="square" lIns="0" tIns="72000" rIns="108000" bIns="72000" anchor="ctr">
            <a:spAutoFit/>
          </a:bodyPr>
          <a:lstStyle>
            <a:lvl1pPr marL="0" indent="0" algn="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here</a:t>
            </a:r>
            <a:endParaRPr lang="en-US" dirty="0"/>
          </a:p>
        </p:txBody>
      </p:sp>
      <p:sp>
        <p:nvSpPr>
          <p:cNvPr id="10" name="Espace réservé du texte 5">
            <a:extLst>
              <a:ext uri="{FF2B5EF4-FFF2-40B4-BE49-F238E27FC236}">
                <a16:creationId xmlns:a16="http://schemas.microsoft.com/office/drawing/2014/main" id="{FE3C84AB-22E3-6B8E-85D9-F6E4A3A72CA8}"/>
              </a:ext>
            </a:extLst>
          </p:cNvPr>
          <p:cNvSpPr>
            <a:spLocks noGrp="1"/>
          </p:cNvSpPr>
          <p:nvPr>
            <p:ph type="body" sz="quarter" idx="28" hasCustomPrompt="1"/>
          </p:nvPr>
        </p:nvSpPr>
        <p:spPr>
          <a:xfrm>
            <a:off x="6461919" y="5537605"/>
            <a:ext cx="2358094" cy="367005"/>
          </a:xfrm>
          <a:solidFill>
            <a:schemeClr val="tx1"/>
          </a:solidFill>
        </p:spPr>
        <p:txBody>
          <a:bodyPr wrap="square" lIns="0" tIns="72000" rIns="108000" bIns="72000" anchor="ctr">
            <a:spAutoFit/>
          </a:bodyPr>
          <a:lstStyle>
            <a:lvl1pPr marL="0" indent="0" algn="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here</a:t>
            </a:r>
            <a:endParaRPr lang="en-US" dirty="0"/>
          </a:p>
        </p:txBody>
      </p:sp>
      <p:sp>
        <p:nvSpPr>
          <p:cNvPr id="11" name="Espace réservé du texte 5">
            <a:extLst>
              <a:ext uri="{FF2B5EF4-FFF2-40B4-BE49-F238E27FC236}">
                <a16:creationId xmlns:a16="http://schemas.microsoft.com/office/drawing/2014/main" id="{29DCEF0F-7F3D-F030-C7E5-0196A23B04C9}"/>
              </a:ext>
            </a:extLst>
          </p:cNvPr>
          <p:cNvSpPr>
            <a:spLocks noGrp="1"/>
          </p:cNvSpPr>
          <p:nvPr>
            <p:ph type="body" sz="quarter" idx="29" hasCustomPrompt="1"/>
          </p:nvPr>
        </p:nvSpPr>
        <p:spPr>
          <a:xfrm>
            <a:off x="9326959" y="5537605"/>
            <a:ext cx="2358094" cy="367005"/>
          </a:xfrm>
          <a:solidFill>
            <a:schemeClr val="tx1"/>
          </a:solidFill>
        </p:spPr>
        <p:txBody>
          <a:bodyPr wrap="square" lIns="0" tIns="72000" rIns="108000" bIns="72000" anchor="ctr">
            <a:spAutoFit/>
          </a:bodyPr>
          <a:lstStyle>
            <a:lvl1pPr marL="0" indent="0" algn="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here</a:t>
            </a:r>
            <a:endParaRPr lang="en-US" dirty="0"/>
          </a:p>
        </p:txBody>
      </p:sp>
    </p:spTree>
    <p:extLst>
      <p:ext uri="{BB962C8B-B14F-4D97-AF65-F5344CB8AC3E}">
        <p14:creationId xmlns:p14="http://schemas.microsoft.com/office/powerpoint/2010/main" val="14226392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Section with Pic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731838" y="2386059"/>
            <a:ext cx="3312054" cy="290316"/>
          </a:xfrm>
        </p:spPr>
        <p:txBody>
          <a:bodyPr/>
          <a:lstStyle>
            <a:lvl1pPr marL="0" indent="0" algn="ctr">
              <a:buNone/>
              <a:defRPr/>
            </a:lvl1pPr>
          </a:lstStyle>
          <a:p>
            <a:pPr lvl="0"/>
            <a:r>
              <a:rPr lang="fr-FR"/>
              <a:t>Text of the section 01</a:t>
            </a:r>
            <a:endParaRPr lang="en-US" dirty="0"/>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16" name="Espace réservé du texte 5">
            <a:extLst>
              <a:ext uri="{FF2B5EF4-FFF2-40B4-BE49-F238E27FC236}">
                <a16:creationId xmlns:a16="http://schemas.microsoft.com/office/drawing/2014/main" id="{9AE1F24B-1DEE-6489-63CB-72FEBED72273}"/>
              </a:ext>
            </a:extLst>
          </p:cNvPr>
          <p:cNvSpPr>
            <a:spLocks noGrp="1"/>
          </p:cNvSpPr>
          <p:nvPr>
            <p:ph type="body" sz="quarter" idx="19" hasCustomPrompt="1"/>
          </p:nvPr>
        </p:nvSpPr>
        <p:spPr>
          <a:xfrm>
            <a:off x="4551890" y="2386059"/>
            <a:ext cx="3312054" cy="290316"/>
          </a:xfrm>
        </p:spPr>
        <p:txBody>
          <a:bodyPr/>
          <a:lstStyle>
            <a:lvl1pPr marL="0" indent="0" algn="ctr">
              <a:buNone/>
              <a:defRPr/>
            </a:lvl1pPr>
          </a:lstStyle>
          <a:p>
            <a:pPr lvl="0"/>
            <a:r>
              <a:rPr lang="fr-FR"/>
              <a:t>Text of the section 02</a:t>
            </a:r>
            <a:endParaRPr lang="en-US" dirty="0"/>
          </a:p>
        </p:txBody>
      </p:sp>
      <p:sp>
        <p:nvSpPr>
          <p:cNvPr id="17" name="Espace réservé du texte 5">
            <a:extLst>
              <a:ext uri="{FF2B5EF4-FFF2-40B4-BE49-F238E27FC236}">
                <a16:creationId xmlns:a16="http://schemas.microsoft.com/office/drawing/2014/main" id="{6B47C338-9EF0-96F3-AC7B-400DC5989741}"/>
              </a:ext>
            </a:extLst>
          </p:cNvPr>
          <p:cNvSpPr>
            <a:spLocks noGrp="1"/>
          </p:cNvSpPr>
          <p:nvPr>
            <p:ph type="body" sz="quarter" idx="20" hasCustomPrompt="1"/>
          </p:nvPr>
        </p:nvSpPr>
        <p:spPr>
          <a:xfrm>
            <a:off x="8373002" y="2386059"/>
            <a:ext cx="3312054" cy="290316"/>
          </a:xfrm>
        </p:spPr>
        <p:txBody>
          <a:bodyPr/>
          <a:lstStyle>
            <a:lvl1pPr marL="0" indent="0" algn="ctr">
              <a:buNone/>
              <a:defRPr/>
            </a:lvl1pPr>
          </a:lstStyle>
          <a:p>
            <a:pPr lvl="0"/>
            <a:r>
              <a:rPr lang="fr-FR"/>
              <a:t>Text of the section 03</a:t>
            </a:r>
            <a:endParaRPr lang="en-US" dirty="0"/>
          </a:p>
        </p:txBody>
      </p:sp>
      <p:sp>
        <p:nvSpPr>
          <p:cNvPr id="19" name="Espace réservé pour une image  18">
            <a:extLst>
              <a:ext uri="{FF2B5EF4-FFF2-40B4-BE49-F238E27FC236}">
                <a16:creationId xmlns:a16="http://schemas.microsoft.com/office/drawing/2014/main" id="{BF4D3845-237B-4565-BF62-67B740DFC78A}"/>
              </a:ext>
            </a:extLst>
          </p:cNvPr>
          <p:cNvSpPr>
            <a:spLocks noGrp="1"/>
          </p:cNvSpPr>
          <p:nvPr>
            <p:ph type="pic" sz="quarter" idx="21" hasCustomPrompt="1"/>
          </p:nvPr>
        </p:nvSpPr>
        <p:spPr>
          <a:xfrm>
            <a:off x="731838" y="299085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20" name="Espace réservé pour une image  18">
            <a:extLst>
              <a:ext uri="{FF2B5EF4-FFF2-40B4-BE49-F238E27FC236}">
                <a16:creationId xmlns:a16="http://schemas.microsoft.com/office/drawing/2014/main" id="{3A8CF84B-00CB-B32B-3448-098DE9D8C354}"/>
              </a:ext>
            </a:extLst>
          </p:cNvPr>
          <p:cNvSpPr>
            <a:spLocks noGrp="1"/>
          </p:cNvSpPr>
          <p:nvPr>
            <p:ph type="pic" sz="quarter" idx="22" hasCustomPrompt="1"/>
          </p:nvPr>
        </p:nvSpPr>
        <p:spPr>
          <a:xfrm>
            <a:off x="1910822" y="299085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21" name="Espace réservé pour une image  18">
            <a:extLst>
              <a:ext uri="{FF2B5EF4-FFF2-40B4-BE49-F238E27FC236}">
                <a16:creationId xmlns:a16="http://schemas.microsoft.com/office/drawing/2014/main" id="{7BB87602-8027-C865-7F90-B6A399570C4F}"/>
              </a:ext>
            </a:extLst>
          </p:cNvPr>
          <p:cNvSpPr>
            <a:spLocks noGrp="1"/>
          </p:cNvSpPr>
          <p:nvPr>
            <p:ph type="pic" sz="quarter" idx="23" hasCustomPrompt="1"/>
          </p:nvPr>
        </p:nvSpPr>
        <p:spPr>
          <a:xfrm>
            <a:off x="3089805" y="299085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23" name="Espace réservé pour une image  18">
            <a:extLst>
              <a:ext uri="{FF2B5EF4-FFF2-40B4-BE49-F238E27FC236}">
                <a16:creationId xmlns:a16="http://schemas.microsoft.com/office/drawing/2014/main" id="{A357ECDE-4A0D-0151-AB26-7276229B008E}"/>
              </a:ext>
            </a:extLst>
          </p:cNvPr>
          <p:cNvSpPr>
            <a:spLocks noGrp="1"/>
          </p:cNvSpPr>
          <p:nvPr>
            <p:ph type="pic" sz="quarter" idx="24" hasCustomPrompt="1"/>
          </p:nvPr>
        </p:nvSpPr>
        <p:spPr>
          <a:xfrm>
            <a:off x="731838" y="369570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24" name="Espace réservé pour une image  18">
            <a:extLst>
              <a:ext uri="{FF2B5EF4-FFF2-40B4-BE49-F238E27FC236}">
                <a16:creationId xmlns:a16="http://schemas.microsoft.com/office/drawing/2014/main" id="{9BF20527-EE64-4D4F-89CE-1D83E2C07426}"/>
              </a:ext>
            </a:extLst>
          </p:cNvPr>
          <p:cNvSpPr>
            <a:spLocks noGrp="1"/>
          </p:cNvSpPr>
          <p:nvPr>
            <p:ph type="pic" sz="quarter" idx="25" hasCustomPrompt="1"/>
          </p:nvPr>
        </p:nvSpPr>
        <p:spPr>
          <a:xfrm>
            <a:off x="1910822" y="369570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25" name="Espace réservé pour une image  18">
            <a:extLst>
              <a:ext uri="{FF2B5EF4-FFF2-40B4-BE49-F238E27FC236}">
                <a16:creationId xmlns:a16="http://schemas.microsoft.com/office/drawing/2014/main" id="{7B84C564-D291-0DB4-B19E-3819051481F1}"/>
              </a:ext>
            </a:extLst>
          </p:cNvPr>
          <p:cNvSpPr>
            <a:spLocks noGrp="1"/>
          </p:cNvSpPr>
          <p:nvPr>
            <p:ph type="pic" sz="quarter" idx="26" hasCustomPrompt="1"/>
          </p:nvPr>
        </p:nvSpPr>
        <p:spPr>
          <a:xfrm>
            <a:off x="3089805" y="369570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38" name="Espace réservé pour une image  18">
            <a:extLst>
              <a:ext uri="{FF2B5EF4-FFF2-40B4-BE49-F238E27FC236}">
                <a16:creationId xmlns:a16="http://schemas.microsoft.com/office/drawing/2014/main" id="{1F226DD4-F159-B551-7B8A-FFA2ECA6BAC4}"/>
              </a:ext>
            </a:extLst>
          </p:cNvPr>
          <p:cNvSpPr>
            <a:spLocks noGrp="1"/>
          </p:cNvSpPr>
          <p:nvPr>
            <p:ph type="pic" sz="quarter" idx="39" hasCustomPrompt="1"/>
          </p:nvPr>
        </p:nvSpPr>
        <p:spPr>
          <a:xfrm>
            <a:off x="731838" y="4774850"/>
            <a:ext cx="954087" cy="876650"/>
          </a:xfrm>
          <a:solidFill>
            <a:schemeClr val="bg1">
              <a:lumMod val="95000"/>
            </a:schemeClr>
          </a:solidFill>
        </p:spPr>
        <p:txBody>
          <a:bodyPr bIns="432000" anchor="ctr">
            <a:normAutofit/>
          </a:bodyPr>
          <a:lstStyle>
            <a:lvl1pPr marL="0" indent="0" algn="ctr">
              <a:buNone/>
              <a:defRPr sz="1100" b="0"/>
            </a:lvl1pPr>
          </a:lstStyle>
          <a:p>
            <a:r>
              <a:rPr lang="fr-FR"/>
              <a:t>Picture</a:t>
            </a:r>
          </a:p>
        </p:txBody>
      </p:sp>
      <p:sp>
        <p:nvSpPr>
          <p:cNvPr id="39" name="Espace réservé du texte 5">
            <a:extLst>
              <a:ext uri="{FF2B5EF4-FFF2-40B4-BE49-F238E27FC236}">
                <a16:creationId xmlns:a16="http://schemas.microsoft.com/office/drawing/2014/main" id="{A41F7B3C-08F8-F909-EFF6-9E7505D3B3F7}"/>
              </a:ext>
            </a:extLst>
          </p:cNvPr>
          <p:cNvSpPr>
            <a:spLocks noGrp="1"/>
          </p:cNvSpPr>
          <p:nvPr>
            <p:ph type="body" sz="quarter" idx="40" hasCustomPrompt="1"/>
          </p:nvPr>
        </p:nvSpPr>
        <p:spPr>
          <a:xfrm>
            <a:off x="1910821" y="4774850"/>
            <a:ext cx="2133071" cy="876650"/>
          </a:xfrm>
        </p:spPr>
        <p:txBody>
          <a:bodyPr wrap="square" anchor="ctr" anchorCtr="0">
            <a:spAutoFit/>
          </a:bodyPr>
          <a:lstStyle>
            <a:lvl2pPr marL="180975" indent="-90488">
              <a:buFont typeface="Source Sans Pro" panose="020B0503030403020204" pitchFamily="34" charset="0"/>
              <a:buChar char=" "/>
              <a:defRPr/>
            </a:lvl2pPr>
            <a:lvl3pPr marL="180975" indent="-95250">
              <a:buFont typeface="Source Sans Pro" panose="020B0503030403020204" pitchFamily="34" charset="0"/>
              <a:buChar char=" "/>
              <a:defRPr/>
            </a:lvl3pPr>
          </a:lstStyle>
          <a:p>
            <a:pPr lvl="1"/>
            <a:r>
              <a:rPr lang="fr-FR"/>
              <a:t>Click here to add your 01 level text</a:t>
            </a:r>
            <a:endParaRPr lang="fr-FR" dirty="0"/>
          </a:p>
          <a:p>
            <a:pPr lvl="2"/>
            <a:r>
              <a:rPr lang="fr-FR"/>
              <a:t>Click here to add your 02 level text</a:t>
            </a:r>
            <a:endParaRPr lang="en-US" dirty="0"/>
          </a:p>
        </p:txBody>
      </p:sp>
      <p:sp>
        <p:nvSpPr>
          <p:cNvPr id="44" name="Espace réservé pour une image  18">
            <a:extLst>
              <a:ext uri="{FF2B5EF4-FFF2-40B4-BE49-F238E27FC236}">
                <a16:creationId xmlns:a16="http://schemas.microsoft.com/office/drawing/2014/main" id="{B7D643BF-41BC-CB5A-E789-2EE8A6BC8799}"/>
              </a:ext>
            </a:extLst>
          </p:cNvPr>
          <p:cNvSpPr>
            <a:spLocks noGrp="1"/>
          </p:cNvSpPr>
          <p:nvPr>
            <p:ph type="pic" sz="quarter" idx="41" hasCustomPrompt="1"/>
          </p:nvPr>
        </p:nvSpPr>
        <p:spPr>
          <a:xfrm>
            <a:off x="4551890" y="299085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45" name="Espace réservé pour une image  18">
            <a:extLst>
              <a:ext uri="{FF2B5EF4-FFF2-40B4-BE49-F238E27FC236}">
                <a16:creationId xmlns:a16="http://schemas.microsoft.com/office/drawing/2014/main" id="{E30AF935-2F26-96AB-BF4B-3300BBFBD38F}"/>
              </a:ext>
            </a:extLst>
          </p:cNvPr>
          <p:cNvSpPr>
            <a:spLocks noGrp="1"/>
          </p:cNvSpPr>
          <p:nvPr>
            <p:ph type="pic" sz="quarter" idx="42" hasCustomPrompt="1"/>
          </p:nvPr>
        </p:nvSpPr>
        <p:spPr>
          <a:xfrm>
            <a:off x="5730874" y="299085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46" name="Espace réservé pour une image  18">
            <a:extLst>
              <a:ext uri="{FF2B5EF4-FFF2-40B4-BE49-F238E27FC236}">
                <a16:creationId xmlns:a16="http://schemas.microsoft.com/office/drawing/2014/main" id="{6B233ABE-F95F-1A75-5D84-0456819C8D05}"/>
              </a:ext>
            </a:extLst>
          </p:cNvPr>
          <p:cNvSpPr>
            <a:spLocks noGrp="1"/>
          </p:cNvSpPr>
          <p:nvPr>
            <p:ph type="pic" sz="quarter" idx="43" hasCustomPrompt="1"/>
          </p:nvPr>
        </p:nvSpPr>
        <p:spPr>
          <a:xfrm>
            <a:off x="6909857" y="299085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47" name="Espace réservé pour une image  18">
            <a:extLst>
              <a:ext uri="{FF2B5EF4-FFF2-40B4-BE49-F238E27FC236}">
                <a16:creationId xmlns:a16="http://schemas.microsoft.com/office/drawing/2014/main" id="{1A71A562-5B4B-AADD-1909-D1D70E163F8A}"/>
              </a:ext>
            </a:extLst>
          </p:cNvPr>
          <p:cNvSpPr>
            <a:spLocks noGrp="1"/>
          </p:cNvSpPr>
          <p:nvPr>
            <p:ph type="pic" sz="quarter" idx="44" hasCustomPrompt="1"/>
          </p:nvPr>
        </p:nvSpPr>
        <p:spPr>
          <a:xfrm>
            <a:off x="4551890" y="369570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48" name="Espace réservé pour une image  18">
            <a:extLst>
              <a:ext uri="{FF2B5EF4-FFF2-40B4-BE49-F238E27FC236}">
                <a16:creationId xmlns:a16="http://schemas.microsoft.com/office/drawing/2014/main" id="{772A90B0-3966-8226-2ED7-6E29FA7876A8}"/>
              </a:ext>
            </a:extLst>
          </p:cNvPr>
          <p:cNvSpPr>
            <a:spLocks noGrp="1"/>
          </p:cNvSpPr>
          <p:nvPr>
            <p:ph type="pic" sz="quarter" idx="45" hasCustomPrompt="1"/>
          </p:nvPr>
        </p:nvSpPr>
        <p:spPr>
          <a:xfrm>
            <a:off x="5730874" y="369570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49" name="Espace réservé pour une image  18">
            <a:extLst>
              <a:ext uri="{FF2B5EF4-FFF2-40B4-BE49-F238E27FC236}">
                <a16:creationId xmlns:a16="http://schemas.microsoft.com/office/drawing/2014/main" id="{1761582A-D880-1CB6-EA94-EF2FE2D44590}"/>
              </a:ext>
            </a:extLst>
          </p:cNvPr>
          <p:cNvSpPr>
            <a:spLocks noGrp="1"/>
          </p:cNvSpPr>
          <p:nvPr>
            <p:ph type="pic" sz="quarter" idx="46" hasCustomPrompt="1"/>
          </p:nvPr>
        </p:nvSpPr>
        <p:spPr>
          <a:xfrm>
            <a:off x="6909857" y="369570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50" name="Espace réservé pour une image  18">
            <a:extLst>
              <a:ext uri="{FF2B5EF4-FFF2-40B4-BE49-F238E27FC236}">
                <a16:creationId xmlns:a16="http://schemas.microsoft.com/office/drawing/2014/main" id="{F937109C-F3FC-6A0E-9F6E-48F98846C7AC}"/>
              </a:ext>
            </a:extLst>
          </p:cNvPr>
          <p:cNvSpPr>
            <a:spLocks noGrp="1"/>
          </p:cNvSpPr>
          <p:nvPr>
            <p:ph type="pic" sz="quarter" idx="47" hasCustomPrompt="1"/>
          </p:nvPr>
        </p:nvSpPr>
        <p:spPr>
          <a:xfrm>
            <a:off x="4551890" y="4774850"/>
            <a:ext cx="954087" cy="876650"/>
          </a:xfrm>
          <a:solidFill>
            <a:schemeClr val="bg1">
              <a:lumMod val="95000"/>
            </a:schemeClr>
          </a:solidFill>
        </p:spPr>
        <p:txBody>
          <a:bodyPr bIns="432000" anchor="ctr">
            <a:normAutofit/>
          </a:bodyPr>
          <a:lstStyle>
            <a:lvl1pPr marL="0" indent="0" algn="ctr">
              <a:buNone/>
              <a:defRPr sz="1100" b="0"/>
            </a:lvl1pPr>
          </a:lstStyle>
          <a:p>
            <a:r>
              <a:rPr lang="fr-FR"/>
              <a:t>Picture</a:t>
            </a:r>
          </a:p>
        </p:txBody>
      </p:sp>
      <p:sp>
        <p:nvSpPr>
          <p:cNvPr id="51" name="Espace réservé du texte 5">
            <a:extLst>
              <a:ext uri="{FF2B5EF4-FFF2-40B4-BE49-F238E27FC236}">
                <a16:creationId xmlns:a16="http://schemas.microsoft.com/office/drawing/2014/main" id="{C36B953B-EE99-12A4-4980-913B3EB463CD}"/>
              </a:ext>
            </a:extLst>
          </p:cNvPr>
          <p:cNvSpPr>
            <a:spLocks noGrp="1"/>
          </p:cNvSpPr>
          <p:nvPr>
            <p:ph type="body" sz="quarter" idx="48" hasCustomPrompt="1"/>
          </p:nvPr>
        </p:nvSpPr>
        <p:spPr>
          <a:xfrm>
            <a:off x="5730873" y="4774850"/>
            <a:ext cx="2133071" cy="876650"/>
          </a:xfrm>
        </p:spPr>
        <p:txBody>
          <a:bodyPr wrap="square" anchor="ctr" anchorCtr="0">
            <a:spAutoFit/>
          </a:bodyPr>
          <a:lstStyle>
            <a:lvl2pPr marL="180975" indent="-90488">
              <a:buFont typeface="Source Sans Pro" panose="020B0503030403020204" pitchFamily="34" charset="0"/>
              <a:buChar char=" "/>
              <a:defRPr/>
            </a:lvl2pPr>
            <a:lvl3pPr marL="180975" indent="-9525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52" name="Espace réservé pour une image  18">
            <a:extLst>
              <a:ext uri="{FF2B5EF4-FFF2-40B4-BE49-F238E27FC236}">
                <a16:creationId xmlns:a16="http://schemas.microsoft.com/office/drawing/2014/main" id="{60226342-0981-15EA-377F-0384FCC433E8}"/>
              </a:ext>
            </a:extLst>
          </p:cNvPr>
          <p:cNvSpPr>
            <a:spLocks noGrp="1"/>
          </p:cNvSpPr>
          <p:nvPr>
            <p:ph type="pic" sz="quarter" idx="49" hasCustomPrompt="1"/>
          </p:nvPr>
        </p:nvSpPr>
        <p:spPr>
          <a:xfrm>
            <a:off x="8373002" y="299085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53" name="Espace réservé pour une image  18">
            <a:extLst>
              <a:ext uri="{FF2B5EF4-FFF2-40B4-BE49-F238E27FC236}">
                <a16:creationId xmlns:a16="http://schemas.microsoft.com/office/drawing/2014/main" id="{27424940-ED0C-4143-415B-FC329EAA836D}"/>
              </a:ext>
            </a:extLst>
          </p:cNvPr>
          <p:cNvSpPr>
            <a:spLocks noGrp="1"/>
          </p:cNvSpPr>
          <p:nvPr>
            <p:ph type="pic" sz="quarter" idx="50" hasCustomPrompt="1"/>
          </p:nvPr>
        </p:nvSpPr>
        <p:spPr>
          <a:xfrm>
            <a:off x="9551986" y="299085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54" name="Espace réservé pour une image  18">
            <a:extLst>
              <a:ext uri="{FF2B5EF4-FFF2-40B4-BE49-F238E27FC236}">
                <a16:creationId xmlns:a16="http://schemas.microsoft.com/office/drawing/2014/main" id="{0C252524-606A-CE3D-5235-56BB5BE80006}"/>
              </a:ext>
            </a:extLst>
          </p:cNvPr>
          <p:cNvSpPr>
            <a:spLocks noGrp="1"/>
          </p:cNvSpPr>
          <p:nvPr>
            <p:ph type="pic" sz="quarter" idx="51" hasCustomPrompt="1"/>
          </p:nvPr>
        </p:nvSpPr>
        <p:spPr>
          <a:xfrm>
            <a:off x="10730969" y="299085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55" name="Espace réservé pour une image  18">
            <a:extLst>
              <a:ext uri="{FF2B5EF4-FFF2-40B4-BE49-F238E27FC236}">
                <a16:creationId xmlns:a16="http://schemas.microsoft.com/office/drawing/2014/main" id="{B0042F68-D73D-14D2-C5DD-01C1586429EB}"/>
              </a:ext>
            </a:extLst>
          </p:cNvPr>
          <p:cNvSpPr>
            <a:spLocks noGrp="1"/>
          </p:cNvSpPr>
          <p:nvPr>
            <p:ph type="pic" sz="quarter" idx="52" hasCustomPrompt="1"/>
          </p:nvPr>
        </p:nvSpPr>
        <p:spPr>
          <a:xfrm>
            <a:off x="8373002" y="369570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56" name="Espace réservé pour une image  18">
            <a:extLst>
              <a:ext uri="{FF2B5EF4-FFF2-40B4-BE49-F238E27FC236}">
                <a16:creationId xmlns:a16="http://schemas.microsoft.com/office/drawing/2014/main" id="{12AD0689-439A-7270-8DD1-0B19D9C92C18}"/>
              </a:ext>
            </a:extLst>
          </p:cNvPr>
          <p:cNvSpPr>
            <a:spLocks noGrp="1"/>
          </p:cNvSpPr>
          <p:nvPr>
            <p:ph type="pic" sz="quarter" idx="53" hasCustomPrompt="1"/>
          </p:nvPr>
        </p:nvSpPr>
        <p:spPr>
          <a:xfrm>
            <a:off x="9551986" y="369570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57" name="Espace réservé pour une image  18">
            <a:extLst>
              <a:ext uri="{FF2B5EF4-FFF2-40B4-BE49-F238E27FC236}">
                <a16:creationId xmlns:a16="http://schemas.microsoft.com/office/drawing/2014/main" id="{D4E959C6-FD1F-CCBB-A199-6CA0FB7C29FD}"/>
              </a:ext>
            </a:extLst>
          </p:cNvPr>
          <p:cNvSpPr>
            <a:spLocks noGrp="1"/>
          </p:cNvSpPr>
          <p:nvPr>
            <p:ph type="pic" sz="quarter" idx="54" hasCustomPrompt="1"/>
          </p:nvPr>
        </p:nvSpPr>
        <p:spPr>
          <a:xfrm>
            <a:off x="10730969" y="369570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58" name="Espace réservé pour une image  18">
            <a:extLst>
              <a:ext uri="{FF2B5EF4-FFF2-40B4-BE49-F238E27FC236}">
                <a16:creationId xmlns:a16="http://schemas.microsoft.com/office/drawing/2014/main" id="{82C85A0A-1BC2-C537-D46A-C3980A2415EE}"/>
              </a:ext>
            </a:extLst>
          </p:cNvPr>
          <p:cNvSpPr>
            <a:spLocks noGrp="1"/>
          </p:cNvSpPr>
          <p:nvPr>
            <p:ph type="pic" sz="quarter" idx="55" hasCustomPrompt="1"/>
          </p:nvPr>
        </p:nvSpPr>
        <p:spPr>
          <a:xfrm>
            <a:off x="8373002" y="4774850"/>
            <a:ext cx="954087" cy="876650"/>
          </a:xfrm>
          <a:solidFill>
            <a:schemeClr val="bg1">
              <a:lumMod val="95000"/>
            </a:schemeClr>
          </a:solidFill>
        </p:spPr>
        <p:txBody>
          <a:bodyPr bIns="432000" anchor="ctr">
            <a:normAutofit/>
          </a:bodyPr>
          <a:lstStyle>
            <a:lvl1pPr marL="0" indent="0" algn="ctr">
              <a:buNone/>
              <a:defRPr sz="1100" b="0"/>
            </a:lvl1pPr>
          </a:lstStyle>
          <a:p>
            <a:r>
              <a:rPr lang="fr-FR"/>
              <a:t>Picture</a:t>
            </a:r>
          </a:p>
        </p:txBody>
      </p:sp>
      <p:sp>
        <p:nvSpPr>
          <p:cNvPr id="59" name="Espace réservé du texte 5">
            <a:extLst>
              <a:ext uri="{FF2B5EF4-FFF2-40B4-BE49-F238E27FC236}">
                <a16:creationId xmlns:a16="http://schemas.microsoft.com/office/drawing/2014/main" id="{8B7FD4BB-0B2F-967D-CDC2-8D0DF50355E6}"/>
              </a:ext>
            </a:extLst>
          </p:cNvPr>
          <p:cNvSpPr>
            <a:spLocks noGrp="1"/>
          </p:cNvSpPr>
          <p:nvPr>
            <p:ph type="body" sz="quarter" idx="56" hasCustomPrompt="1"/>
          </p:nvPr>
        </p:nvSpPr>
        <p:spPr>
          <a:xfrm>
            <a:off x="9551985" y="4774850"/>
            <a:ext cx="2133071" cy="876650"/>
          </a:xfrm>
        </p:spPr>
        <p:txBody>
          <a:bodyPr wrap="square" anchor="ctr" anchorCtr="0">
            <a:spAutoFit/>
          </a:bodyPr>
          <a:lstStyle>
            <a:lvl2pPr marL="180975" indent="-90488">
              <a:buFont typeface="Source Sans Pro" panose="020B0503030403020204" pitchFamily="34" charset="0"/>
              <a:buChar char=" "/>
              <a:defRPr/>
            </a:lvl2pPr>
            <a:lvl3pPr marL="180975" indent="-9525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69" name="Espace réservé du texte 68">
            <a:extLst>
              <a:ext uri="{FF2B5EF4-FFF2-40B4-BE49-F238E27FC236}">
                <a16:creationId xmlns:a16="http://schemas.microsoft.com/office/drawing/2014/main" id="{AE3ECABD-51D8-6AF7-FD09-882F8A033D16}"/>
              </a:ext>
            </a:extLst>
          </p:cNvPr>
          <p:cNvSpPr>
            <a:spLocks noGrp="1"/>
          </p:cNvSpPr>
          <p:nvPr>
            <p:ph type="body" sz="quarter" idx="16" hasCustomPrompt="1"/>
          </p:nvPr>
        </p:nvSpPr>
        <p:spPr>
          <a:xfrm>
            <a:off x="731838" y="1531657"/>
            <a:ext cx="3312054" cy="598822"/>
          </a:xfrm>
          <a:custGeom>
            <a:avLst/>
            <a:gdLst>
              <a:gd name="connsiteX0" fmla="*/ 0 w 3312054"/>
              <a:gd name="connsiteY0" fmla="*/ 0 h 598822"/>
              <a:gd name="connsiteX1" fmla="*/ 3312054 w 3312054"/>
              <a:gd name="connsiteY1" fmla="*/ 0 h 598822"/>
              <a:gd name="connsiteX2" fmla="*/ 3312054 w 3312054"/>
              <a:gd name="connsiteY2" fmla="*/ 439709 h 598822"/>
              <a:gd name="connsiteX3" fmla="*/ 1747883 w 3312054"/>
              <a:gd name="connsiteY3" fmla="*/ 439709 h 598822"/>
              <a:gd name="connsiteX4" fmla="*/ 1656027 w 3312054"/>
              <a:gd name="connsiteY4" fmla="*/ 598822 h 598822"/>
              <a:gd name="connsiteX5" fmla="*/ 1564157 w 3312054"/>
              <a:gd name="connsiteY5" fmla="*/ 439709 h 598822"/>
              <a:gd name="connsiteX6" fmla="*/ 0 w 3312054"/>
              <a:gd name="connsiteY6" fmla="*/ 439709 h 59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2054" h="598822">
                <a:moveTo>
                  <a:pt x="0" y="0"/>
                </a:moveTo>
                <a:lnTo>
                  <a:pt x="3312054" y="0"/>
                </a:lnTo>
                <a:lnTo>
                  <a:pt x="3312054" y="439709"/>
                </a:lnTo>
                <a:lnTo>
                  <a:pt x="1747883" y="439709"/>
                </a:lnTo>
                <a:lnTo>
                  <a:pt x="1656027" y="598822"/>
                </a:lnTo>
                <a:lnTo>
                  <a:pt x="1564157" y="439709"/>
                </a:lnTo>
                <a:lnTo>
                  <a:pt x="0" y="439709"/>
                </a:lnTo>
                <a:close/>
              </a:path>
            </a:pathLst>
          </a:custGeom>
          <a:solidFill>
            <a:schemeClr val="tx1"/>
          </a:solidFill>
        </p:spPr>
        <p:txBody>
          <a:bodyPr wrap="none" tIns="108000" bIns="216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Section 01</a:t>
            </a:r>
            <a:endParaRPr lang="en-US" dirty="0"/>
          </a:p>
        </p:txBody>
      </p:sp>
      <p:sp>
        <p:nvSpPr>
          <p:cNvPr id="70" name="Espace réservé du texte 69">
            <a:extLst>
              <a:ext uri="{FF2B5EF4-FFF2-40B4-BE49-F238E27FC236}">
                <a16:creationId xmlns:a16="http://schemas.microsoft.com/office/drawing/2014/main" id="{DCCBC8DE-58A3-6238-061F-B0E9FC67C187}"/>
              </a:ext>
            </a:extLst>
          </p:cNvPr>
          <p:cNvSpPr>
            <a:spLocks noGrp="1"/>
          </p:cNvSpPr>
          <p:nvPr>
            <p:ph type="body" sz="quarter" idx="57" hasCustomPrompt="1"/>
          </p:nvPr>
        </p:nvSpPr>
        <p:spPr>
          <a:xfrm>
            <a:off x="4551890" y="1531657"/>
            <a:ext cx="3312054" cy="598822"/>
          </a:xfrm>
          <a:custGeom>
            <a:avLst/>
            <a:gdLst>
              <a:gd name="connsiteX0" fmla="*/ 0 w 3312054"/>
              <a:gd name="connsiteY0" fmla="*/ 0 h 598822"/>
              <a:gd name="connsiteX1" fmla="*/ 3312054 w 3312054"/>
              <a:gd name="connsiteY1" fmla="*/ 0 h 598822"/>
              <a:gd name="connsiteX2" fmla="*/ 3312054 w 3312054"/>
              <a:gd name="connsiteY2" fmla="*/ 439709 h 598822"/>
              <a:gd name="connsiteX3" fmla="*/ 1747883 w 3312054"/>
              <a:gd name="connsiteY3" fmla="*/ 439709 h 598822"/>
              <a:gd name="connsiteX4" fmla="*/ 1656027 w 3312054"/>
              <a:gd name="connsiteY4" fmla="*/ 598822 h 598822"/>
              <a:gd name="connsiteX5" fmla="*/ 1564157 w 3312054"/>
              <a:gd name="connsiteY5" fmla="*/ 439709 h 598822"/>
              <a:gd name="connsiteX6" fmla="*/ 0 w 3312054"/>
              <a:gd name="connsiteY6" fmla="*/ 439709 h 59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2054" h="598822">
                <a:moveTo>
                  <a:pt x="0" y="0"/>
                </a:moveTo>
                <a:lnTo>
                  <a:pt x="3312054" y="0"/>
                </a:lnTo>
                <a:lnTo>
                  <a:pt x="3312054" y="439709"/>
                </a:lnTo>
                <a:lnTo>
                  <a:pt x="1747883" y="439709"/>
                </a:lnTo>
                <a:lnTo>
                  <a:pt x="1656027" y="598822"/>
                </a:lnTo>
                <a:lnTo>
                  <a:pt x="1564157" y="439709"/>
                </a:lnTo>
                <a:lnTo>
                  <a:pt x="0" y="439709"/>
                </a:lnTo>
                <a:close/>
              </a:path>
            </a:pathLst>
          </a:custGeom>
          <a:solidFill>
            <a:schemeClr val="tx1"/>
          </a:solidFill>
        </p:spPr>
        <p:txBody>
          <a:bodyPr wrap="none" tIns="108000" bIns="216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Section 02</a:t>
            </a:r>
            <a:endParaRPr lang="en-US" dirty="0"/>
          </a:p>
        </p:txBody>
      </p:sp>
      <p:sp>
        <p:nvSpPr>
          <p:cNvPr id="71" name="Espace réservé du texte 70">
            <a:extLst>
              <a:ext uri="{FF2B5EF4-FFF2-40B4-BE49-F238E27FC236}">
                <a16:creationId xmlns:a16="http://schemas.microsoft.com/office/drawing/2014/main" id="{C8439D2C-0CED-008B-D53E-51BEB41495E5}"/>
              </a:ext>
            </a:extLst>
          </p:cNvPr>
          <p:cNvSpPr>
            <a:spLocks noGrp="1"/>
          </p:cNvSpPr>
          <p:nvPr>
            <p:ph type="body" sz="quarter" idx="58" hasCustomPrompt="1"/>
          </p:nvPr>
        </p:nvSpPr>
        <p:spPr>
          <a:xfrm>
            <a:off x="8373002" y="1531657"/>
            <a:ext cx="3312054" cy="598822"/>
          </a:xfrm>
          <a:custGeom>
            <a:avLst/>
            <a:gdLst>
              <a:gd name="connsiteX0" fmla="*/ 0 w 3312054"/>
              <a:gd name="connsiteY0" fmla="*/ 0 h 598822"/>
              <a:gd name="connsiteX1" fmla="*/ 3312054 w 3312054"/>
              <a:gd name="connsiteY1" fmla="*/ 0 h 598822"/>
              <a:gd name="connsiteX2" fmla="*/ 3312054 w 3312054"/>
              <a:gd name="connsiteY2" fmla="*/ 439709 h 598822"/>
              <a:gd name="connsiteX3" fmla="*/ 1747883 w 3312054"/>
              <a:gd name="connsiteY3" fmla="*/ 439709 h 598822"/>
              <a:gd name="connsiteX4" fmla="*/ 1656027 w 3312054"/>
              <a:gd name="connsiteY4" fmla="*/ 598822 h 598822"/>
              <a:gd name="connsiteX5" fmla="*/ 1564157 w 3312054"/>
              <a:gd name="connsiteY5" fmla="*/ 439709 h 598822"/>
              <a:gd name="connsiteX6" fmla="*/ 0 w 3312054"/>
              <a:gd name="connsiteY6" fmla="*/ 439709 h 59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2054" h="598822">
                <a:moveTo>
                  <a:pt x="0" y="0"/>
                </a:moveTo>
                <a:lnTo>
                  <a:pt x="3312054" y="0"/>
                </a:lnTo>
                <a:lnTo>
                  <a:pt x="3312054" y="439709"/>
                </a:lnTo>
                <a:lnTo>
                  <a:pt x="1747883" y="439709"/>
                </a:lnTo>
                <a:lnTo>
                  <a:pt x="1656027" y="598822"/>
                </a:lnTo>
                <a:lnTo>
                  <a:pt x="1564157" y="439709"/>
                </a:lnTo>
                <a:lnTo>
                  <a:pt x="0" y="439709"/>
                </a:lnTo>
                <a:close/>
              </a:path>
            </a:pathLst>
          </a:custGeom>
          <a:solidFill>
            <a:schemeClr val="tx1"/>
          </a:solidFill>
        </p:spPr>
        <p:txBody>
          <a:bodyPr wrap="none" tIns="108000" bIns="216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Section 03</a:t>
            </a:r>
            <a:endParaRPr lang="en-US" dirty="0"/>
          </a:p>
        </p:txBody>
      </p:sp>
    </p:spTree>
    <p:extLst>
      <p:ext uri="{BB962C8B-B14F-4D97-AF65-F5344CB8AC3E}">
        <p14:creationId xmlns:p14="http://schemas.microsoft.com/office/powerpoint/2010/main" val="22077993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 Section Txt + Pic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8" name="Espace réservé du texte 5">
            <a:extLst>
              <a:ext uri="{FF2B5EF4-FFF2-40B4-BE49-F238E27FC236}">
                <a16:creationId xmlns:a16="http://schemas.microsoft.com/office/drawing/2014/main" id="{0A7F3D12-F062-4578-E630-EDA719EABED7}"/>
              </a:ext>
            </a:extLst>
          </p:cNvPr>
          <p:cNvSpPr>
            <a:spLocks noGrp="1"/>
          </p:cNvSpPr>
          <p:nvPr>
            <p:ph type="body" sz="quarter" idx="16" hasCustomPrompt="1"/>
          </p:nvPr>
        </p:nvSpPr>
        <p:spPr>
          <a:xfrm>
            <a:off x="731838" y="1420859"/>
            <a:ext cx="3312054" cy="661308"/>
          </a:xfrm>
          <a:solidFill>
            <a:schemeClr val="tx1"/>
          </a:solidFill>
        </p:spPr>
        <p:txBody>
          <a:bodyPr tIns="108000" bIns="108000" anchor="b">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9" name="Espace réservé du texte 5">
            <a:extLst>
              <a:ext uri="{FF2B5EF4-FFF2-40B4-BE49-F238E27FC236}">
                <a16:creationId xmlns:a16="http://schemas.microsoft.com/office/drawing/2014/main" id="{D817E342-F5A1-C116-DD0F-36ADE0EA8D79}"/>
              </a:ext>
            </a:extLst>
          </p:cNvPr>
          <p:cNvSpPr>
            <a:spLocks noGrp="1"/>
          </p:cNvSpPr>
          <p:nvPr>
            <p:ph type="body" sz="quarter" idx="17" hasCustomPrompt="1"/>
          </p:nvPr>
        </p:nvSpPr>
        <p:spPr>
          <a:xfrm>
            <a:off x="4551891" y="1420858"/>
            <a:ext cx="3312053" cy="661308"/>
          </a:xfrm>
          <a:solidFill>
            <a:schemeClr val="tx1"/>
          </a:solidFill>
        </p:spPr>
        <p:txBody>
          <a:bodyPr tIns="108000" bIns="108000" anchor="b">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10" name="Espace réservé du texte 5">
            <a:extLst>
              <a:ext uri="{FF2B5EF4-FFF2-40B4-BE49-F238E27FC236}">
                <a16:creationId xmlns:a16="http://schemas.microsoft.com/office/drawing/2014/main" id="{A1622C56-9A64-5BCC-6AAC-CBB27FCB2374}"/>
              </a:ext>
            </a:extLst>
          </p:cNvPr>
          <p:cNvSpPr>
            <a:spLocks noGrp="1"/>
          </p:cNvSpPr>
          <p:nvPr>
            <p:ph type="body" sz="quarter" idx="18" hasCustomPrompt="1"/>
          </p:nvPr>
        </p:nvSpPr>
        <p:spPr>
          <a:xfrm>
            <a:off x="8373003" y="1420858"/>
            <a:ext cx="3312053" cy="661308"/>
          </a:xfrm>
          <a:solidFill>
            <a:schemeClr val="tx1"/>
          </a:solidFill>
        </p:spPr>
        <p:txBody>
          <a:bodyPr tIns="108000" bIns="108000" anchor="b">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13" name="Espace réservé pour une image  12">
            <a:extLst>
              <a:ext uri="{FF2B5EF4-FFF2-40B4-BE49-F238E27FC236}">
                <a16:creationId xmlns:a16="http://schemas.microsoft.com/office/drawing/2014/main" id="{BDB31301-AEE9-3275-1C4C-EF18FF6D1BDF}"/>
              </a:ext>
            </a:extLst>
          </p:cNvPr>
          <p:cNvSpPr>
            <a:spLocks noGrp="1"/>
          </p:cNvSpPr>
          <p:nvPr>
            <p:ph type="pic" sz="quarter" idx="19"/>
          </p:nvPr>
        </p:nvSpPr>
        <p:spPr>
          <a:xfrm>
            <a:off x="731838" y="2082800"/>
            <a:ext cx="3311525" cy="2070100"/>
          </a:xfrm>
          <a:solidFill>
            <a:schemeClr val="bg1">
              <a:lumMod val="95000"/>
            </a:schemeClr>
          </a:solidFill>
        </p:spPr>
        <p:txBody>
          <a:bodyPr bIns="432000" anchor="ctr">
            <a:normAutofit/>
          </a:bodyPr>
          <a:lstStyle>
            <a:lvl1pPr marL="0" indent="0" algn="ctr">
              <a:buNone/>
              <a:defRPr sz="1200" b="0"/>
            </a:lvl1pPr>
          </a:lstStyle>
          <a:p>
            <a:r>
              <a:rPr lang="fr-FR"/>
              <a:t>Cliquez sur l'icône pour ajouter une image</a:t>
            </a:r>
          </a:p>
        </p:txBody>
      </p:sp>
      <p:sp>
        <p:nvSpPr>
          <p:cNvPr id="14" name="Espace réservé pour une image  12">
            <a:extLst>
              <a:ext uri="{FF2B5EF4-FFF2-40B4-BE49-F238E27FC236}">
                <a16:creationId xmlns:a16="http://schemas.microsoft.com/office/drawing/2014/main" id="{885E02A1-825B-E6F4-B87F-B4CFBE463FF5}"/>
              </a:ext>
            </a:extLst>
          </p:cNvPr>
          <p:cNvSpPr>
            <a:spLocks noGrp="1"/>
          </p:cNvSpPr>
          <p:nvPr>
            <p:ph type="pic" sz="quarter" idx="20"/>
          </p:nvPr>
        </p:nvSpPr>
        <p:spPr>
          <a:xfrm>
            <a:off x="4552419" y="2082800"/>
            <a:ext cx="3311525" cy="2070100"/>
          </a:xfrm>
          <a:solidFill>
            <a:schemeClr val="bg1">
              <a:lumMod val="95000"/>
            </a:schemeClr>
          </a:solidFill>
        </p:spPr>
        <p:txBody>
          <a:bodyPr bIns="432000" anchor="ctr">
            <a:normAutofit/>
          </a:bodyPr>
          <a:lstStyle>
            <a:lvl1pPr marL="0" indent="0" algn="ctr">
              <a:buNone/>
              <a:defRPr sz="1200" b="0"/>
            </a:lvl1pPr>
          </a:lstStyle>
          <a:p>
            <a:r>
              <a:rPr lang="fr-FR"/>
              <a:t>Cliquez sur l'icône pour ajouter une image</a:t>
            </a:r>
          </a:p>
        </p:txBody>
      </p:sp>
      <p:sp>
        <p:nvSpPr>
          <p:cNvPr id="15" name="Espace réservé pour une image  12">
            <a:extLst>
              <a:ext uri="{FF2B5EF4-FFF2-40B4-BE49-F238E27FC236}">
                <a16:creationId xmlns:a16="http://schemas.microsoft.com/office/drawing/2014/main" id="{8BDA6ED0-284F-F39B-F25F-8BDABBCEBF71}"/>
              </a:ext>
            </a:extLst>
          </p:cNvPr>
          <p:cNvSpPr>
            <a:spLocks noGrp="1"/>
          </p:cNvSpPr>
          <p:nvPr>
            <p:ph type="pic" sz="quarter" idx="21"/>
          </p:nvPr>
        </p:nvSpPr>
        <p:spPr>
          <a:xfrm>
            <a:off x="8373531" y="2082800"/>
            <a:ext cx="3311525" cy="2070100"/>
          </a:xfrm>
          <a:solidFill>
            <a:schemeClr val="bg1">
              <a:lumMod val="95000"/>
            </a:schemeClr>
          </a:solidFill>
        </p:spPr>
        <p:txBody>
          <a:bodyPr bIns="432000" anchor="ctr">
            <a:normAutofit/>
          </a:bodyPr>
          <a:lstStyle>
            <a:lvl1pPr marL="0" indent="0" algn="ctr">
              <a:buNone/>
              <a:defRPr sz="1200" b="0"/>
            </a:lvl1pPr>
          </a:lstStyle>
          <a:p>
            <a:r>
              <a:rPr lang="fr-FR"/>
              <a:t>Cliquez sur l'icône pour ajouter une image</a:t>
            </a:r>
          </a:p>
        </p:txBody>
      </p:sp>
    </p:spTree>
    <p:extLst>
      <p:ext uri="{BB962C8B-B14F-4D97-AF65-F5344CB8AC3E}">
        <p14:creationId xmlns:p14="http://schemas.microsoft.com/office/powerpoint/2010/main" val="36715008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 Txt Sections (Ver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8" y="542925"/>
            <a:ext cx="10729380"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8" y="966984"/>
            <a:ext cx="10729380" cy="313932"/>
          </a:xfrm>
        </p:spPr>
        <p:txBody>
          <a:bodyPr wrap="square">
            <a:spAutoFit/>
          </a:bodyPr>
          <a:lstStyle>
            <a:lvl1pPr marL="0" indent="0">
              <a:buNone/>
              <a:defRPr b="0"/>
            </a:lvl1pPr>
          </a:lstStyle>
          <a:p>
            <a:pPr lvl="0"/>
            <a:r>
              <a:rPr lang="fr-FR"/>
              <a:t>Subtitle of the slide</a:t>
            </a:r>
            <a:endParaRPr lang="fr-FR" dirty="0"/>
          </a:p>
        </p:txBody>
      </p:sp>
      <p:sp>
        <p:nvSpPr>
          <p:cNvPr id="8" name="Espace réservé du texte 5">
            <a:extLst>
              <a:ext uri="{FF2B5EF4-FFF2-40B4-BE49-F238E27FC236}">
                <a16:creationId xmlns:a16="http://schemas.microsoft.com/office/drawing/2014/main" id="{0A7F3D12-F062-4578-E630-EDA719EABED7}"/>
              </a:ext>
            </a:extLst>
          </p:cNvPr>
          <p:cNvSpPr>
            <a:spLocks noGrp="1"/>
          </p:cNvSpPr>
          <p:nvPr>
            <p:ph type="body" sz="quarter" idx="16" hasCustomPrompt="1"/>
          </p:nvPr>
        </p:nvSpPr>
        <p:spPr>
          <a:xfrm>
            <a:off x="730782" y="1669144"/>
            <a:ext cx="2128532" cy="804542"/>
          </a:xfrm>
          <a:solidFill>
            <a:schemeClr val="tx1"/>
          </a:solidFill>
        </p:spPr>
        <p:txBody>
          <a:bodyPr lIns="720000" anchor="ctr"/>
          <a:lstStyle>
            <a:lvl1pPr marL="0" indent="0" algn="l">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11" name="Espace réservé du texte 5">
            <a:extLst>
              <a:ext uri="{FF2B5EF4-FFF2-40B4-BE49-F238E27FC236}">
                <a16:creationId xmlns:a16="http://schemas.microsoft.com/office/drawing/2014/main" id="{FEF86B42-EBB2-614B-6F5E-94FF20E99043}"/>
              </a:ext>
            </a:extLst>
          </p:cNvPr>
          <p:cNvSpPr>
            <a:spLocks noGrp="1"/>
          </p:cNvSpPr>
          <p:nvPr>
            <p:ph type="body" sz="quarter" idx="17" hasCustomPrompt="1"/>
          </p:nvPr>
        </p:nvSpPr>
        <p:spPr>
          <a:xfrm>
            <a:off x="730782" y="2820610"/>
            <a:ext cx="2128532" cy="804542"/>
          </a:xfrm>
          <a:solidFill>
            <a:schemeClr val="tx1"/>
          </a:solidFill>
        </p:spPr>
        <p:txBody>
          <a:bodyPr lIns="720000" anchor="ctr"/>
          <a:lstStyle>
            <a:lvl1pPr marL="0" indent="0" algn="l">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13" name="Espace réservé du texte 5">
            <a:extLst>
              <a:ext uri="{FF2B5EF4-FFF2-40B4-BE49-F238E27FC236}">
                <a16:creationId xmlns:a16="http://schemas.microsoft.com/office/drawing/2014/main" id="{D1DA17AB-8CD5-2C96-9982-16C323C603F6}"/>
              </a:ext>
            </a:extLst>
          </p:cNvPr>
          <p:cNvSpPr>
            <a:spLocks noGrp="1"/>
          </p:cNvSpPr>
          <p:nvPr>
            <p:ph type="body" sz="quarter" idx="18" hasCustomPrompt="1"/>
          </p:nvPr>
        </p:nvSpPr>
        <p:spPr>
          <a:xfrm>
            <a:off x="730782" y="3972076"/>
            <a:ext cx="2128532" cy="804542"/>
          </a:xfrm>
          <a:solidFill>
            <a:schemeClr val="tx1"/>
          </a:solidFill>
        </p:spPr>
        <p:txBody>
          <a:bodyPr lIns="720000" anchor="ctr"/>
          <a:lstStyle>
            <a:lvl1pPr marL="0" indent="0" algn="l">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14" name="Espace réservé du texte 5">
            <a:extLst>
              <a:ext uri="{FF2B5EF4-FFF2-40B4-BE49-F238E27FC236}">
                <a16:creationId xmlns:a16="http://schemas.microsoft.com/office/drawing/2014/main" id="{7937F10F-4B84-26A8-9D64-4AC18FE64C05}"/>
              </a:ext>
            </a:extLst>
          </p:cNvPr>
          <p:cNvSpPr>
            <a:spLocks noGrp="1"/>
          </p:cNvSpPr>
          <p:nvPr>
            <p:ph type="body" sz="quarter" idx="19" hasCustomPrompt="1"/>
          </p:nvPr>
        </p:nvSpPr>
        <p:spPr>
          <a:xfrm>
            <a:off x="730782" y="5123543"/>
            <a:ext cx="2128532" cy="804542"/>
          </a:xfrm>
          <a:solidFill>
            <a:schemeClr val="tx1"/>
          </a:solidFill>
        </p:spPr>
        <p:txBody>
          <a:bodyPr lIns="720000" anchor="ctr"/>
          <a:lstStyle>
            <a:lvl1pPr marL="0" indent="0" algn="l">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26" name="Espace réservé du texte 5">
            <a:extLst>
              <a:ext uri="{FF2B5EF4-FFF2-40B4-BE49-F238E27FC236}">
                <a16:creationId xmlns:a16="http://schemas.microsoft.com/office/drawing/2014/main" id="{B3958C8F-40A0-68A6-E237-108BF41D1A97}"/>
              </a:ext>
            </a:extLst>
          </p:cNvPr>
          <p:cNvSpPr>
            <a:spLocks noGrp="1"/>
          </p:cNvSpPr>
          <p:nvPr>
            <p:ph type="body" sz="quarter" idx="12" hasCustomPrompt="1"/>
          </p:nvPr>
        </p:nvSpPr>
        <p:spPr>
          <a:xfrm>
            <a:off x="3848212" y="1813138"/>
            <a:ext cx="3312054" cy="516552"/>
          </a:xfrm>
        </p:spPr>
        <p:txBody>
          <a:bodyPr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27" name="Espace réservé du texte 5">
            <a:extLst>
              <a:ext uri="{FF2B5EF4-FFF2-40B4-BE49-F238E27FC236}">
                <a16:creationId xmlns:a16="http://schemas.microsoft.com/office/drawing/2014/main" id="{9E3A2CF7-438A-252F-67C3-682BAD2B7735}"/>
              </a:ext>
            </a:extLst>
          </p:cNvPr>
          <p:cNvSpPr>
            <a:spLocks noGrp="1"/>
          </p:cNvSpPr>
          <p:nvPr>
            <p:ph type="body" sz="quarter" idx="27" hasCustomPrompt="1"/>
          </p:nvPr>
        </p:nvSpPr>
        <p:spPr>
          <a:xfrm>
            <a:off x="3848212" y="2958862"/>
            <a:ext cx="3312054" cy="516552"/>
          </a:xfrm>
        </p:spPr>
        <p:txBody>
          <a:bodyPr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28" name="Espace réservé du texte 5">
            <a:extLst>
              <a:ext uri="{FF2B5EF4-FFF2-40B4-BE49-F238E27FC236}">
                <a16:creationId xmlns:a16="http://schemas.microsoft.com/office/drawing/2014/main" id="{F57CC452-110D-D242-7AAE-3B93478A0F19}"/>
              </a:ext>
            </a:extLst>
          </p:cNvPr>
          <p:cNvSpPr>
            <a:spLocks noGrp="1"/>
          </p:cNvSpPr>
          <p:nvPr>
            <p:ph type="body" sz="quarter" idx="28" hasCustomPrompt="1"/>
          </p:nvPr>
        </p:nvSpPr>
        <p:spPr>
          <a:xfrm>
            <a:off x="3848212" y="4116071"/>
            <a:ext cx="3312054" cy="516552"/>
          </a:xfrm>
        </p:spPr>
        <p:txBody>
          <a:bodyPr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29" name="Espace réservé du texte 5">
            <a:extLst>
              <a:ext uri="{FF2B5EF4-FFF2-40B4-BE49-F238E27FC236}">
                <a16:creationId xmlns:a16="http://schemas.microsoft.com/office/drawing/2014/main" id="{EF54819C-48E4-448B-2238-A7E8684E9635}"/>
              </a:ext>
            </a:extLst>
          </p:cNvPr>
          <p:cNvSpPr>
            <a:spLocks noGrp="1"/>
          </p:cNvSpPr>
          <p:nvPr>
            <p:ph type="body" sz="quarter" idx="29" hasCustomPrompt="1"/>
          </p:nvPr>
        </p:nvSpPr>
        <p:spPr>
          <a:xfrm>
            <a:off x="3848212" y="5267538"/>
            <a:ext cx="3312054" cy="516552"/>
          </a:xfrm>
        </p:spPr>
        <p:txBody>
          <a:bodyPr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34" name="Espace réservé du texte 5">
            <a:extLst>
              <a:ext uri="{FF2B5EF4-FFF2-40B4-BE49-F238E27FC236}">
                <a16:creationId xmlns:a16="http://schemas.microsoft.com/office/drawing/2014/main" id="{49D09ECE-AF3D-002D-6161-86DC86C54FD9}"/>
              </a:ext>
            </a:extLst>
          </p:cNvPr>
          <p:cNvSpPr>
            <a:spLocks noGrp="1"/>
          </p:cNvSpPr>
          <p:nvPr>
            <p:ph type="body" sz="quarter" idx="30" hasCustomPrompt="1"/>
          </p:nvPr>
        </p:nvSpPr>
        <p:spPr>
          <a:xfrm>
            <a:off x="8149164" y="1813138"/>
            <a:ext cx="3312054" cy="516552"/>
          </a:xfrm>
        </p:spPr>
        <p:txBody>
          <a:bodyPr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35" name="Espace réservé du texte 5">
            <a:extLst>
              <a:ext uri="{FF2B5EF4-FFF2-40B4-BE49-F238E27FC236}">
                <a16:creationId xmlns:a16="http://schemas.microsoft.com/office/drawing/2014/main" id="{D203345B-B46B-0FD8-635F-95D564BB7429}"/>
              </a:ext>
            </a:extLst>
          </p:cNvPr>
          <p:cNvSpPr>
            <a:spLocks noGrp="1"/>
          </p:cNvSpPr>
          <p:nvPr>
            <p:ph type="body" sz="quarter" idx="31" hasCustomPrompt="1"/>
          </p:nvPr>
        </p:nvSpPr>
        <p:spPr>
          <a:xfrm>
            <a:off x="8149164" y="2958862"/>
            <a:ext cx="3312054" cy="516552"/>
          </a:xfrm>
        </p:spPr>
        <p:txBody>
          <a:bodyPr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36" name="Espace réservé du texte 5">
            <a:extLst>
              <a:ext uri="{FF2B5EF4-FFF2-40B4-BE49-F238E27FC236}">
                <a16:creationId xmlns:a16="http://schemas.microsoft.com/office/drawing/2014/main" id="{979A3A66-10C3-7D4D-BDC0-6E3637ADAA36}"/>
              </a:ext>
            </a:extLst>
          </p:cNvPr>
          <p:cNvSpPr>
            <a:spLocks noGrp="1"/>
          </p:cNvSpPr>
          <p:nvPr>
            <p:ph type="body" sz="quarter" idx="32" hasCustomPrompt="1"/>
          </p:nvPr>
        </p:nvSpPr>
        <p:spPr>
          <a:xfrm>
            <a:off x="8149164" y="4116071"/>
            <a:ext cx="3312054" cy="516552"/>
          </a:xfrm>
        </p:spPr>
        <p:txBody>
          <a:bodyPr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37" name="Espace réservé du texte 5">
            <a:extLst>
              <a:ext uri="{FF2B5EF4-FFF2-40B4-BE49-F238E27FC236}">
                <a16:creationId xmlns:a16="http://schemas.microsoft.com/office/drawing/2014/main" id="{EC2D85E7-653C-903D-1F38-FED1EDE04C68}"/>
              </a:ext>
            </a:extLst>
          </p:cNvPr>
          <p:cNvSpPr>
            <a:spLocks noGrp="1"/>
          </p:cNvSpPr>
          <p:nvPr>
            <p:ph type="body" sz="quarter" idx="33" hasCustomPrompt="1"/>
          </p:nvPr>
        </p:nvSpPr>
        <p:spPr>
          <a:xfrm>
            <a:off x="8149164" y="5267538"/>
            <a:ext cx="3312054" cy="516552"/>
          </a:xfrm>
        </p:spPr>
        <p:txBody>
          <a:bodyPr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Tree>
    <p:extLst>
      <p:ext uri="{BB962C8B-B14F-4D97-AF65-F5344CB8AC3E}">
        <p14:creationId xmlns:p14="http://schemas.microsoft.com/office/powerpoint/2010/main" val="19921249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xt block + 4 text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8" y="542925"/>
            <a:ext cx="10729380"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8" y="966984"/>
            <a:ext cx="10729380" cy="313932"/>
          </a:xfrm>
        </p:spPr>
        <p:txBody>
          <a:bodyPr wrap="square">
            <a:spAutoFit/>
          </a:bodyPr>
          <a:lstStyle>
            <a:lvl1pPr marL="0" indent="0">
              <a:buNone/>
              <a:defRPr b="0"/>
            </a:lvl1pPr>
          </a:lstStyle>
          <a:p>
            <a:pPr lvl="0"/>
            <a:r>
              <a:rPr lang="fr-FR"/>
              <a:t>Subtitle of the slide</a:t>
            </a:r>
            <a:endParaRPr lang="fr-FR" dirty="0"/>
          </a:p>
        </p:txBody>
      </p:sp>
      <p:sp>
        <p:nvSpPr>
          <p:cNvPr id="8" name="Espace réservé du texte 5">
            <a:extLst>
              <a:ext uri="{FF2B5EF4-FFF2-40B4-BE49-F238E27FC236}">
                <a16:creationId xmlns:a16="http://schemas.microsoft.com/office/drawing/2014/main" id="{0A7F3D12-F062-4578-E630-EDA719EABED7}"/>
              </a:ext>
            </a:extLst>
          </p:cNvPr>
          <p:cNvSpPr>
            <a:spLocks noGrp="1" noChangeAspect="1"/>
          </p:cNvSpPr>
          <p:nvPr>
            <p:ph type="body" sz="quarter" idx="16" hasCustomPrompt="1"/>
          </p:nvPr>
        </p:nvSpPr>
        <p:spPr>
          <a:xfrm>
            <a:off x="6580764" y="1669144"/>
            <a:ext cx="806400" cy="804542"/>
          </a:xfrm>
          <a:solidFill>
            <a:schemeClr val="tx1"/>
          </a:solidFill>
        </p:spPr>
        <p:txBody>
          <a:bodyPr lIns="0" tIns="0" bIns="0" anchor="ct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01</a:t>
            </a:r>
            <a:endParaRPr lang="en-US" dirty="0"/>
          </a:p>
        </p:txBody>
      </p:sp>
      <p:sp>
        <p:nvSpPr>
          <p:cNvPr id="11" name="Espace réservé du texte 5">
            <a:extLst>
              <a:ext uri="{FF2B5EF4-FFF2-40B4-BE49-F238E27FC236}">
                <a16:creationId xmlns:a16="http://schemas.microsoft.com/office/drawing/2014/main" id="{FEF86B42-EBB2-614B-6F5E-94FF20E99043}"/>
              </a:ext>
            </a:extLst>
          </p:cNvPr>
          <p:cNvSpPr>
            <a:spLocks noGrp="1" noChangeAspect="1"/>
          </p:cNvSpPr>
          <p:nvPr>
            <p:ph type="body" sz="quarter" idx="17" hasCustomPrompt="1"/>
          </p:nvPr>
        </p:nvSpPr>
        <p:spPr>
          <a:xfrm>
            <a:off x="6580764" y="2820610"/>
            <a:ext cx="806400" cy="804542"/>
          </a:xfrm>
          <a:solidFill>
            <a:schemeClr val="tx1"/>
          </a:solidFill>
        </p:spPr>
        <p:txBody>
          <a:bodyPr lIns="0" tIns="0" bIns="0" anchor="ct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02</a:t>
            </a:r>
            <a:endParaRPr lang="en-US" dirty="0"/>
          </a:p>
        </p:txBody>
      </p:sp>
      <p:sp>
        <p:nvSpPr>
          <p:cNvPr id="13" name="Espace réservé du texte 5">
            <a:extLst>
              <a:ext uri="{FF2B5EF4-FFF2-40B4-BE49-F238E27FC236}">
                <a16:creationId xmlns:a16="http://schemas.microsoft.com/office/drawing/2014/main" id="{D1DA17AB-8CD5-2C96-9982-16C323C603F6}"/>
              </a:ext>
            </a:extLst>
          </p:cNvPr>
          <p:cNvSpPr>
            <a:spLocks noGrp="1" noChangeAspect="1"/>
          </p:cNvSpPr>
          <p:nvPr>
            <p:ph type="body" sz="quarter" idx="18" hasCustomPrompt="1"/>
          </p:nvPr>
        </p:nvSpPr>
        <p:spPr>
          <a:xfrm>
            <a:off x="6580764" y="3972076"/>
            <a:ext cx="806400" cy="804542"/>
          </a:xfrm>
          <a:solidFill>
            <a:schemeClr val="tx1"/>
          </a:solidFill>
        </p:spPr>
        <p:txBody>
          <a:bodyPr lIns="0" tIns="0" bIns="0" anchor="ct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03</a:t>
            </a:r>
            <a:endParaRPr lang="en-US" dirty="0"/>
          </a:p>
        </p:txBody>
      </p:sp>
      <p:sp>
        <p:nvSpPr>
          <p:cNvPr id="14" name="Espace réservé du texte 5">
            <a:extLst>
              <a:ext uri="{FF2B5EF4-FFF2-40B4-BE49-F238E27FC236}">
                <a16:creationId xmlns:a16="http://schemas.microsoft.com/office/drawing/2014/main" id="{7937F10F-4B84-26A8-9D64-4AC18FE64C05}"/>
              </a:ext>
            </a:extLst>
          </p:cNvPr>
          <p:cNvSpPr>
            <a:spLocks noGrp="1" noChangeAspect="1"/>
          </p:cNvSpPr>
          <p:nvPr>
            <p:ph type="body" sz="quarter" idx="19" hasCustomPrompt="1"/>
          </p:nvPr>
        </p:nvSpPr>
        <p:spPr>
          <a:xfrm>
            <a:off x="6580764" y="5123543"/>
            <a:ext cx="806400" cy="804542"/>
          </a:xfrm>
          <a:solidFill>
            <a:schemeClr val="tx1"/>
          </a:solidFill>
        </p:spPr>
        <p:txBody>
          <a:bodyPr lIns="0" tIns="0" bIns="0" anchor="ct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04</a:t>
            </a:r>
            <a:endParaRPr lang="en-US" dirty="0"/>
          </a:p>
        </p:txBody>
      </p:sp>
      <p:sp>
        <p:nvSpPr>
          <p:cNvPr id="34" name="Espace réservé du texte 5">
            <a:extLst>
              <a:ext uri="{FF2B5EF4-FFF2-40B4-BE49-F238E27FC236}">
                <a16:creationId xmlns:a16="http://schemas.microsoft.com/office/drawing/2014/main" id="{49D09ECE-AF3D-002D-6161-86DC86C54FD9}"/>
              </a:ext>
            </a:extLst>
          </p:cNvPr>
          <p:cNvSpPr>
            <a:spLocks noGrp="1"/>
          </p:cNvSpPr>
          <p:nvPr>
            <p:ph type="body" sz="quarter" idx="30" hasCustomPrompt="1"/>
          </p:nvPr>
        </p:nvSpPr>
        <p:spPr>
          <a:xfrm>
            <a:off x="7387164" y="1813139"/>
            <a:ext cx="4074054" cy="516552"/>
          </a:xfrm>
        </p:spPr>
        <p:txBody>
          <a:bodyPr wrap="square"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35" name="Espace réservé du texte 5">
            <a:extLst>
              <a:ext uri="{FF2B5EF4-FFF2-40B4-BE49-F238E27FC236}">
                <a16:creationId xmlns:a16="http://schemas.microsoft.com/office/drawing/2014/main" id="{D203345B-B46B-0FD8-635F-95D564BB7429}"/>
              </a:ext>
            </a:extLst>
          </p:cNvPr>
          <p:cNvSpPr>
            <a:spLocks noGrp="1"/>
          </p:cNvSpPr>
          <p:nvPr>
            <p:ph type="body" sz="quarter" idx="31" hasCustomPrompt="1"/>
          </p:nvPr>
        </p:nvSpPr>
        <p:spPr>
          <a:xfrm>
            <a:off x="7387164" y="2964605"/>
            <a:ext cx="4074054" cy="516552"/>
          </a:xfrm>
        </p:spPr>
        <p:txBody>
          <a:bodyPr wrap="square"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36" name="Espace réservé du texte 5">
            <a:extLst>
              <a:ext uri="{FF2B5EF4-FFF2-40B4-BE49-F238E27FC236}">
                <a16:creationId xmlns:a16="http://schemas.microsoft.com/office/drawing/2014/main" id="{979A3A66-10C3-7D4D-BDC0-6E3637ADAA36}"/>
              </a:ext>
            </a:extLst>
          </p:cNvPr>
          <p:cNvSpPr>
            <a:spLocks noGrp="1"/>
          </p:cNvSpPr>
          <p:nvPr>
            <p:ph type="body" sz="quarter" idx="32" hasCustomPrompt="1"/>
          </p:nvPr>
        </p:nvSpPr>
        <p:spPr>
          <a:xfrm>
            <a:off x="7387164" y="4116071"/>
            <a:ext cx="4074054" cy="516552"/>
          </a:xfrm>
        </p:spPr>
        <p:txBody>
          <a:bodyPr wrap="square"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37" name="Espace réservé du texte 5">
            <a:extLst>
              <a:ext uri="{FF2B5EF4-FFF2-40B4-BE49-F238E27FC236}">
                <a16:creationId xmlns:a16="http://schemas.microsoft.com/office/drawing/2014/main" id="{EC2D85E7-653C-903D-1F38-FED1EDE04C68}"/>
              </a:ext>
            </a:extLst>
          </p:cNvPr>
          <p:cNvSpPr>
            <a:spLocks noGrp="1"/>
          </p:cNvSpPr>
          <p:nvPr>
            <p:ph type="body" sz="quarter" idx="33" hasCustomPrompt="1"/>
          </p:nvPr>
        </p:nvSpPr>
        <p:spPr>
          <a:xfrm>
            <a:off x="7387164" y="5267538"/>
            <a:ext cx="4074054" cy="516552"/>
          </a:xfrm>
        </p:spPr>
        <p:txBody>
          <a:bodyPr wrap="square"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cxnSp>
        <p:nvCxnSpPr>
          <p:cNvPr id="5" name="Straight Connector 21">
            <a:extLst>
              <a:ext uri="{FF2B5EF4-FFF2-40B4-BE49-F238E27FC236}">
                <a16:creationId xmlns:a16="http://schemas.microsoft.com/office/drawing/2014/main" id="{F8529961-D442-F06B-1476-834A05DF2602}"/>
              </a:ext>
            </a:extLst>
          </p:cNvPr>
          <p:cNvCxnSpPr>
            <a:cxnSpLocks/>
          </p:cNvCxnSpPr>
          <p:nvPr userDrawn="1"/>
        </p:nvCxnSpPr>
        <p:spPr>
          <a:xfrm>
            <a:off x="6096000" y="1669144"/>
            <a:ext cx="0" cy="4258943"/>
          </a:xfrm>
          <a:prstGeom prst="line">
            <a:avLst/>
          </a:prstGeom>
          <a:ln w="3175">
            <a:solidFill>
              <a:schemeClr val="bg1">
                <a:lumMod val="75000"/>
                <a:alpha val="75000"/>
              </a:schemeClr>
            </a:solidFill>
          </a:ln>
        </p:spPr>
        <p:style>
          <a:lnRef idx="1">
            <a:schemeClr val="accent1"/>
          </a:lnRef>
          <a:fillRef idx="0">
            <a:schemeClr val="accent1"/>
          </a:fillRef>
          <a:effectRef idx="0">
            <a:schemeClr val="accent1"/>
          </a:effectRef>
          <a:fontRef idx="minor">
            <a:schemeClr val="tx1"/>
          </a:fontRef>
        </p:style>
      </p:cxnSp>
      <p:sp>
        <p:nvSpPr>
          <p:cNvPr id="9" name="Espace réservé du texte 5">
            <a:extLst>
              <a:ext uri="{FF2B5EF4-FFF2-40B4-BE49-F238E27FC236}">
                <a16:creationId xmlns:a16="http://schemas.microsoft.com/office/drawing/2014/main" id="{C98FE295-BAAE-941A-B64B-3A70206B6223}"/>
              </a:ext>
            </a:extLst>
          </p:cNvPr>
          <p:cNvSpPr>
            <a:spLocks noGrp="1"/>
          </p:cNvSpPr>
          <p:nvPr>
            <p:ph type="body" sz="quarter" idx="12" hasCustomPrompt="1"/>
          </p:nvPr>
        </p:nvSpPr>
        <p:spPr>
          <a:xfrm>
            <a:off x="508000" y="1669144"/>
            <a:ext cx="5588000" cy="4307990"/>
          </a:xfrm>
        </p:spPr>
        <p:txBody>
          <a:bodyPr anchor="ctr"/>
          <a:lstStyle/>
          <a:p>
            <a:pPr lvl="0"/>
            <a:r>
              <a:rPr lang="fr-FR"/>
              <a:t>Click here to add your 01 level text</a:t>
            </a:r>
          </a:p>
          <a:p>
            <a:pPr lvl="1"/>
            <a:r>
              <a:rPr lang="fr-FR"/>
              <a:t>Click here to add your 02 level text</a:t>
            </a:r>
          </a:p>
          <a:p>
            <a:pPr lvl="2"/>
            <a:r>
              <a:rPr lang="fr-FR"/>
              <a:t>Click here to add your 03 level text</a:t>
            </a:r>
          </a:p>
        </p:txBody>
      </p:sp>
    </p:spTree>
    <p:extLst>
      <p:ext uri="{BB962C8B-B14F-4D97-AF65-F5344CB8AC3E}">
        <p14:creationId xmlns:p14="http://schemas.microsoft.com/office/powerpoint/2010/main" val="192457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x2 Section text A">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1990726" y="2199578"/>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9" name="Espace réservé du texte 5">
            <a:extLst>
              <a:ext uri="{FF2B5EF4-FFF2-40B4-BE49-F238E27FC236}">
                <a16:creationId xmlns:a16="http://schemas.microsoft.com/office/drawing/2014/main" id="{20976B59-13F4-0036-232C-A9179F51D100}"/>
              </a:ext>
            </a:extLst>
          </p:cNvPr>
          <p:cNvSpPr>
            <a:spLocks noGrp="1"/>
          </p:cNvSpPr>
          <p:nvPr>
            <p:ph type="body" sz="quarter" idx="20" hasCustomPrompt="1"/>
          </p:nvPr>
        </p:nvSpPr>
        <p:spPr>
          <a:xfrm>
            <a:off x="731838" y="2199578"/>
            <a:ext cx="1258887" cy="1896172"/>
          </a:xfrm>
          <a:solidFill>
            <a:schemeClr val="tx1"/>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
        <p:nvSpPr>
          <p:cNvPr id="26" name="Espace réservé du texte 5">
            <a:extLst>
              <a:ext uri="{FF2B5EF4-FFF2-40B4-BE49-F238E27FC236}">
                <a16:creationId xmlns:a16="http://schemas.microsoft.com/office/drawing/2014/main" id="{FBD5C69C-133F-424C-9DAC-E81616F859DB}"/>
              </a:ext>
            </a:extLst>
          </p:cNvPr>
          <p:cNvSpPr>
            <a:spLocks noGrp="1"/>
          </p:cNvSpPr>
          <p:nvPr>
            <p:ph type="body" sz="quarter" idx="16" hasCustomPrompt="1"/>
          </p:nvPr>
        </p:nvSpPr>
        <p:spPr>
          <a:xfrm>
            <a:off x="731837" y="1420859"/>
            <a:ext cx="499824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7" name="Espace réservé du texte 5">
            <a:extLst>
              <a:ext uri="{FF2B5EF4-FFF2-40B4-BE49-F238E27FC236}">
                <a16:creationId xmlns:a16="http://schemas.microsoft.com/office/drawing/2014/main" id="{0F834BE1-E200-CF86-78D6-00318C098CDD}"/>
              </a:ext>
            </a:extLst>
          </p:cNvPr>
          <p:cNvSpPr>
            <a:spLocks noGrp="1"/>
          </p:cNvSpPr>
          <p:nvPr>
            <p:ph type="body" sz="quarter" idx="21" hasCustomPrompt="1"/>
          </p:nvPr>
        </p:nvSpPr>
        <p:spPr>
          <a:xfrm>
            <a:off x="6686810" y="1420858"/>
            <a:ext cx="499824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8" name="Espace réservé du texte 5">
            <a:extLst>
              <a:ext uri="{FF2B5EF4-FFF2-40B4-BE49-F238E27FC236}">
                <a16:creationId xmlns:a16="http://schemas.microsoft.com/office/drawing/2014/main" id="{728E1B5B-191D-E39F-6EAE-E7528A9E7EAF}"/>
              </a:ext>
            </a:extLst>
          </p:cNvPr>
          <p:cNvSpPr>
            <a:spLocks noGrp="1"/>
          </p:cNvSpPr>
          <p:nvPr>
            <p:ph type="body" sz="quarter" idx="22" hasCustomPrompt="1"/>
          </p:nvPr>
        </p:nvSpPr>
        <p:spPr>
          <a:xfrm>
            <a:off x="7945698" y="2199578"/>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29" name="Espace réservé du texte 5">
            <a:extLst>
              <a:ext uri="{FF2B5EF4-FFF2-40B4-BE49-F238E27FC236}">
                <a16:creationId xmlns:a16="http://schemas.microsoft.com/office/drawing/2014/main" id="{FAC4EEF8-6B9E-63B2-943E-416310D1E707}"/>
              </a:ext>
            </a:extLst>
          </p:cNvPr>
          <p:cNvSpPr>
            <a:spLocks noGrp="1"/>
          </p:cNvSpPr>
          <p:nvPr>
            <p:ph type="body" sz="quarter" idx="23" hasCustomPrompt="1"/>
          </p:nvPr>
        </p:nvSpPr>
        <p:spPr>
          <a:xfrm>
            <a:off x="6686810" y="2199578"/>
            <a:ext cx="1258887" cy="1896172"/>
          </a:xfrm>
          <a:solidFill>
            <a:schemeClr val="tx1"/>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
        <p:nvSpPr>
          <p:cNvPr id="30" name="Espace réservé du texte 5">
            <a:extLst>
              <a:ext uri="{FF2B5EF4-FFF2-40B4-BE49-F238E27FC236}">
                <a16:creationId xmlns:a16="http://schemas.microsoft.com/office/drawing/2014/main" id="{41EE1D0E-98A9-979A-0737-32AC8954CEE1}"/>
              </a:ext>
            </a:extLst>
          </p:cNvPr>
          <p:cNvSpPr>
            <a:spLocks noGrp="1"/>
          </p:cNvSpPr>
          <p:nvPr>
            <p:ph type="body" sz="quarter" idx="24" hasCustomPrompt="1"/>
          </p:nvPr>
        </p:nvSpPr>
        <p:spPr>
          <a:xfrm>
            <a:off x="1990726" y="4213162"/>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31" name="Espace réservé du texte 5">
            <a:extLst>
              <a:ext uri="{FF2B5EF4-FFF2-40B4-BE49-F238E27FC236}">
                <a16:creationId xmlns:a16="http://schemas.microsoft.com/office/drawing/2014/main" id="{79D31198-ADA9-0D6E-169C-356F19545291}"/>
              </a:ext>
            </a:extLst>
          </p:cNvPr>
          <p:cNvSpPr>
            <a:spLocks noGrp="1"/>
          </p:cNvSpPr>
          <p:nvPr>
            <p:ph type="body" sz="quarter" idx="25" hasCustomPrompt="1"/>
          </p:nvPr>
        </p:nvSpPr>
        <p:spPr>
          <a:xfrm>
            <a:off x="731838" y="4213162"/>
            <a:ext cx="1258887" cy="1896172"/>
          </a:xfrm>
          <a:solidFill>
            <a:schemeClr val="tx1"/>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
        <p:nvSpPr>
          <p:cNvPr id="32" name="Espace réservé du texte 5">
            <a:extLst>
              <a:ext uri="{FF2B5EF4-FFF2-40B4-BE49-F238E27FC236}">
                <a16:creationId xmlns:a16="http://schemas.microsoft.com/office/drawing/2014/main" id="{B6A757A7-A293-ABB2-5B68-435EC0FEC6A2}"/>
              </a:ext>
            </a:extLst>
          </p:cNvPr>
          <p:cNvSpPr>
            <a:spLocks noGrp="1"/>
          </p:cNvSpPr>
          <p:nvPr>
            <p:ph type="body" sz="quarter" idx="26" hasCustomPrompt="1"/>
          </p:nvPr>
        </p:nvSpPr>
        <p:spPr>
          <a:xfrm>
            <a:off x="7945698" y="4213162"/>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33" name="Espace réservé du texte 5">
            <a:extLst>
              <a:ext uri="{FF2B5EF4-FFF2-40B4-BE49-F238E27FC236}">
                <a16:creationId xmlns:a16="http://schemas.microsoft.com/office/drawing/2014/main" id="{6A0A6510-935B-BC06-DFFA-F768A8EF7805}"/>
              </a:ext>
            </a:extLst>
          </p:cNvPr>
          <p:cNvSpPr>
            <a:spLocks noGrp="1"/>
          </p:cNvSpPr>
          <p:nvPr>
            <p:ph type="body" sz="quarter" idx="27" hasCustomPrompt="1"/>
          </p:nvPr>
        </p:nvSpPr>
        <p:spPr>
          <a:xfrm>
            <a:off x="6686810" y="4213162"/>
            <a:ext cx="1258887" cy="1896172"/>
          </a:xfrm>
          <a:solidFill>
            <a:schemeClr val="tx1"/>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Tree>
    <p:extLst>
      <p:ext uri="{BB962C8B-B14F-4D97-AF65-F5344CB8AC3E}">
        <p14:creationId xmlns:p14="http://schemas.microsoft.com/office/powerpoint/2010/main" val="20463625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x2 Section text B">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1990726" y="2199578"/>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9" name="Espace réservé du texte 5">
            <a:extLst>
              <a:ext uri="{FF2B5EF4-FFF2-40B4-BE49-F238E27FC236}">
                <a16:creationId xmlns:a16="http://schemas.microsoft.com/office/drawing/2014/main" id="{20976B59-13F4-0036-232C-A9179F51D100}"/>
              </a:ext>
            </a:extLst>
          </p:cNvPr>
          <p:cNvSpPr>
            <a:spLocks noGrp="1"/>
          </p:cNvSpPr>
          <p:nvPr>
            <p:ph type="body" sz="quarter" idx="20" hasCustomPrompt="1"/>
          </p:nvPr>
        </p:nvSpPr>
        <p:spPr>
          <a:xfrm>
            <a:off x="731838" y="2199578"/>
            <a:ext cx="1258887" cy="1896172"/>
          </a:xfrm>
          <a:solidFill>
            <a:schemeClr val="accent5"/>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XX%</a:t>
            </a:r>
            <a:endParaRPr lang="en-US" dirty="0"/>
          </a:p>
        </p:txBody>
      </p:sp>
      <p:sp>
        <p:nvSpPr>
          <p:cNvPr id="26" name="Espace réservé du texte 5">
            <a:extLst>
              <a:ext uri="{FF2B5EF4-FFF2-40B4-BE49-F238E27FC236}">
                <a16:creationId xmlns:a16="http://schemas.microsoft.com/office/drawing/2014/main" id="{FBD5C69C-133F-424C-9DAC-E81616F859DB}"/>
              </a:ext>
            </a:extLst>
          </p:cNvPr>
          <p:cNvSpPr>
            <a:spLocks noGrp="1"/>
          </p:cNvSpPr>
          <p:nvPr>
            <p:ph type="body" sz="quarter" idx="16" hasCustomPrompt="1"/>
          </p:nvPr>
        </p:nvSpPr>
        <p:spPr>
          <a:xfrm>
            <a:off x="731837" y="1420858"/>
            <a:ext cx="499824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7" name="Espace réservé du texte 5">
            <a:extLst>
              <a:ext uri="{FF2B5EF4-FFF2-40B4-BE49-F238E27FC236}">
                <a16:creationId xmlns:a16="http://schemas.microsoft.com/office/drawing/2014/main" id="{0F834BE1-E200-CF86-78D6-00318C098CDD}"/>
              </a:ext>
            </a:extLst>
          </p:cNvPr>
          <p:cNvSpPr>
            <a:spLocks noGrp="1"/>
          </p:cNvSpPr>
          <p:nvPr>
            <p:ph type="body" sz="quarter" idx="21" hasCustomPrompt="1"/>
          </p:nvPr>
        </p:nvSpPr>
        <p:spPr>
          <a:xfrm>
            <a:off x="6686810" y="1420858"/>
            <a:ext cx="499824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8" name="Espace réservé du texte 5">
            <a:extLst>
              <a:ext uri="{FF2B5EF4-FFF2-40B4-BE49-F238E27FC236}">
                <a16:creationId xmlns:a16="http://schemas.microsoft.com/office/drawing/2014/main" id="{728E1B5B-191D-E39F-6EAE-E7528A9E7EAF}"/>
              </a:ext>
            </a:extLst>
          </p:cNvPr>
          <p:cNvSpPr>
            <a:spLocks noGrp="1"/>
          </p:cNvSpPr>
          <p:nvPr>
            <p:ph type="body" sz="quarter" idx="22" hasCustomPrompt="1"/>
          </p:nvPr>
        </p:nvSpPr>
        <p:spPr>
          <a:xfrm>
            <a:off x="7945698" y="2199578"/>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29" name="Espace réservé du texte 5">
            <a:extLst>
              <a:ext uri="{FF2B5EF4-FFF2-40B4-BE49-F238E27FC236}">
                <a16:creationId xmlns:a16="http://schemas.microsoft.com/office/drawing/2014/main" id="{FAC4EEF8-6B9E-63B2-943E-416310D1E707}"/>
              </a:ext>
            </a:extLst>
          </p:cNvPr>
          <p:cNvSpPr>
            <a:spLocks noGrp="1"/>
          </p:cNvSpPr>
          <p:nvPr>
            <p:ph type="body" sz="quarter" idx="23" hasCustomPrompt="1"/>
          </p:nvPr>
        </p:nvSpPr>
        <p:spPr>
          <a:xfrm>
            <a:off x="6686810" y="2199578"/>
            <a:ext cx="1258887" cy="1896172"/>
          </a:xfrm>
          <a:solidFill>
            <a:schemeClr val="accent5"/>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
        <p:nvSpPr>
          <p:cNvPr id="30" name="Espace réservé du texte 5">
            <a:extLst>
              <a:ext uri="{FF2B5EF4-FFF2-40B4-BE49-F238E27FC236}">
                <a16:creationId xmlns:a16="http://schemas.microsoft.com/office/drawing/2014/main" id="{41EE1D0E-98A9-979A-0737-32AC8954CEE1}"/>
              </a:ext>
            </a:extLst>
          </p:cNvPr>
          <p:cNvSpPr>
            <a:spLocks noGrp="1"/>
          </p:cNvSpPr>
          <p:nvPr>
            <p:ph type="body" sz="quarter" idx="24" hasCustomPrompt="1"/>
          </p:nvPr>
        </p:nvSpPr>
        <p:spPr>
          <a:xfrm>
            <a:off x="1990726" y="4213162"/>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31" name="Espace réservé du texte 5">
            <a:extLst>
              <a:ext uri="{FF2B5EF4-FFF2-40B4-BE49-F238E27FC236}">
                <a16:creationId xmlns:a16="http://schemas.microsoft.com/office/drawing/2014/main" id="{79D31198-ADA9-0D6E-169C-356F19545291}"/>
              </a:ext>
            </a:extLst>
          </p:cNvPr>
          <p:cNvSpPr>
            <a:spLocks noGrp="1"/>
          </p:cNvSpPr>
          <p:nvPr>
            <p:ph type="body" sz="quarter" idx="25" hasCustomPrompt="1"/>
          </p:nvPr>
        </p:nvSpPr>
        <p:spPr>
          <a:xfrm>
            <a:off x="731838" y="4213162"/>
            <a:ext cx="1258887" cy="1896172"/>
          </a:xfrm>
          <a:solidFill>
            <a:schemeClr val="accent5"/>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
        <p:nvSpPr>
          <p:cNvPr id="32" name="Espace réservé du texte 5">
            <a:extLst>
              <a:ext uri="{FF2B5EF4-FFF2-40B4-BE49-F238E27FC236}">
                <a16:creationId xmlns:a16="http://schemas.microsoft.com/office/drawing/2014/main" id="{B6A757A7-A293-ABB2-5B68-435EC0FEC6A2}"/>
              </a:ext>
            </a:extLst>
          </p:cNvPr>
          <p:cNvSpPr>
            <a:spLocks noGrp="1"/>
          </p:cNvSpPr>
          <p:nvPr>
            <p:ph type="body" sz="quarter" idx="26" hasCustomPrompt="1"/>
          </p:nvPr>
        </p:nvSpPr>
        <p:spPr>
          <a:xfrm>
            <a:off x="7945698" y="4213162"/>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33" name="Espace réservé du texte 5">
            <a:extLst>
              <a:ext uri="{FF2B5EF4-FFF2-40B4-BE49-F238E27FC236}">
                <a16:creationId xmlns:a16="http://schemas.microsoft.com/office/drawing/2014/main" id="{6A0A6510-935B-BC06-DFFA-F768A8EF7805}"/>
              </a:ext>
            </a:extLst>
          </p:cNvPr>
          <p:cNvSpPr>
            <a:spLocks noGrp="1"/>
          </p:cNvSpPr>
          <p:nvPr>
            <p:ph type="body" sz="quarter" idx="27" hasCustomPrompt="1"/>
          </p:nvPr>
        </p:nvSpPr>
        <p:spPr>
          <a:xfrm>
            <a:off x="6686810" y="4213162"/>
            <a:ext cx="1258887" cy="1896172"/>
          </a:xfrm>
          <a:solidFill>
            <a:schemeClr val="accent5"/>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Tree>
    <p:extLst>
      <p:ext uri="{BB962C8B-B14F-4D97-AF65-F5344CB8AC3E}">
        <p14:creationId xmlns:p14="http://schemas.microsoft.com/office/powerpoint/2010/main" val="35338749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x2 Section text + Pict. A">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1990726" y="2199578"/>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9" name="Espace réservé du texte 5">
            <a:extLst>
              <a:ext uri="{FF2B5EF4-FFF2-40B4-BE49-F238E27FC236}">
                <a16:creationId xmlns:a16="http://schemas.microsoft.com/office/drawing/2014/main" id="{20976B59-13F4-0036-232C-A9179F51D100}"/>
              </a:ext>
            </a:extLst>
          </p:cNvPr>
          <p:cNvSpPr>
            <a:spLocks noGrp="1"/>
          </p:cNvSpPr>
          <p:nvPr>
            <p:ph type="body" sz="quarter" idx="20" hasCustomPrompt="1"/>
          </p:nvPr>
        </p:nvSpPr>
        <p:spPr>
          <a:xfrm>
            <a:off x="731838" y="2199578"/>
            <a:ext cx="1258887" cy="1896172"/>
          </a:xfrm>
          <a:solidFill>
            <a:schemeClr val="tx1"/>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
        <p:nvSpPr>
          <p:cNvPr id="26" name="Espace réservé du texte 5">
            <a:extLst>
              <a:ext uri="{FF2B5EF4-FFF2-40B4-BE49-F238E27FC236}">
                <a16:creationId xmlns:a16="http://schemas.microsoft.com/office/drawing/2014/main" id="{FBD5C69C-133F-424C-9DAC-E81616F859DB}"/>
              </a:ext>
            </a:extLst>
          </p:cNvPr>
          <p:cNvSpPr>
            <a:spLocks noGrp="1"/>
          </p:cNvSpPr>
          <p:nvPr>
            <p:ph type="body" sz="quarter" idx="16" hasCustomPrompt="1"/>
          </p:nvPr>
        </p:nvSpPr>
        <p:spPr>
          <a:xfrm>
            <a:off x="731837" y="1420858"/>
            <a:ext cx="499824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7" name="Espace réservé du texte 5">
            <a:extLst>
              <a:ext uri="{FF2B5EF4-FFF2-40B4-BE49-F238E27FC236}">
                <a16:creationId xmlns:a16="http://schemas.microsoft.com/office/drawing/2014/main" id="{0F834BE1-E200-CF86-78D6-00318C098CDD}"/>
              </a:ext>
            </a:extLst>
          </p:cNvPr>
          <p:cNvSpPr>
            <a:spLocks noGrp="1"/>
          </p:cNvSpPr>
          <p:nvPr>
            <p:ph type="body" sz="quarter" idx="21" hasCustomPrompt="1"/>
          </p:nvPr>
        </p:nvSpPr>
        <p:spPr>
          <a:xfrm>
            <a:off x="6686810" y="1420858"/>
            <a:ext cx="499824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8" name="Espace réservé du texte 5">
            <a:extLst>
              <a:ext uri="{FF2B5EF4-FFF2-40B4-BE49-F238E27FC236}">
                <a16:creationId xmlns:a16="http://schemas.microsoft.com/office/drawing/2014/main" id="{728E1B5B-191D-E39F-6EAE-E7528A9E7EAF}"/>
              </a:ext>
            </a:extLst>
          </p:cNvPr>
          <p:cNvSpPr>
            <a:spLocks noGrp="1"/>
          </p:cNvSpPr>
          <p:nvPr>
            <p:ph type="body" sz="quarter" idx="22" hasCustomPrompt="1"/>
          </p:nvPr>
        </p:nvSpPr>
        <p:spPr>
          <a:xfrm>
            <a:off x="7945698" y="2199578"/>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29" name="Espace réservé du texte 5">
            <a:extLst>
              <a:ext uri="{FF2B5EF4-FFF2-40B4-BE49-F238E27FC236}">
                <a16:creationId xmlns:a16="http://schemas.microsoft.com/office/drawing/2014/main" id="{FAC4EEF8-6B9E-63B2-943E-416310D1E707}"/>
              </a:ext>
            </a:extLst>
          </p:cNvPr>
          <p:cNvSpPr>
            <a:spLocks noGrp="1"/>
          </p:cNvSpPr>
          <p:nvPr>
            <p:ph type="body" sz="quarter" idx="23" hasCustomPrompt="1"/>
          </p:nvPr>
        </p:nvSpPr>
        <p:spPr>
          <a:xfrm>
            <a:off x="6686810" y="2199578"/>
            <a:ext cx="1258887" cy="1896172"/>
          </a:xfrm>
          <a:solidFill>
            <a:schemeClr val="tx1"/>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
        <p:nvSpPr>
          <p:cNvPr id="5" name="Espace réservé pour une image  6">
            <a:extLst>
              <a:ext uri="{FF2B5EF4-FFF2-40B4-BE49-F238E27FC236}">
                <a16:creationId xmlns:a16="http://schemas.microsoft.com/office/drawing/2014/main" id="{D950F33E-2E91-F7FE-684D-E6BA7AB9FCA9}"/>
              </a:ext>
            </a:extLst>
          </p:cNvPr>
          <p:cNvSpPr>
            <a:spLocks noGrp="1"/>
          </p:cNvSpPr>
          <p:nvPr>
            <p:ph type="pic" sz="quarter" idx="24" hasCustomPrompt="1"/>
          </p:nvPr>
        </p:nvSpPr>
        <p:spPr>
          <a:xfrm>
            <a:off x="731838" y="4213161"/>
            <a:ext cx="4998244" cy="1949513"/>
          </a:xfrm>
          <a:custGeom>
            <a:avLst/>
            <a:gdLst>
              <a:gd name="connsiteX0" fmla="*/ 0 w 5049914"/>
              <a:gd name="connsiteY0" fmla="*/ 0 h 6858000"/>
              <a:gd name="connsiteX1" fmla="*/ 5049914 w 5049914"/>
              <a:gd name="connsiteY1" fmla="*/ 0 h 6858000"/>
              <a:gd name="connsiteX2" fmla="*/ 5049914 w 5049914"/>
              <a:gd name="connsiteY2" fmla="*/ 6858000 h 6858000"/>
              <a:gd name="connsiteX3" fmla="*/ 0 w 504991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049914" h="6858000">
                <a:moveTo>
                  <a:pt x="0" y="0"/>
                </a:moveTo>
                <a:lnTo>
                  <a:pt x="5049914" y="0"/>
                </a:lnTo>
                <a:lnTo>
                  <a:pt x="5049914" y="6858000"/>
                </a:lnTo>
                <a:lnTo>
                  <a:pt x="0" y="6858000"/>
                </a:lnTo>
                <a:close/>
              </a:path>
            </a:pathLst>
          </a:custGeom>
          <a:solidFill>
            <a:schemeClr val="bg1">
              <a:lumMod val="95000"/>
            </a:schemeClr>
          </a:solidFill>
        </p:spPr>
        <p:txBody>
          <a:bodyPr wrap="square" bIns="432000" anchor="ctr">
            <a:noAutofit/>
          </a:bodyPr>
          <a:lstStyle>
            <a:lvl1pPr marL="0" indent="0" algn="ctr">
              <a:buNone/>
              <a:defRPr sz="1200" b="0">
                <a:solidFill>
                  <a:schemeClr val="bg1">
                    <a:lumMod val="50000"/>
                  </a:schemeClr>
                </a:solidFill>
              </a:defRPr>
            </a:lvl1pPr>
          </a:lstStyle>
          <a:p>
            <a:r>
              <a:rPr lang="fr-FR"/>
              <a:t>Picture</a:t>
            </a:r>
          </a:p>
        </p:txBody>
      </p:sp>
      <p:sp>
        <p:nvSpPr>
          <p:cNvPr id="8" name="Espace réservé pour une image  6">
            <a:extLst>
              <a:ext uri="{FF2B5EF4-FFF2-40B4-BE49-F238E27FC236}">
                <a16:creationId xmlns:a16="http://schemas.microsoft.com/office/drawing/2014/main" id="{D1A4F3A9-1296-6B0B-E966-BD6F475B49E8}"/>
              </a:ext>
            </a:extLst>
          </p:cNvPr>
          <p:cNvSpPr>
            <a:spLocks noGrp="1"/>
          </p:cNvSpPr>
          <p:nvPr>
            <p:ph type="pic" sz="quarter" idx="25" hasCustomPrompt="1"/>
          </p:nvPr>
        </p:nvSpPr>
        <p:spPr>
          <a:xfrm>
            <a:off x="6686810" y="4213161"/>
            <a:ext cx="4998244" cy="1949513"/>
          </a:xfrm>
          <a:custGeom>
            <a:avLst/>
            <a:gdLst>
              <a:gd name="connsiteX0" fmla="*/ 0 w 5049914"/>
              <a:gd name="connsiteY0" fmla="*/ 0 h 6858000"/>
              <a:gd name="connsiteX1" fmla="*/ 5049914 w 5049914"/>
              <a:gd name="connsiteY1" fmla="*/ 0 h 6858000"/>
              <a:gd name="connsiteX2" fmla="*/ 5049914 w 5049914"/>
              <a:gd name="connsiteY2" fmla="*/ 6858000 h 6858000"/>
              <a:gd name="connsiteX3" fmla="*/ 0 w 504991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049914" h="6858000">
                <a:moveTo>
                  <a:pt x="0" y="0"/>
                </a:moveTo>
                <a:lnTo>
                  <a:pt x="5049914" y="0"/>
                </a:lnTo>
                <a:lnTo>
                  <a:pt x="5049914" y="6858000"/>
                </a:lnTo>
                <a:lnTo>
                  <a:pt x="0" y="6858000"/>
                </a:lnTo>
                <a:close/>
              </a:path>
            </a:pathLst>
          </a:custGeom>
          <a:solidFill>
            <a:schemeClr val="bg1">
              <a:lumMod val="95000"/>
            </a:schemeClr>
          </a:solidFill>
        </p:spPr>
        <p:txBody>
          <a:bodyPr wrap="square" bIns="432000" anchor="ctr">
            <a:noAutofit/>
          </a:bodyPr>
          <a:lstStyle>
            <a:lvl1pPr marL="0" indent="0" algn="ctr">
              <a:buNone/>
              <a:defRPr sz="1200" b="0">
                <a:solidFill>
                  <a:schemeClr val="bg1">
                    <a:lumMod val="50000"/>
                  </a:schemeClr>
                </a:solidFill>
              </a:defRPr>
            </a:lvl1pPr>
          </a:lstStyle>
          <a:p>
            <a:r>
              <a:rPr lang="fr-FR"/>
              <a:t>Picture</a:t>
            </a:r>
          </a:p>
        </p:txBody>
      </p:sp>
    </p:spTree>
    <p:extLst>
      <p:ext uri="{BB962C8B-B14F-4D97-AF65-F5344CB8AC3E}">
        <p14:creationId xmlns:p14="http://schemas.microsoft.com/office/powerpoint/2010/main" val="19726340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x2 Section text + Pict. B">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1990726" y="2199578"/>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9" name="Espace réservé du texte 5">
            <a:extLst>
              <a:ext uri="{FF2B5EF4-FFF2-40B4-BE49-F238E27FC236}">
                <a16:creationId xmlns:a16="http://schemas.microsoft.com/office/drawing/2014/main" id="{20976B59-13F4-0036-232C-A9179F51D100}"/>
              </a:ext>
            </a:extLst>
          </p:cNvPr>
          <p:cNvSpPr>
            <a:spLocks noGrp="1"/>
          </p:cNvSpPr>
          <p:nvPr>
            <p:ph type="body" sz="quarter" idx="20" hasCustomPrompt="1"/>
          </p:nvPr>
        </p:nvSpPr>
        <p:spPr>
          <a:xfrm>
            <a:off x="731838" y="2199578"/>
            <a:ext cx="1258887" cy="1896172"/>
          </a:xfrm>
          <a:solidFill>
            <a:schemeClr val="accent5"/>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
        <p:nvSpPr>
          <p:cNvPr id="26" name="Espace réservé du texte 5">
            <a:extLst>
              <a:ext uri="{FF2B5EF4-FFF2-40B4-BE49-F238E27FC236}">
                <a16:creationId xmlns:a16="http://schemas.microsoft.com/office/drawing/2014/main" id="{FBD5C69C-133F-424C-9DAC-E81616F859DB}"/>
              </a:ext>
            </a:extLst>
          </p:cNvPr>
          <p:cNvSpPr>
            <a:spLocks noGrp="1"/>
          </p:cNvSpPr>
          <p:nvPr>
            <p:ph type="body" sz="quarter" idx="16" hasCustomPrompt="1"/>
          </p:nvPr>
        </p:nvSpPr>
        <p:spPr>
          <a:xfrm>
            <a:off x="731837" y="1420858"/>
            <a:ext cx="499824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7" name="Espace réservé du texte 5">
            <a:extLst>
              <a:ext uri="{FF2B5EF4-FFF2-40B4-BE49-F238E27FC236}">
                <a16:creationId xmlns:a16="http://schemas.microsoft.com/office/drawing/2014/main" id="{0F834BE1-E200-CF86-78D6-00318C098CDD}"/>
              </a:ext>
            </a:extLst>
          </p:cNvPr>
          <p:cNvSpPr>
            <a:spLocks noGrp="1"/>
          </p:cNvSpPr>
          <p:nvPr>
            <p:ph type="body" sz="quarter" idx="21" hasCustomPrompt="1"/>
          </p:nvPr>
        </p:nvSpPr>
        <p:spPr>
          <a:xfrm>
            <a:off x="6686810" y="1420858"/>
            <a:ext cx="499824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8" name="Espace réservé du texte 5">
            <a:extLst>
              <a:ext uri="{FF2B5EF4-FFF2-40B4-BE49-F238E27FC236}">
                <a16:creationId xmlns:a16="http://schemas.microsoft.com/office/drawing/2014/main" id="{728E1B5B-191D-E39F-6EAE-E7528A9E7EAF}"/>
              </a:ext>
            </a:extLst>
          </p:cNvPr>
          <p:cNvSpPr>
            <a:spLocks noGrp="1"/>
          </p:cNvSpPr>
          <p:nvPr>
            <p:ph type="body" sz="quarter" idx="22" hasCustomPrompt="1"/>
          </p:nvPr>
        </p:nvSpPr>
        <p:spPr>
          <a:xfrm>
            <a:off x="7945698" y="2199578"/>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29" name="Espace réservé du texte 5">
            <a:extLst>
              <a:ext uri="{FF2B5EF4-FFF2-40B4-BE49-F238E27FC236}">
                <a16:creationId xmlns:a16="http://schemas.microsoft.com/office/drawing/2014/main" id="{FAC4EEF8-6B9E-63B2-943E-416310D1E707}"/>
              </a:ext>
            </a:extLst>
          </p:cNvPr>
          <p:cNvSpPr>
            <a:spLocks noGrp="1"/>
          </p:cNvSpPr>
          <p:nvPr>
            <p:ph type="body" sz="quarter" idx="23" hasCustomPrompt="1"/>
          </p:nvPr>
        </p:nvSpPr>
        <p:spPr>
          <a:xfrm>
            <a:off x="6686810" y="2199578"/>
            <a:ext cx="1258887" cy="1896172"/>
          </a:xfrm>
          <a:solidFill>
            <a:schemeClr val="accent5"/>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
        <p:nvSpPr>
          <p:cNvPr id="5" name="Espace réservé pour une image  6">
            <a:extLst>
              <a:ext uri="{FF2B5EF4-FFF2-40B4-BE49-F238E27FC236}">
                <a16:creationId xmlns:a16="http://schemas.microsoft.com/office/drawing/2014/main" id="{D950F33E-2E91-F7FE-684D-E6BA7AB9FCA9}"/>
              </a:ext>
            </a:extLst>
          </p:cNvPr>
          <p:cNvSpPr>
            <a:spLocks noGrp="1"/>
          </p:cNvSpPr>
          <p:nvPr>
            <p:ph type="pic" sz="quarter" idx="24" hasCustomPrompt="1"/>
          </p:nvPr>
        </p:nvSpPr>
        <p:spPr>
          <a:xfrm>
            <a:off x="731838" y="4213161"/>
            <a:ext cx="4998244" cy="1949513"/>
          </a:xfrm>
          <a:custGeom>
            <a:avLst/>
            <a:gdLst>
              <a:gd name="connsiteX0" fmla="*/ 0 w 5049914"/>
              <a:gd name="connsiteY0" fmla="*/ 0 h 6858000"/>
              <a:gd name="connsiteX1" fmla="*/ 5049914 w 5049914"/>
              <a:gd name="connsiteY1" fmla="*/ 0 h 6858000"/>
              <a:gd name="connsiteX2" fmla="*/ 5049914 w 5049914"/>
              <a:gd name="connsiteY2" fmla="*/ 6858000 h 6858000"/>
              <a:gd name="connsiteX3" fmla="*/ 0 w 504991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049914" h="6858000">
                <a:moveTo>
                  <a:pt x="0" y="0"/>
                </a:moveTo>
                <a:lnTo>
                  <a:pt x="5049914" y="0"/>
                </a:lnTo>
                <a:lnTo>
                  <a:pt x="5049914" y="6858000"/>
                </a:lnTo>
                <a:lnTo>
                  <a:pt x="0" y="6858000"/>
                </a:lnTo>
                <a:close/>
              </a:path>
            </a:pathLst>
          </a:custGeom>
          <a:solidFill>
            <a:schemeClr val="bg1">
              <a:lumMod val="95000"/>
            </a:schemeClr>
          </a:solidFill>
        </p:spPr>
        <p:txBody>
          <a:bodyPr wrap="square" bIns="432000" anchor="ctr">
            <a:noAutofit/>
          </a:bodyPr>
          <a:lstStyle>
            <a:lvl1pPr marL="0" indent="0" algn="ctr">
              <a:buNone/>
              <a:defRPr sz="1200" b="0">
                <a:solidFill>
                  <a:schemeClr val="bg1">
                    <a:lumMod val="50000"/>
                  </a:schemeClr>
                </a:solidFill>
              </a:defRPr>
            </a:lvl1pPr>
          </a:lstStyle>
          <a:p>
            <a:r>
              <a:rPr lang="fr-FR"/>
              <a:t>Picture</a:t>
            </a:r>
          </a:p>
        </p:txBody>
      </p:sp>
      <p:sp>
        <p:nvSpPr>
          <p:cNvPr id="8" name="Espace réservé pour une image  6">
            <a:extLst>
              <a:ext uri="{FF2B5EF4-FFF2-40B4-BE49-F238E27FC236}">
                <a16:creationId xmlns:a16="http://schemas.microsoft.com/office/drawing/2014/main" id="{D1A4F3A9-1296-6B0B-E966-BD6F475B49E8}"/>
              </a:ext>
            </a:extLst>
          </p:cNvPr>
          <p:cNvSpPr>
            <a:spLocks noGrp="1"/>
          </p:cNvSpPr>
          <p:nvPr>
            <p:ph type="pic" sz="quarter" idx="25" hasCustomPrompt="1"/>
          </p:nvPr>
        </p:nvSpPr>
        <p:spPr>
          <a:xfrm>
            <a:off x="6686810" y="4213161"/>
            <a:ext cx="4998244" cy="1949513"/>
          </a:xfrm>
          <a:custGeom>
            <a:avLst/>
            <a:gdLst>
              <a:gd name="connsiteX0" fmla="*/ 0 w 5049914"/>
              <a:gd name="connsiteY0" fmla="*/ 0 h 6858000"/>
              <a:gd name="connsiteX1" fmla="*/ 5049914 w 5049914"/>
              <a:gd name="connsiteY1" fmla="*/ 0 h 6858000"/>
              <a:gd name="connsiteX2" fmla="*/ 5049914 w 5049914"/>
              <a:gd name="connsiteY2" fmla="*/ 6858000 h 6858000"/>
              <a:gd name="connsiteX3" fmla="*/ 0 w 504991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049914" h="6858000">
                <a:moveTo>
                  <a:pt x="0" y="0"/>
                </a:moveTo>
                <a:lnTo>
                  <a:pt x="5049914" y="0"/>
                </a:lnTo>
                <a:lnTo>
                  <a:pt x="5049914" y="6858000"/>
                </a:lnTo>
                <a:lnTo>
                  <a:pt x="0" y="6858000"/>
                </a:lnTo>
                <a:close/>
              </a:path>
            </a:pathLst>
          </a:custGeom>
          <a:solidFill>
            <a:schemeClr val="bg1">
              <a:lumMod val="95000"/>
            </a:schemeClr>
          </a:solidFill>
        </p:spPr>
        <p:txBody>
          <a:bodyPr wrap="square" bIns="432000" anchor="ctr">
            <a:noAutofit/>
          </a:bodyPr>
          <a:lstStyle>
            <a:lvl1pPr marL="0" indent="0" algn="ctr">
              <a:buNone/>
              <a:defRPr sz="1200" b="0">
                <a:solidFill>
                  <a:schemeClr val="bg1">
                    <a:lumMod val="50000"/>
                  </a:schemeClr>
                </a:solidFill>
              </a:defRPr>
            </a:lvl1pPr>
          </a:lstStyle>
          <a:p>
            <a:r>
              <a:rPr lang="fr-FR"/>
              <a:t>Picture</a:t>
            </a:r>
          </a:p>
        </p:txBody>
      </p:sp>
    </p:spTree>
    <p:extLst>
      <p:ext uri="{BB962C8B-B14F-4D97-AF65-F5344CB8AC3E}">
        <p14:creationId xmlns:p14="http://schemas.microsoft.com/office/powerpoint/2010/main" val="299936533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x4 Text Blocs+ Head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B2E68C-2D3C-7FC6-6AD6-8532E13E4A0B}"/>
              </a:ext>
            </a:extLst>
          </p:cNvPr>
          <p:cNvSpPr/>
          <p:nvPr userDrawn="1"/>
        </p:nvSpPr>
        <p:spPr>
          <a:xfrm>
            <a:off x="0" y="6115050"/>
            <a:ext cx="12192000" cy="7429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26" name="Espace réservé du texte 5">
            <a:extLst>
              <a:ext uri="{FF2B5EF4-FFF2-40B4-BE49-F238E27FC236}">
                <a16:creationId xmlns:a16="http://schemas.microsoft.com/office/drawing/2014/main" id="{FBD5C69C-133F-424C-9DAC-E81616F859DB}"/>
              </a:ext>
            </a:extLst>
          </p:cNvPr>
          <p:cNvSpPr>
            <a:spLocks noGrp="1"/>
          </p:cNvSpPr>
          <p:nvPr>
            <p:ph type="body" sz="quarter" idx="16" hasCustomPrompt="1"/>
          </p:nvPr>
        </p:nvSpPr>
        <p:spPr>
          <a:xfrm>
            <a:off x="731836" y="1349071"/>
            <a:ext cx="10953217" cy="505581"/>
          </a:xfrm>
          <a:prstGeom prst="triangle">
            <a:avLst/>
          </a:prstGeom>
          <a:solidFill>
            <a:schemeClr val="tx1"/>
          </a:solidFill>
        </p:spPr>
        <p:txBody>
          <a:bodyPr wrap="square" tIns="108000" bIns="36000" anchor="b" anchorCtr="0">
            <a:noAutofit/>
          </a:bodyPr>
          <a:lstStyle>
            <a:lvl1pPr marL="0" indent="0" algn="ctr">
              <a:lnSpc>
                <a:spcPct val="80000"/>
              </a:lnSpc>
              <a:spcBef>
                <a:spcPts val="0"/>
              </a:spcBef>
              <a:buNone/>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Clik here</a:t>
            </a:r>
            <a:br>
              <a:rPr lang="fr-FR"/>
            </a:br>
            <a:r>
              <a:rPr lang="fr-FR"/>
              <a:t>to add your text</a:t>
            </a:r>
            <a:endParaRPr lang="en-US" dirty="0"/>
          </a:p>
        </p:txBody>
      </p:sp>
      <p:sp>
        <p:nvSpPr>
          <p:cNvPr id="11" name="Freeform 1">
            <a:extLst>
              <a:ext uri="{FF2B5EF4-FFF2-40B4-BE49-F238E27FC236}">
                <a16:creationId xmlns:a16="http://schemas.microsoft.com/office/drawing/2014/main" id="{66FE80B6-5A12-4A1A-112E-9590A5E39F87}"/>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cxnSp>
        <p:nvCxnSpPr>
          <p:cNvPr id="12" name="Connecteur droit 11">
            <a:extLst>
              <a:ext uri="{FF2B5EF4-FFF2-40B4-BE49-F238E27FC236}">
                <a16:creationId xmlns:a16="http://schemas.microsoft.com/office/drawing/2014/main" id="{DE12F57B-2608-AEF8-1AA5-BC061618DEC5}"/>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885825" y="2757070"/>
            <a:ext cx="2431256" cy="1691105"/>
          </a:xfrm>
        </p:spPr>
        <p:txBody>
          <a:bodyPr>
            <a:normAutofit/>
          </a:bodyPr>
          <a:lstStyle>
            <a:lvl1pPr>
              <a:defRPr sz="1200"/>
            </a:lvl1pPr>
            <a:lvl2pPr>
              <a:defRPr sz="1100"/>
            </a:lvl2pPr>
            <a:lvl3pPr>
              <a:defRPr sz="105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14" name="Espace réservé du texte 5">
            <a:extLst>
              <a:ext uri="{FF2B5EF4-FFF2-40B4-BE49-F238E27FC236}">
                <a16:creationId xmlns:a16="http://schemas.microsoft.com/office/drawing/2014/main" id="{E5EFFF0D-B704-9C12-BD41-343EB0653041}"/>
              </a:ext>
            </a:extLst>
          </p:cNvPr>
          <p:cNvSpPr>
            <a:spLocks noGrp="1"/>
          </p:cNvSpPr>
          <p:nvPr>
            <p:ph type="body" sz="quarter" idx="17" hasCustomPrompt="1"/>
          </p:nvPr>
        </p:nvSpPr>
        <p:spPr>
          <a:xfrm>
            <a:off x="731836" y="1847713"/>
            <a:ext cx="5478464" cy="828812"/>
          </a:xfrm>
          <a:solidFill>
            <a:schemeClr val="bg1">
              <a:lumMod val="95000"/>
            </a:schemeClr>
          </a:solidFill>
        </p:spPr>
        <p:txBody>
          <a:bodyPr anchor="ctr">
            <a:no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15" name="Espace réservé du texte 5">
            <a:extLst>
              <a:ext uri="{FF2B5EF4-FFF2-40B4-BE49-F238E27FC236}">
                <a16:creationId xmlns:a16="http://schemas.microsoft.com/office/drawing/2014/main" id="{3FF3DDBC-F151-02D3-46D6-69572B11E560}"/>
              </a:ext>
            </a:extLst>
          </p:cNvPr>
          <p:cNvSpPr>
            <a:spLocks noGrp="1"/>
          </p:cNvSpPr>
          <p:nvPr>
            <p:ph type="body" sz="quarter" idx="18" hasCustomPrompt="1"/>
          </p:nvPr>
        </p:nvSpPr>
        <p:spPr>
          <a:xfrm>
            <a:off x="6208444" y="1847713"/>
            <a:ext cx="5478464" cy="828812"/>
          </a:xfrm>
          <a:solidFill>
            <a:schemeClr val="bg1">
              <a:lumMod val="95000"/>
            </a:schemeClr>
          </a:solidFill>
        </p:spPr>
        <p:txBody>
          <a:bodyPr anchor="ctr">
            <a:no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22" name="Espace réservé du texte 5">
            <a:extLst>
              <a:ext uri="{FF2B5EF4-FFF2-40B4-BE49-F238E27FC236}">
                <a16:creationId xmlns:a16="http://schemas.microsoft.com/office/drawing/2014/main" id="{ECAAF274-2155-2020-72BD-488B4A76E948}"/>
              </a:ext>
            </a:extLst>
          </p:cNvPr>
          <p:cNvSpPr>
            <a:spLocks noGrp="1"/>
          </p:cNvSpPr>
          <p:nvPr>
            <p:ph type="body" sz="quarter" idx="19" hasCustomPrompt="1"/>
          </p:nvPr>
        </p:nvSpPr>
        <p:spPr>
          <a:xfrm>
            <a:off x="3625056" y="2757070"/>
            <a:ext cx="2431256" cy="1691105"/>
          </a:xfrm>
        </p:spPr>
        <p:txBody>
          <a:bodyPr>
            <a:normAutofit/>
          </a:bodyPr>
          <a:lstStyle>
            <a:lvl1pPr>
              <a:defRPr sz="1200"/>
            </a:lvl1pPr>
            <a:lvl2pPr>
              <a:defRPr sz="1100"/>
            </a:lvl2pPr>
            <a:lvl3pPr>
              <a:defRPr sz="105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23" name="Espace réservé du texte 5">
            <a:extLst>
              <a:ext uri="{FF2B5EF4-FFF2-40B4-BE49-F238E27FC236}">
                <a16:creationId xmlns:a16="http://schemas.microsoft.com/office/drawing/2014/main" id="{71B5463C-C07B-EBAE-F66C-0B89A7F39248}"/>
              </a:ext>
            </a:extLst>
          </p:cNvPr>
          <p:cNvSpPr>
            <a:spLocks noGrp="1"/>
          </p:cNvSpPr>
          <p:nvPr>
            <p:ph type="body" sz="quarter" idx="20" hasCustomPrompt="1"/>
          </p:nvPr>
        </p:nvSpPr>
        <p:spPr>
          <a:xfrm>
            <a:off x="6360578" y="2757070"/>
            <a:ext cx="2431256" cy="1691105"/>
          </a:xfrm>
        </p:spPr>
        <p:txBody>
          <a:bodyPr>
            <a:normAutofit/>
          </a:bodyPr>
          <a:lstStyle>
            <a:lvl1pPr>
              <a:defRPr sz="1200"/>
            </a:lvl1pPr>
            <a:lvl2pPr>
              <a:defRPr sz="1100"/>
            </a:lvl2pPr>
            <a:lvl3pPr>
              <a:defRPr sz="105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24" name="Espace réservé du texte 5">
            <a:extLst>
              <a:ext uri="{FF2B5EF4-FFF2-40B4-BE49-F238E27FC236}">
                <a16:creationId xmlns:a16="http://schemas.microsoft.com/office/drawing/2014/main" id="{5BD717FD-9DFE-539E-2431-3D3F4EB075F6}"/>
              </a:ext>
            </a:extLst>
          </p:cNvPr>
          <p:cNvSpPr>
            <a:spLocks noGrp="1"/>
          </p:cNvSpPr>
          <p:nvPr>
            <p:ph type="body" sz="quarter" idx="21" hasCustomPrompt="1"/>
          </p:nvPr>
        </p:nvSpPr>
        <p:spPr>
          <a:xfrm>
            <a:off x="9099809" y="2757070"/>
            <a:ext cx="2431256" cy="1691105"/>
          </a:xfrm>
        </p:spPr>
        <p:txBody>
          <a:bodyPr>
            <a:normAutofit/>
          </a:bodyPr>
          <a:lstStyle>
            <a:lvl1pPr>
              <a:defRPr sz="1200"/>
            </a:lvl1pPr>
            <a:lvl2pPr>
              <a:defRPr sz="1100"/>
            </a:lvl2pPr>
            <a:lvl3pPr>
              <a:defRPr sz="105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25" name="Espace réservé du texte 5">
            <a:extLst>
              <a:ext uri="{FF2B5EF4-FFF2-40B4-BE49-F238E27FC236}">
                <a16:creationId xmlns:a16="http://schemas.microsoft.com/office/drawing/2014/main" id="{147F3215-A666-623C-9060-97BBBBF7017C}"/>
              </a:ext>
            </a:extLst>
          </p:cNvPr>
          <p:cNvSpPr>
            <a:spLocks noGrp="1"/>
          </p:cNvSpPr>
          <p:nvPr>
            <p:ph type="body" sz="quarter" idx="22" hasCustomPrompt="1"/>
          </p:nvPr>
        </p:nvSpPr>
        <p:spPr>
          <a:xfrm>
            <a:off x="885825" y="4719441"/>
            <a:ext cx="2431256" cy="1433709"/>
          </a:xfrm>
        </p:spPr>
        <p:txBody>
          <a:bodyPr>
            <a:normAutofit/>
          </a:bodyPr>
          <a:lstStyle>
            <a:lvl1pPr>
              <a:defRPr sz="1200"/>
            </a:lvl1pPr>
            <a:lvl2pPr>
              <a:defRPr sz="1100"/>
            </a:lvl2pPr>
            <a:lvl3pPr>
              <a:defRPr sz="105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30" name="Espace réservé du texte 5">
            <a:extLst>
              <a:ext uri="{FF2B5EF4-FFF2-40B4-BE49-F238E27FC236}">
                <a16:creationId xmlns:a16="http://schemas.microsoft.com/office/drawing/2014/main" id="{2C8D7AF1-E844-68C7-49C4-8BB038124414}"/>
              </a:ext>
            </a:extLst>
          </p:cNvPr>
          <p:cNvSpPr>
            <a:spLocks noGrp="1"/>
          </p:cNvSpPr>
          <p:nvPr>
            <p:ph type="body" sz="quarter" idx="23" hasCustomPrompt="1"/>
          </p:nvPr>
        </p:nvSpPr>
        <p:spPr>
          <a:xfrm>
            <a:off x="3625056" y="4719441"/>
            <a:ext cx="2431256" cy="1433709"/>
          </a:xfrm>
        </p:spPr>
        <p:txBody>
          <a:bodyPr>
            <a:normAutofit/>
          </a:bodyPr>
          <a:lstStyle>
            <a:lvl1pPr>
              <a:defRPr sz="1200"/>
            </a:lvl1pPr>
            <a:lvl2pPr>
              <a:defRPr sz="1100"/>
            </a:lvl2pPr>
            <a:lvl3pPr>
              <a:defRPr sz="105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31" name="Espace réservé du texte 5">
            <a:extLst>
              <a:ext uri="{FF2B5EF4-FFF2-40B4-BE49-F238E27FC236}">
                <a16:creationId xmlns:a16="http://schemas.microsoft.com/office/drawing/2014/main" id="{8A00BD4C-6340-AC21-AB97-7C768B4E195D}"/>
              </a:ext>
            </a:extLst>
          </p:cNvPr>
          <p:cNvSpPr>
            <a:spLocks noGrp="1"/>
          </p:cNvSpPr>
          <p:nvPr>
            <p:ph type="body" sz="quarter" idx="24" hasCustomPrompt="1"/>
          </p:nvPr>
        </p:nvSpPr>
        <p:spPr>
          <a:xfrm>
            <a:off x="6360578" y="4719441"/>
            <a:ext cx="2431256" cy="1433709"/>
          </a:xfrm>
        </p:spPr>
        <p:txBody>
          <a:bodyPr>
            <a:normAutofit/>
          </a:bodyPr>
          <a:lstStyle>
            <a:lvl1pPr>
              <a:defRPr sz="1200"/>
            </a:lvl1pPr>
            <a:lvl2pPr>
              <a:defRPr sz="1100"/>
            </a:lvl2pPr>
            <a:lvl3pPr>
              <a:defRPr sz="105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32" name="Espace réservé du texte 5">
            <a:extLst>
              <a:ext uri="{FF2B5EF4-FFF2-40B4-BE49-F238E27FC236}">
                <a16:creationId xmlns:a16="http://schemas.microsoft.com/office/drawing/2014/main" id="{2183802A-CC09-22D0-52F4-DDF1B5DA3CCC}"/>
              </a:ext>
            </a:extLst>
          </p:cNvPr>
          <p:cNvSpPr>
            <a:spLocks noGrp="1"/>
          </p:cNvSpPr>
          <p:nvPr>
            <p:ph type="body" sz="quarter" idx="25" hasCustomPrompt="1"/>
          </p:nvPr>
        </p:nvSpPr>
        <p:spPr>
          <a:xfrm>
            <a:off x="9099809" y="4719441"/>
            <a:ext cx="2431256" cy="1433709"/>
          </a:xfrm>
        </p:spPr>
        <p:txBody>
          <a:bodyPr>
            <a:normAutofit/>
          </a:bodyPr>
          <a:lstStyle>
            <a:lvl1pPr>
              <a:defRPr sz="1200"/>
            </a:lvl1pPr>
            <a:lvl2pPr>
              <a:defRPr sz="1100"/>
            </a:lvl2pPr>
            <a:lvl3pPr>
              <a:defRPr sz="105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Tree>
    <p:extLst>
      <p:ext uri="{BB962C8B-B14F-4D97-AF65-F5344CB8AC3E}">
        <p14:creationId xmlns:p14="http://schemas.microsoft.com/office/powerpoint/2010/main" val="24314838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Charts + Tx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8" name="Espace réservé du texte 5">
            <a:extLst>
              <a:ext uri="{FF2B5EF4-FFF2-40B4-BE49-F238E27FC236}">
                <a16:creationId xmlns:a16="http://schemas.microsoft.com/office/drawing/2014/main" id="{0A7F3D12-F062-4578-E630-EDA719EABED7}"/>
              </a:ext>
            </a:extLst>
          </p:cNvPr>
          <p:cNvSpPr>
            <a:spLocks noGrp="1"/>
          </p:cNvSpPr>
          <p:nvPr>
            <p:ph type="body" sz="quarter" idx="16" hasCustomPrompt="1"/>
          </p:nvPr>
        </p:nvSpPr>
        <p:spPr>
          <a:xfrm>
            <a:off x="731838" y="3828117"/>
            <a:ext cx="3312054" cy="588605"/>
          </a:xfrm>
          <a:noFill/>
        </p:spPr>
        <p:txBody>
          <a:bodyPr tIns="72000" bIns="72000" anchor="ctr">
            <a:spAutoFit/>
          </a:bodyPr>
          <a:lstStyle>
            <a:lvl1pPr marL="0" indent="0" algn="ctr">
              <a:spcBef>
                <a:spcPts val="0"/>
              </a:spcBef>
              <a:buNone/>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9" name="Espace réservé du texte 5">
            <a:extLst>
              <a:ext uri="{FF2B5EF4-FFF2-40B4-BE49-F238E27FC236}">
                <a16:creationId xmlns:a16="http://schemas.microsoft.com/office/drawing/2014/main" id="{D817E342-F5A1-C116-DD0F-36ADE0EA8D79}"/>
              </a:ext>
            </a:extLst>
          </p:cNvPr>
          <p:cNvSpPr>
            <a:spLocks noGrp="1"/>
          </p:cNvSpPr>
          <p:nvPr>
            <p:ph type="body" sz="quarter" idx="17" hasCustomPrompt="1"/>
          </p:nvPr>
        </p:nvSpPr>
        <p:spPr>
          <a:xfrm>
            <a:off x="4551891" y="3828117"/>
            <a:ext cx="3312053" cy="588605"/>
          </a:xfrm>
          <a:noFill/>
        </p:spPr>
        <p:txBody>
          <a:bodyPr tIns="72000" bIns="72000" anchor="ctr">
            <a:spAutoFit/>
          </a:bodyPr>
          <a:lstStyle>
            <a:lvl1pPr marL="0" indent="0" algn="ctr">
              <a:spcBef>
                <a:spcPts val="0"/>
              </a:spcBef>
              <a:buNone/>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10" name="Espace réservé du texte 5">
            <a:extLst>
              <a:ext uri="{FF2B5EF4-FFF2-40B4-BE49-F238E27FC236}">
                <a16:creationId xmlns:a16="http://schemas.microsoft.com/office/drawing/2014/main" id="{A1622C56-9A64-5BCC-6AAC-CBB27FCB2374}"/>
              </a:ext>
            </a:extLst>
          </p:cNvPr>
          <p:cNvSpPr>
            <a:spLocks noGrp="1"/>
          </p:cNvSpPr>
          <p:nvPr>
            <p:ph type="body" sz="quarter" idx="18" hasCustomPrompt="1"/>
          </p:nvPr>
        </p:nvSpPr>
        <p:spPr>
          <a:xfrm>
            <a:off x="8373003" y="3828117"/>
            <a:ext cx="3312053" cy="588605"/>
          </a:xfrm>
          <a:noFill/>
        </p:spPr>
        <p:txBody>
          <a:bodyPr tIns="72000" bIns="72000" anchor="ctr">
            <a:spAutoFit/>
          </a:bodyPr>
          <a:lstStyle>
            <a:lvl1pPr marL="0" indent="0" algn="ctr">
              <a:spcBef>
                <a:spcPts val="0"/>
              </a:spcBef>
              <a:buNone/>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11" name="Espace réservé du texte 5">
            <a:extLst>
              <a:ext uri="{FF2B5EF4-FFF2-40B4-BE49-F238E27FC236}">
                <a16:creationId xmlns:a16="http://schemas.microsoft.com/office/drawing/2014/main" id="{403DEF32-8B27-2B49-5BB9-615786899B7E}"/>
              </a:ext>
            </a:extLst>
          </p:cNvPr>
          <p:cNvSpPr>
            <a:spLocks noGrp="1"/>
          </p:cNvSpPr>
          <p:nvPr>
            <p:ph type="body" sz="quarter" idx="12" hasCustomPrompt="1"/>
          </p:nvPr>
        </p:nvSpPr>
        <p:spPr>
          <a:xfrm>
            <a:off x="730778" y="4541520"/>
            <a:ext cx="3312054" cy="1272540"/>
          </a:xfrm>
        </p:spPr>
        <p:txBody>
          <a:bodyPr>
            <a:normAutofit/>
          </a:bodyPr>
          <a:lstStyle>
            <a:lvl2pPr marL="0" indent="0" algn="ctr">
              <a:buFont typeface="Source Sans Pro" panose="020B0503030403020204" pitchFamily="34" charset="0"/>
              <a:buChar char=" "/>
              <a:defRPr sz="1200"/>
            </a:lvl2pPr>
            <a:lvl3pPr marL="0" indent="0" algn="ctr">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13" name="Espace réservé du texte 5">
            <a:extLst>
              <a:ext uri="{FF2B5EF4-FFF2-40B4-BE49-F238E27FC236}">
                <a16:creationId xmlns:a16="http://schemas.microsoft.com/office/drawing/2014/main" id="{73D2F655-45FB-4C89-5A19-263D549CB08F}"/>
              </a:ext>
            </a:extLst>
          </p:cNvPr>
          <p:cNvSpPr>
            <a:spLocks noGrp="1"/>
          </p:cNvSpPr>
          <p:nvPr>
            <p:ph type="body" sz="quarter" idx="19" hasCustomPrompt="1"/>
          </p:nvPr>
        </p:nvSpPr>
        <p:spPr>
          <a:xfrm>
            <a:off x="4550831" y="4541520"/>
            <a:ext cx="3312054" cy="1272540"/>
          </a:xfrm>
        </p:spPr>
        <p:txBody>
          <a:bodyPr>
            <a:normAutofit/>
          </a:bodyPr>
          <a:lstStyle>
            <a:lvl2pPr marL="0" indent="0" algn="ctr">
              <a:buFont typeface="Source Sans Pro" panose="020B0503030403020204" pitchFamily="34" charset="0"/>
              <a:buChar char=" "/>
              <a:defRPr sz="1200"/>
            </a:lvl2pPr>
            <a:lvl3pPr marL="0" indent="0" algn="ctr">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14" name="Espace réservé du texte 5">
            <a:extLst>
              <a:ext uri="{FF2B5EF4-FFF2-40B4-BE49-F238E27FC236}">
                <a16:creationId xmlns:a16="http://schemas.microsoft.com/office/drawing/2014/main" id="{1C9C7765-6448-6017-D8D8-C5C4068E24A2}"/>
              </a:ext>
            </a:extLst>
          </p:cNvPr>
          <p:cNvSpPr>
            <a:spLocks noGrp="1"/>
          </p:cNvSpPr>
          <p:nvPr>
            <p:ph type="body" sz="quarter" idx="20" hasCustomPrompt="1"/>
          </p:nvPr>
        </p:nvSpPr>
        <p:spPr>
          <a:xfrm>
            <a:off x="8373002" y="4541520"/>
            <a:ext cx="3312054" cy="1272540"/>
          </a:xfrm>
        </p:spPr>
        <p:txBody>
          <a:bodyPr>
            <a:normAutofit/>
          </a:bodyPr>
          <a:lstStyle>
            <a:lvl2pPr marL="0" indent="0" algn="ctr">
              <a:buFont typeface="Source Sans Pro" panose="020B0503030403020204" pitchFamily="34" charset="0"/>
              <a:buChar char=" "/>
              <a:defRPr sz="1200"/>
            </a:lvl2pPr>
            <a:lvl3pPr marL="0" indent="0" algn="ctr">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16" name="Espace réservé du graphique 15">
            <a:extLst>
              <a:ext uri="{FF2B5EF4-FFF2-40B4-BE49-F238E27FC236}">
                <a16:creationId xmlns:a16="http://schemas.microsoft.com/office/drawing/2014/main" id="{475691A7-7D79-6A2A-D172-07AE2C5B11A4}"/>
              </a:ext>
            </a:extLst>
          </p:cNvPr>
          <p:cNvSpPr>
            <a:spLocks noGrp="1"/>
          </p:cNvSpPr>
          <p:nvPr>
            <p:ph type="chart" sz="quarter" idx="21"/>
          </p:nvPr>
        </p:nvSpPr>
        <p:spPr>
          <a:xfrm>
            <a:off x="730250" y="1577975"/>
            <a:ext cx="3313113" cy="2125344"/>
          </a:xfrm>
        </p:spPr>
        <p:txBody>
          <a:bodyPr bIns="468000" anchor="ctr">
            <a:normAutofit/>
          </a:bodyPr>
          <a:lstStyle>
            <a:lvl1pPr marL="0" indent="0" algn="ctr">
              <a:buNone/>
              <a:defRPr sz="1000" b="0"/>
            </a:lvl1pPr>
          </a:lstStyle>
          <a:p>
            <a:r>
              <a:rPr lang="fr-FR"/>
              <a:t>Cliquez sur l'icône pour ajouter un graphique</a:t>
            </a:r>
          </a:p>
        </p:txBody>
      </p:sp>
      <p:sp>
        <p:nvSpPr>
          <p:cNvPr id="17" name="Espace réservé du graphique 15">
            <a:extLst>
              <a:ext uri="{FF2B5EF4-FFF2-40B4-BE49-F238E27FC236}">
                <a16:creationId xmlns:a16="http://schemas.microsoft.com/office/drawing/2014/main" id="{9D7B8B5E-988F-CDD6-9FA5-95F855C41003}"/>
              </a:ext>
            </a:extLst>
          </p:cNvPr>
          <p:cNvSpPr>
            <a:spLocks noGrp="1"/>
          </p:cNvSpPr>
          <p:nvPr>
            <p:ph type="chart" sz="quarter" idx="22"/>
          </p:nvPr>
        </p:nvSpPr>
        <p:spPr>
          <a:xfrm>
            <a:off x="4549772" y="1577975"/>
            <a:ext cx="3313113" cy="2125344"/>
          </a:xfrm>
        </p:spPr>
        <p:txBody>
          <a:bodyPr bIns="468000" anchor="ctr">
            <a:normAutofit/>
          </a:bodyPr>
          <a:lstStyle>
            <a:lvl1pPr marL="0" indent="0" algn="ctr">
              <a:buNone/>
              <a:defRPr sz="1000" b="0"/>
            </a:lvl1pPr>
          </a:lstStyle>
          <a:p>
            <a:r>
              <a:rPr lang="fr-FR"/>
              <a:t>Cliquez sur l'icône pour ajouter un graphique</a:t>
            </a:r>
          </a:p>
        </p:txBody>
      </p:sp>
      <p:sp>
        <p:nvSpPr>
          <p:cNvPr id="18" name="Espace réservé du graphique 15">
            <a:extLst>
              <a:ext uri="{FF2B5EF4-FFF2-40B4-BE49-F238E27FC236}">
                <a16:creationId xmlns:a16="http://schemas.microsoft.com/office/drawing/2014/main" id="{C9851A5E-5D01-A94E-F4C4-903BBA3042D3}"/>
              </a:ext>
            </a:extLst>
          </p:cNvPr>
          <p:cNvSpPr>
            <a:spLocks noGrp="1"/>
          </p:cNvSpPr>
          <p:nvPr>
            <p:ph type="chart" sz="quarter" idx="23"/>
          </p:nvPr>
        </p:nvSpPr>
        <p:spPr>
          <a:xfrm>
            <a:off x="8371943" y="1577975"/>
            <a:ext cx="3313113" cy="2125344"/>
          </a:xfrm>
        </p:spPr>
        <p:txBody>
          <a:bodyPr bIns="468000" anchor="ctr">
            <a:normAutofit/>
          </a:bodyPr>
          <a:lstStyle>
            <a:lvl1pPr marL="0" indent="0" algn="ctr">
              <a:buNone/>
              <a:defRPr sz="1000" b="0"/>
            </a:lvl1pPr>
          </a:lstStyle>
          <a:p>
            <a:r>
              <a:rPr lang="fr-FR"/>
              <a:t>Cliquez sur l'icône pour ajouter un graphique</a:t>
            </a:r>
          </a:p>
        </p:txBody>
      </p:sp>
    </p:spTree>
    <p:extLst>
      <p:ext uri="{BB962C8B-B14F-4D97-AF65-F5344CB8AC3E}">
        <p14:creationId xmlns:p14="http://schemas.microsoft.com/office/powerpoint/2010/main" val="40719681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 Charts + Tx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8" name="Espace réservé du texte 5">
            <a:extLst>
              <a:ext uri="{FF2B5EF4-FFF2-40B4-BE49-F238E27FC236}">
                <a16:creationId xmlns:a16="http://schemas.microsoft.com/office/drawing/2014/main" id="{0A7F3D12-F062-4578-E630-EDA719EABED7}"/>
              </a:ext>
            </a:extLst>
          </p:cNvPr>
          <p:cNvSpPr>
            <a:spLocks noGrp="1"/>
          </p:cNvSpPr>
          <p:nvPr>
            <p:ph type="body" sz="quarter" idx="16" hasCustomPrompt="1"/>
          </p:nvPr>
        </p:nvSpPr>
        <p:spPr>
          <a:xfrm>
            <a:off x="731838" y="3134697"/>
            <a:ext cx="2376363" cy="588605"/>
          </a:xfrm>
          <a:noFill/>
        </p:spPr>
        <p:txBody>
          <a:bodyPr wrap="square" tIns="72000" bIns="72000" anchor="ctr">
            <a:spAutoFit/>
          </a:bodyPr>
          <a:lstStyle>
            <a:lvl1pPr marL="0" indent="0" algn="ctr">
              <a:spcBef>
                <a:spcPts val="0"/>
              </a:spcBef>
              <a:buNone/>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11" name="Espace réservé du texte 5">
            <a:extLst>
              <a:ext uri="{FF2B5EF4-FFF2-40B4-BE49-F238E27FC236}">
                <a16:creationId xmlns:a16="http://schemas.microsoft.com/office/drawing/2014/main" id="{403DEF32-8B27-2B49-5BB9-615786899B7E}"/>
              </a:ext>
            </a:extLst>
          </p:cNvPr>
          <p:cNvSpPr>
            <a:spLocks noGrp="1"/>
          </p:cNvSpPr>
          <p:nvPr>
            <p:ph type="body" sz="quarter" idx="12" hasCustomPrompt="1"/>
          </p:nvPr>
        </p:nvSpPr>
        <p:spPr>
          <a:xfrm>
            <a:off x="730778" y="3848100"/>
            <a:ext cx="2376363" cy="2286000"/>
          </a:xfrm>
        </p:spPr>
        <p:txBody>
          <a:bodyPr>
            <a:normAutofit/>
          </a:bodyPr>
          <a:lstStyle>
            <a:lvl2pPr marL="0" indent="0" algn="ctr">
              <a:buFont typeface="Source Sans Pro" panose="020B0503030403020204" pitchFamily="34" charset="0"/>
              <a:buChar char=" "/>
              <a:defRPr sz="1200"/>
            </a:lvl2pPr>
            <a:lvl3pPr marL="0" indent="0" algn="ctr">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16" name="Espace réservé du graphique 15">
            <a:extLst>
              <a:ext uri="{FF2B5EF4-FFF2-40B4-BE49-F238E27FC236}">
                <a16:creationId xmlns:a16="http://schemas.microsoft.com/office/drawing/2014/main" id="{475691A7-7D79-6A2A-D172-07AE2C5B11A4}"/>
              </a:ext>
            </a:extLst>
          </p:cNvPr>
          <p:cNvSpPr>
            <a:spLocks noGrp="1"/>
          </p:cNvSpPr>
          <p:nvPr>
            <p:ph type="chart" sz="quarter" idx="21"/>
          </p:nvPr>
        </p:nvSpPr>
        <p:spPr>
          <a:xfrm>
            <a:off x="730250" y="1577975"/>
            <a:ext cx="2377123" cy="1347788"/>
          </a:xfrm>
        </p:spPr>
        <p:txBody>
          <a:bodyPr bIns="468000" anchor="ctr">
            <a:normAutofit/>
          </a:bodyPr>
          <a:lstStyle>
            <a:lvl1pPr marL="0" indent="0" algn="ctr">
              <a:buNone/>
              <a:defRPr sz="1000" b="0"/>
            </a:lvl1pPr>
          </a:lstStyle>
          <a:p>
            <a:r>
              <a:rPr lang="fr-FR"/>
              <a:t>Cliquez sur l'icône pour ajouter un graphique</a:t>
            </a:r>
          </a:p>
        </p:txBody>
      </p:sp>
      <p:sp>
        <p:nvSpPr>
          <p:cNvPr id="19" name="Espace réservé du texte 5">
            <a:extLst>
              <a:ext uri="{FF2B5EF4-FFF2-40B4-BE49-F238E27FC236}">
                <a16:creationId xmlns:a16="http://schemas.microsoft.com/office/drawing/2014/main" id="{68194463-AD98-148A-E0A2-A846AE5D4108}"/>
              </a:ext>
            </a:extLst>
          </p:cNvPr>
          <p:cNvSpPr>
            <a:spLocks noGrp="1"/>
          </p:cNvSpPr>
          <p:nvPr>
            <p:ph type="body" sz="quarter" idx="28" hasCustomPrompt="1"/>
          </p:nvPr>
        </p:nvSpPr>
        <p:spPr>
          <a:xfrm>
            <a:off x="3596647" y="3134697"/>
            <a:ext cx="2376363" cy="588605"/>
          </a:xfrm>
          <a:noFill/>
        </p:spPr>
        <p:txBody>
          <a:bodyPr wrap="square" tIns="72000" bIns="72000" anchor="ctr">
            <a:spAutoFit/>
          </a:bodyPr>
          <a:lstStyle>
            <a:lvl1pPr marL="0" indent="0" algn="ctr">
              <a:spcBef>
                <a:spcPts val="0"/>
              </a:spcBef>
              <a:buNone/>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0" name="Espace réservé du texte 5">
            <a:extLst>
              <a:ext uri="{FF2B5EF4-FFF2-40B4-BE49-F238E27FC236}">
                <a16:creationId xmlns:a16="http://schemas.microsoft.com/office/drawing/2014/main" id="{127246FA-904F-B3C8-DB81-997256042FC9}"/>
              </a:ext>
            </a:extLst>
          </p:cNvPr>
          <p:cNvSpPr>
            <a:spLocks noGrp="1"/>
          </p:cNvSpPr>
          <p:nvPr>
            <p:ph type="body" sz="quarter" idx="29" hasCustomPrompt="1"/>
          </p:nvPr>
        </p:nvSpPr>
        <p:spPr>
          <a:xfrm>
            <a:off x="3595587" y="3848100"/>
            <a:ext cx="2376363" cy="2286000"/>
          </a:xfrm>
        </p:spPr>
        <p:txBody>
          <a:bodyPr>
            <a:normAutofit/>
          </a:bodyPr>
          <a:lstStyle>
            <a:lvl2pPr marL="0" indent="0" algn="ctr">
              <a:buFont typeface="Source Sans Pro" panose="020B0503030403020204" pitchFamily="34" charset="0"/>
              <a:buChar char=" "/>
              <a:defRPr sz="1200"/>
            </a:lvl2pPr>
            <a:lvl3pPr marL="0" indent="0" algn="ctr">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21" name="Espace réservé du graphique 15">
            <a:extLst>
              <a:ext uri="{FF2B5EF4-FFF2-40B4-BE49-F238E27FC236}">
                <a16:creationId xmlns:a16="http://schemas.microsoft.com/office/drawing/2014/main" id="{81A5683A-7C9F-0064-F8AA-A159EC31D5D9}"/>
              </a:ext>
            </a:extLst>
          </p:cNvPr>
          <p:cNvSpPr>
            <a:spLocks noGrp="1"/>
          </p:cNvSpPr>
          <p:nvPr>
            <p:ph type="chart" sz="quarter" idx="30"/>
          </p:nvPr>
        </p:nvSpPr>
        <p:spPr>
          <a:xfrm>
            <a:off x="3595059" y="1577975"/>
            <a:ext cx="2377123" cy="1347788"/>
          </a:xfrm>
        </p:spPr>
        <p:txBody>
          <a:bodyPr bIns="468000" anchor="ctr">
            <a:normAutofit/>
          </a:bodyPr>
          <a:lstStyle>
            <a:lvl1pPr marL="0" indent="0" algn="ctr">
              <a:buNone/>
              <a:defRPr sz="1000" b="0"/>
            </a:lvl1pPr>
          </a:lstStyle>
          <a:p>
            <a:r>
              <a:rPr lang="fr-FR"/>
              <a:t>Cliquez sur l'icône pour ajouter un graphique</a:t>
            </a:r>
          </a:p>
        </p:txBody>
      </p:sp>
      <p:sp>
        <p:nvSpPr>
          <p:cNvPr id="22" name="Espace réservé du texte 5">
            <a:extLst>
              <a:ext uri="{FF2B5EF4-FFF2-40B4-BE49-F238E27FC236}">
                <a16:creationId xmlns:a16="http://schemas.microsoft.com/office/drawing/2014/main" id="{BED482BC-4AB6-E17E-4CF3-25897C34189B}"/>
              </a:ext>
            </a:extLst>
          </p:cNvPr>
          <p:cNvSpPr>
            <a:spLocks noGrp="1"/>
          </p:cNvSpPr>
          <p:nvPr>
            <p:ph type="body" sz="quarter" idx="31" hasCustomPrompt="1"/>
          </p:nvPr>
        </p:nvSpPr>
        <p:spPr>
          <a:xfrm>
            <a:off x="6459869" y="3134697"/>
            <a:ext cx="2376363" cy="588605"/>
          </a:xfrm>
          <a:noFill/>
        </p:spPr>
        <p:txBody>
          <a:bodyPr wrap="square" tIns="72000" bIns="72000" anchor="ctr">
            <a:spAutoFit/>
          </a:bodyPr>
          <a:lstStyle>
            <a:lvl1pPr marL="0" indent="0" algn="ctr">
              <a:spcBef>
                <a:spcPts val="0"/>
              </a:spcBef>
              <a:buNone/>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3" name="Espace réservé du texte 5">
            <a:extLst>
              <a:ext uri="{FF2B5EF4-FFF2-40B4-BE49-F238E27FC236}">
                <a16:creationId xmlns:a16="http://schemas.microsoft.com/office/drawing/2014/main" id="{FAEC4893-47C7-31E0-8A7C-BB6E880A78D9}"/>
              </a:ext>
            </a:extLst>
          </p:cNvPr>
          <p:cNvSpPr>
            <a:spLocks noGrp="1"/>
          </p:cNvSpPr>
          <p:nvPr>
            <p:ph type="body" sz="quarter" idx="32" hasCustomPrompt="1"/>
          </p:nvPr>
        </p:nvSpPr>
        <p:spPr>
          <a:xfrm>
            <a:off x="6458809" y="3848100"/>
            <a:ext cx="2376363" cy="2286000"/>
          </a:xfrm>
        </p:spPr>
        <p:txBody>
          <a:bodyPr>
            <a:normAutofit/>
          </a:bodyPr>
          <a:lstStyle>
            <a:lvl2pPr marL="0" indent="0" algn="ctr">
              <a:buFont typeface="Source Sans Pro" panose="020B0503030403020204" pitchFamily="34" charset="0"/>
              <a:buChar char=" "/>
              <a:defRPr sz="1200"/>
            </a:lvl2pPr>
            <a:lvl3pPr marL="0" indent="0" algn="ctr">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24" name="Espace réservé du graphique 15">
            <a:extLst>
              <a:ext uri="{FF2B5EF4-FFF2-40B4-BE49-F238E27FC236}">
                <a16:creationId xmlns:a16="http://schemas.microsoft.com/office/drawing/2014/main" id="{1B7D57B3-844C-20B9-686D-4CD3AE956C6E}"/>
              </a:ext>
            </a:extLst>
          </p:cNvPr>
          <p:cNvSpPr>
            <a:spLocks noGrp="1"/>
          </p:cNvSpPr>
          <p:nvPr>
            <p:ph type="chart" sz="quarter" idx="33"/>
          </p:nvPr>
        </p:nvSpPr>
        <p:spPr>
          <a:xfrm>
            <a:off x="6458281" y="1577975"/>
            <a:ext cx="2377123" cy="1347788"/>
          </a:xfrm>
        </p:spPr>
        <p:txBody>
          <a:bodyPr bIns="468000" anchor="ctr">
            <a:normAutofit/>
          </a:bodyPr>
          <a:lstStyle>
            <a:lvl1pPr marL="0" indent="0" algn="ctr">
              <a:buNone/>
              <a:defRPr sz="1000" b="0"/>
            </a:lvl1pPr>
          </a:lstStyle>
          <a:p>
            <a:r>
              <a:rPr lang="fr-FR"/>
              <a:t>Cliquez sur l'icône pour ajouter un graphique</a:t>
            </a:r>
          </a:p>
        </p:txBody>
      </p:sp>
      <p:sp>
        <p:nvSpPr>
          <p:cNvPr id="25" name="Espace réservé du texte 5">
            <a:extLst>
              <a:ext uri="{FF2B5EF4-FFF2-40B4-BE49-F238E27FC236}">
                <a16:creationId xmlns:a16="http://schemas.microsoft.com/office/drawing/2014/main" id="{B9A450E3-9EDE-683C-2660-F8C36E75DBE9}"/>
              </a:ext>
            </a:extLst>
          </p:cNvPr>
          <p:cNvSpPr>
            <a:spLocks noGrp="1"/>
          </p:cNvSpPr>
          <p:nvPr>
            <p:ph type="body" sz="quarter" idx="34" hasCustomPrompt="1"/>
          </p:nvPr>
        </p:nvSpPr>
        <p:spPr>
          <a:xfrm>
            <a:off x="9328547" y="3134697"/>
            <a:ext cx="2376363" cy="588605"/>
          </a:xfrm>
          <a:noFill/>
        </p:spPr>
        <p:txBody>
          <a:bodyPr wrap="square" tIns="72000" bIns="72000" anchor="ctr">
            <a:spAutoFit/>
          </a:bodyPr>
          <a:lstStyle>
            <a:lvl1pPr marL="0" indent="0" algn="ctr">
              <a:spcBef>
                <a:spcPts val="0"/>
              </a:spcBef>
              <a:buNone/>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6" name="Espace réservé du texte 5">
            <a:extLst>
              <a:ext uri="{FF2B5EF4-FFF2-40B4-BE49-F238E27FC236}">
                <a16:creationId xmlns:a16="http://schemas.microsoft.com/office/drawing/2014/main" id="{586C3096-F21D-A259-B2CB-A4FEC95377A8}"/>
              </a:ext>
            </a:extLst>
          </p:cNvPr>
          <p:cNvSpPr>
            <a:spLocks noGrp="1"/>
          </p:cNvSpPr>
          <p:nvPr>
            <p:ph type="body" sz="quarter" idx="35" hasCustomPrompt="1"/>
          </p:nvPr>
        </p:nvSpPr>
        <p:spPr>
          <a:xfrm>
            <a:off x="9327487" y="3848100"/>
            <a:ext cx="2376363" cy="2286000"/>
          </a:xfrm>
        </p:spPr>
        <p:txBody>
          <a:bodyPr>
            <a:normAutofit/>
          </a:bodyPr>
          <a:lstStyle>
            <a:lvl2pPr marL="0" indent="0" algn="ctr">
              <a:buFont typeface="Source Sans Pro" panose="020B0503030403020204" pitchFamily="34" charset="0"/>
              <a:buChar char=" "/>
              <a:defRPr sz="1200"/>
            </a:lvl2pPr>
            <a:lvl3pPr marL="0" indent="0" algn="ctr">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27" name="Espace réservé du graphique 15">
            <a:extLst>
              <a:ext uri="{FF2B5EF4-FFF2-40B4-BE49-F238E27FC236}">
                <a16:creationId xmlns:a16="http://schemas.microsoft.com/office/drawing/2014/main" id="{3131DC71-01DD-A844-9B8B-856E200B0F21}"/>
              </a:ext>
            </a:extLst>
          </p:cNvPr>
          <p:cNvSpPr>
            <a:spLocks noGrp="1"/>
          </p:cNvSpPr>
          <p:nvPr>
            <p:ph type="chart" sz="quarter" idx="36"/>
          </p:nvPr>
        </p:nvSpPr>
        <p:spPr>
          <a:xfrm>
            <a:off x="9326959" y="1577975"/>
            <a:ext cx="2377123" cy="1347788"/>
          </a:xfrm>
        </p:spPr>
        <p:txBody>
          <a:bodyPr bIns="468000" anchor="ctr">
            <a:normAutofit/>
          </a:bodyPr>
          <a:lstStyle>
            <a:lvl1pPr marL="0" indent="0" algn="ctr">
              <a:buNone/>
              <a:defRPr sz="1000" b="0"/>
            </a:lvl1pPr>
          </a:lstStyle>
          <a:p>
            <a:r>
              <a:rPr lang="fr-FR"/>
              <a:t>Cliquez sur l'icône pour ajouter un graphique</a:t>
            </a:r>
          </a:p>
        </p:txBody>
      </p:sp>
    </p:spTree>
    <p:extLst>
      <p:ext uri="{BB962C8B-B14F-4D97-AF65-F5344CB8AC3E}">
        <p14:creationId xmlns:p14="http://schemas.microsoft.com/office/powerpoint/2010/main" val="15886780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 Block text in a laptop">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1F206A68-9670-6C87-2E09-E440E2E6A54B}"/>
              </a:ext>
            </a:extLst>
          </p:cNvPr>
          <p:cNvSpPr/>
          <p:nvPr userDrawn="1"/>
        </p:nvSpPr>
        <p:spPr>
          <a:xfrm>
            <a:off x="1341846" y="2105025"/>
            <a:ext cx="4839879" cy="3209925"/>
          </a:xfrm>
          <a:prstGeom prst="rect">
            <a:avLst/>
          </a:prstGeom>
          <a:solidFill>
            <a:srgbClr val="000000"/>
          </a:soli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 name="Rectangle 4">
            <a:extLst>
              <a:ext uri="{FF2B5EF4-FFF2-40B4-BE49-F238E27FC236}">
                <a16:creationId xmlns:a16="http://schemas.microsoft.com/office/drawing/2014/main" id="{2B6A7AF5-FC24-37AF-5C4D-A36C538F3990}"/>
              </a:ext>
            </a:extLst>
          </p:cNvPr>
          <p:cNvSpPr/>
          <p:nvPr userDrawn="1"/>
        </p:nvSpPr>
        <p:spPr>
          <a:xfrm>
            <a:off x="0" y="5448301"/>
            <a:ext cx="12192000" cy="14097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2382"/>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2382"/>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6" name="Freeform 1">
            <a:extLst>
              <a:ext uri="{FF2B5EF4-FFF2-40B4-BE49-F238E27FC236}">
                <a16:creationId xmlns:a16="http://schemas.microsoft.com/office/drawing/2014/main" id="{63F3B991-24DB-2232-1DA6-8C338B51702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cxnSp>
        <p:nvCxnSpPr>
          <p:cNvPr id="9" name="Connecteur droit 8">
            <a:extLst>
              <a:ext uri="{FF2B5EF4-FFF2-40B4-BE49-F238E27FC236}">
                <a16:creationId xmlns:a16="http://schemas.microsoft.com/office/drawing/2014/main" id="{D29C8996-F6D0-986C-B8F3-D44BE8259B15}"/>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pic>
        <p:nvPicPr>
          <p:cNvPr id="13" name="Image 12">
            <a:extLst>
              <a:ext uri="{FF2B5EF4-FFF2-40B4-BE49-F238E27FC236}">
                <a16:creationId xmlns:a16="http://schemas.microsoft.com/office/drawing/2014/main" id="{614E90F3-E875-303A-E4F1-85452BF29B91}"/>
              </a:ext>
            </a:extLst>
          </p:cNvPr>
          <p:cNvPicPr preferRelativeResize="0">
            <a:picLocks/>
          </p:cNvPicPr>
          <p:nvPr userDrawn="1"/>
        </p:nvPicPr>
        <p:blipFill>
          <a:blip r:embed="rId2"/>
          <a:stretch>
            <a:fillRect/>
          </a:stretch>
        </p:blipFill>
        <p:spPr>
          <a:xfrm>
            <a:off x="-58644" y="5282015"/>
            <a:ext cx="7677342" cy="370672"/>
          </a:xfrm>
          <a:prstGeom prst="rect">
            <a:avLst/>
          </a:prstGeom>
        </p:spPr>
      </p:pic>
      <p:pic>
        <p:nvPicPr>
          <p:cNvPr id="10" name="Image 9" descr="Une image contenant moniteur, équipement électronique, ordinateur, portable&#10;&#10;Description générée automatiquement">
            <a:extLst>
              <a:ext uri="{FF2B5EF4-FFF2-40B4-BE49-F238E27FC236}">
                <a16:creationId xmlns:a16="http://schemas.microsoft.com/office/drawing/2014/main" id="{8AEB38DB-2B0C-E91E-B24B-BD36B6F1DE5D}"/>
              </a:ext>
            </a:extLst>
          </p:cNvPr>
          <p:cNvPicPr>
            <a:picLocks noChangeAspect="1"/>
          </p:cNvPicPr>
          <p:nvPr userDrawn="1"/>
        </p:nvPicPr>
        <p:blipFill>
          <a:blip r:embed="rId3"/>
          <a:stretch>
            <a:fillRect/>
          </a:stretch>
        </p:blipFill>
        <p:spPr>
          <a:xfrm>
            <a:off x="731837" y="1968896"/>
            <a:ext cx="6096381" cy="3498455"/>
          </a:xfrm>
          <a:prstGeom prst="rect">
            <a:avLst/>
          </a:prstGeom>
        </p:spPr>
      </p:pic>
      <p:sp>
        <p:nvSpPr>
          <p:cNvPr id="41" name="Espace réservé du texte 40">
            <a:extLst>
              <a:ext uri="{FF2B5EF4-FFF2-40B4-BE49-F238E27FC236}">
                <a16:creationId xmlns:a16="http://schemas.microsoft.com/office/drawing/2014/main" id="{43D49702-6F3E-CF05-229B-0C09C7CB43D0}"/>
              </a:ext>
            </a:extLst>
          </p:cNvPr>
          <p:cNvSpPr>
            <a:spLocks noGrp="1"/>
          </p:cNvSpPr>
          <p:nvPr>
            <p:ph type="body" sz="quarter" idx="18" hasCustomPrompt="1"/>
          </p:nvPr>
        </p:nvSpPr>
        <p:spPr>
          <a:xfrm>
            <a:off x="1490232" y="2193457"/>
            <a:ext cx="749337" cy="749337"/>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a:solidFill>
            <a:schemeClr val="tx2"/>
          </a:solidFill>
        </p:spPr>
        <p:txBody>
          <a:bodyPr wrap="square">
            <a:noAutofit/>
          </a:bodyPr>
          <a:lstStyle>
            <a:lvl1pPr marL="0" indent="0">
              <a:buNone/>
              <a:defRPr/>
            </a:lvl1pPr>
          </a:lstStyle>
          <a:p>
            <a:pPr lvl="0"/>
            <a:r>
              <a:rPr lang="fr-FR"/>
              <a:t> </a:t>
            </a:r>
          </a:p>
        </p:txBody>
      </p:sp>
      <p:sp>
        <p:nvSpPr>
          <p:cNvPr id="43" name="Espace réservé du texte 42">
            <a:extLst>
              <a:ext uri="{FF2B5EF4-FFF2-40B4-BE49-F238E27FC236}">
                <a16:creationId xmlns:a16="http://schemas.microsoft.com/office/drawing/2014/main" id="{9EBFA05E-F660-015A-0E14-6F47DA152901}"/>
              </a:ext>
            </a:extLst>
          </p:cNvPr>
          <p:cNvSpPr>
            <a:spLocks noGrp="1"/>
          </p:cNvSpPr>
          <p:nvPr>
            <p:ph type="body" sz="quarter" idx="19" hasCustomPrompt="1"/>
          </p:nvPr>
        </p:nvSpPr>
        <p:spPr>
          <a:xfrm>
            <a:off x="1490232" y="2942793"/>
            <a:ext cx="749337" cy="749337"/>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a:solidFill>
            <a:schemeClr val="accent1"/>
          </a:solidFill>
        </p:spPr>
        <p:txBody>
          <a:bodyPr wrap="square">
            <a:noAutofit/>
          </a:bodyPr>
          <a:lstStyle>
            <a:lvl1pPr marL="0" indent="0">
              <a:buNone/>
              <a:defRPr/>
            </a:lvl1pPr>
          </a:lstStyle>
          <a:p>
            <a:pPr lvl="0"/>
            <a:r>
              <a:rPr lang="fr-FR"/>
              <a:t> </a:t>
            </a:r>
          </a:p>
        </p:txBody>
      </p:sp>
      <p:sp>
        <p:nvSpPr>
          <p:cNvPr id="44" name="Espace réservé du texte 43">
            <a:extLst>
              <a:ext uri="{FF2B5EF4-FFF2-40B4-BE49-F238E27FC236}">
                <a16:creationId xmlns:a16="http://schemas.microsoft.com/office/drawing/2014/main" id="{15D5ADBC-9958-A4D3-6468-8549A68C6870}"/>
              </a:ext>
            </a:extLst>
          </p:cNvPr>
          <p:cNvSpPr>
            <a:spLocks noGrp="1"/>
          </p:cNvSpPr>
          <p:nvPr>
            <p:ph type="body" sz="quarter" idx="20" hasCustomPrompt="1"/>
          </p:nvPr>
        </p:nvSpPr>
        <p:spPr>
          <a:xfrm>
            <a:off x="1490232" y="3692130"/>
            <a:ext cx="749337" cy="749337"/>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a:solidFill>
            <a:schemeClr val="tx2"/>
          </a:solidFill>
        </p:spPr>
        <p:txBody>
          <a:bodyPr wrap="square">
            <a:noAutofit/>
          </a:bodyPr>
          <a:lstStyle>
            <a:lvl1pPr marL="0" indent="0">
              <a:buNone/>
              <a:defRPr/>
            </a:lvl1pPr>
          </a:lstStyle>
          <a:p>
            <a:pPr lvl="0"/>
            <a:r>
              <a:rPr lang="fr-FR"/>
              <a:t> </a:t>
            </a:r>
          </a:p>
        </p:txBody>
      </p:sp>
      <p:sp>
        <p:nvSpPr>
          <p:cNvPr id="45" name="Espace réservé du texte 44">
            <a:extLst>
              <a:ext uri="{FF2B5EF4-FFF2-40B4-BE49-F238E27FC236}">
                <a16:creationId xmlns:a16="http://schemas.microsoft.com/office/drawing/2014/main" id="{9AC42168-8CA1-332A-FF0F-B574E44DD80B}"/>
              </a:ext>
            </a:extLst>
          </p:cNvPr>
          <p:cNvSpPr>
            <a:spLocks noGrp="1"/>
          </p:cNvSpPr>
          <p:nvPr>
            <p:ph type="body" sz="quarter" idx="21" hasCustomPrompt="1"/>
          </p:nvPr>
        </p:nvSpPr>
        <p:spPr>
          <a:xfrm>
            <a:off x="1490232" y="4441467"/>
            <a:ext cx="749337" cy="749337"/>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a:solidFill>
            <a:schemeClr val="accent1"/>
          </a:solidFill>
        </p:spPr>
        <p:txBody>
          <a:bodyPr wrap="square">
            <a:noAutofit/>
          </a:bodyPr>
          <a:lstStyle>
            <a:lvl1pPr marL="0" indent="0">
              <a:buNone/>
              <a:defRPr/>
            </a:lvl1pPr>
          </a:lstStyle>
          <a:p>
            <a:pPr lvl="0"/>
            <a:r>
              <a:rPr lang="fr-FR"/>
              <a:t> </a:t>
            </a:r>
          </a:p>
        </p:txBody>
      </p:sp>
      <p:sp>
        <p:nvSpPr>
          <p:cNvPr id="35" name="Espace réservé pour une image  34">
            <a:extLst>
              <a:ext uri="{FF2B5EF4-FFF2-40B4-BE49-F238E27FC236}">
                <a16:creationId xmlns:a16="http://schemas.microsoft.com/office/drawing/2014/main" id="{F060874B-960B-E937-70DF-2BE45997CB43}"/>
              </a:ext>
            </a:extLst>
          </p:cNvPr>
          <p:cNvSpPr>
            <a:spLocks noGrp="1"/>
          </p:cNvSpPr>
          <p:nvPr>
            <p:ph type="pic" sz="quarter" idx="17" hasCustomPrompt="1"/>
          </p:nvPr>
        </p:nvSpPr>
        <p:spPr>
          <a:xfrm>
            <a:off x="1625113" y="4558695"/>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Image</a:t>
            </a:r>
          </a:p>
        </p:txBody>
      </p:sp>
      <p:sp>
        <p:nvSpPr>
          <p:cNvPr id="36" name="Espace réservé pour une image  35">
            <a:extLst>
              <a:ext uri="{FF2B5EF4-FFF2-40B4-BE49-F238E27FC236}">
                <a16:creationId xmlns:a16="http://schemas.microsoft.com/office/drawing/2014/main" id="{B9BDFCB3-9D32-57A4-0682-012663EE179B}"/>
              </a:ext>
            </a:extLst>
          </p:cNvPr>
          <p:cNvSpPr>
            <a:spLocks noGrp="1"/>
          </p:cNvSpPr>
          <p:nvPr>
            <p:ph type="pic" sz="quarter" idx="16" hasCustomPrompt="1"/>
          </p:nvPr>
        </p:nvSpPr>
        <p:spPr>
          <a:xfrm>
            <a:off x="1625113" y="3809358"/>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Image</a:t>
            </a:r>
          </a:p>
        </p:txBody>
      </p:sp>
      <p:sp>
        <p:nvSpPr>
          <p:cNvPr id="37" name="Espace réservé pour une image  36">
            <a:extLst>
              <a:ext uri="{FF2B5EF4-FFF2-40B4-BE49-F238E27FC236}">
                <a16:creationId xmlns:a16="http://schemas.microsoft.com/office/drawing/2014/main" id="{1E70B1A5-3111-F04E-9754-39E0DD80934E}"/>
              </a:ext>
            </a:extLst>
          </p:cNvPr>
          <p:cNvSpPr>
            <a:spLocks noGrp="1"/>
          </p:cNvSpPr>
          <p:nvPr>
            <p:ph type="pic" sz="quarter" idx="15" hasCustomPrompt="1"/>
          </p:nvPr>
        </p:nvSpPr>
        <p:spPr>
          <a:xfrm>
            <a:off x="1625113" y="3060021"/>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Image</a:t>
            </a:r>
          </a:p>
        </p:txBody>
      </p:sp>
      <p:sp>
        <p:nvSpPr>
          <p:cNvPr id="38" name="Espace réservé pour une image  37">
            <a:extLst>
              <a:ext uri="{FF2B5EF4-FFF2-40B4-BE49-F238E27FC236}">
                <a16:creationId xmlns:a16="http://schemas.microsoft.com/office/drawing/2014/main" id="{98150F03-3B77-928C-1CB7-65E6433D1776}"/>
              </a:ext>
            </a:extLst>
          </p:cNvPr>
          <p:cNvSpPr>
            <a:spLocks noGrp="1"/>
          </p:cNvSpPr>
          <p:nvPr>
            <p:ph type="pic" sz="quarter" idx="14" hasCustomPrompt="1"/>
          </p:nvPr>
        </p:nvSpPr>
        <p:spPr>
          <a:xfrm>
            <a:off x="1625113" y="2310684"/>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Image</a:t>
            </a:r>
          </a:p>
        </p:txBody>
      </p:sp>
      <p:sp>
        <p:nvSpPr>
          <p:cNvPr id="47" name="Espace réservé du texte 5">
            <a:extLst>
              <a:ext uri="{FF2B5EF4-FFF2-40B4-BE49-F238E27FC236}">
                <a16:creationId xmlns:a16="http://schemas.microsoft.com/office/drawing/2014/main" id="{7BE21EA7-91AE-8D95-42A7-D29644DA838D}"/>
              </a:ext>
            </a:extLst>
          </p:cNvPr>
          <p:cNvSpPr>
            <a:spLocks noGrp="1"/>
          </p:cNvSpPr>
          <p:nvPr>
            <p:ph type="body" sz="quarter" idx="12" hasCustomPrompt="1"/>
          </p:nvPr>
        </p:nvSpPr>
        <p:spPr>
          <a:xfrm>
            <a:off x="2239569" y="4441467"/>
            <a:ext cx="3856431" cy="749336"/>
          </a:xfrm>
          <a:solidFill>
            <a:schemeClr val="bg1">
              <a:lumMod val="85000"/>
            </a:schemeClr>
          </a:solidFill>
        </p:spPr>
        <p:txBody>
          <a:bodyPr anchor="ctr">
            <a:normAutofit/>
          </a:bodyPr>
          <a:lstStyle>
            <a:lvl2pPr marL="85725" indent="-85725" algn="l">
              <a:buFont typeface="Source Sans Pro" panose="020B0503030403020204" pitchFamily="34" charset="0"/>
              <a:buChar char=" "/>
              <a:defRPr sz="1200"/>
            </a:lvl2pPr>
            <a:lvl3pPr marL="85725" indent="-85725" algn="l">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48" name="Espace réservé du texte 5">
            <a:extLst>
              <a:ext uri="{FF2B5EF4-FFF2-40B4-BE49-F238E27FC236}">
                <a16:creationId xmlns:a16="http://schemas.microsoft.com/office/drawing/2014/main" id="{27D914FF-AE4C-5F83-2454-D094C2F797E1}"/>
              </a:ext>
            </a:extLst>
          </p:cNvPr>
          <p:cNvSpPr>
            <a:spLocks noGrp="1"/>
          </p:cNvSpPr>
          <p:nvPr>
            <p:ph type="body" sz="quarter" idx="22" hasCustomPrompt="1"/>
          </p:nvPr>
        </p:nvSpPr>
        <p:spPr>
          <a:xfrm>
            <a:off x="6274551" y="4441467"/>
            <a:ext cx="5410503" cy="749336"/>
          </a:xfrm>
          <a:gradFill>
            <a:gsLst>
              <a:gs pos="10000">
                <a:schemeClr val="bg1">
                  <a:lumMod val="85000"/>
                </a:schemeClr>
              </a:gs>
              <a:gs pos="0">
                <a:schemeClr val="bg1">
                  <a:lumMod val="75000"/>
                </a:schemeClr>
              </a:gs>
            </a:gsLst>
            <a:lin ang="0" scaled="1"/>
          </a:gradFill>
        </p:spPr>
        <p:txBody>
          <a:bodyPr anchor="ctr">
            <a:normAutofit/>
          </a:bodyPr>
          <a:lstStyle>
            <a:lvl2pPr marL="85725" indent="-85725" algn="l">
              <a:buFont typeface="Source Sans Pro" panose="020B0503030403020204" pitchFamily="34" charset="0"/>
              <a:buChar char=" "/>
              <a:defRPr sz="1200"/>
            </a:lvl2pPr>
            <a:lvl3pPr marL="85725" indent="-85725" algn="l">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49" name="Espace réservé du texte 5">
            <a:extLst>
              <a:ext uri="{FF2B5EF4-FFF2-40B4-BE49-F238E27FC236}">
                <a16:creationId xmlns:a16="http://schemas.microsoft.com/office/drawing/2014/main" id="{7F8EB284-A638-6A54-7DFC-1A51AF7B0DAC}"/>
              </a:ext>
            </a:extLst>
          </p:cNvPr>
          <p:cNvSpPr>
            <a:spLocks noGrp="1"/>
          </p:cNvSpPr>
          <p:nvPr>
            <p:ph type="body" sz="quarter" idx="23" hasCustomPrompt="1"/>
          </p:nvPr>
        </p:nvSpPr>
        <p:spPr>
          <a:xfrm>
            <a:off x="2239569" y="3692130"/>
            <a:ext cx="3856431" cy="749336"/>
          </a:xfrm>
          <a:solidFill>
            <a:schemeClr val="bg1">
              <a:lumMod val="95000"/>
            </a:schemeClr>
          </a:solidFill>
        </p:spPr>
        <p:txBody>
          <a:bodyPr anchor="ctr">
            <a:normAutofit/>
          </a:bodyPr>
          <a:lstStyle>
            <a:lvl2pPr marL="85725" indent="-85725" algn="l">
              <a:buFont typeface="Source Sans Pro" panose="020B0503030403020204" pitchFamily="34" charset="0"/>
              <a:buChar char=" "/>
              <a:defRPr sz="1200"/>
            </a:lvl2pPr>
            <a:lvl3pPr marL="85725" indent="-85725" algn="l">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50" name="Espace réservé du texte 5">
            <a:extLst>
              <a:ext uri="{FF2B5EF4-FFF2-40B4-BE49-F238E27FC236}">
                <a16:creationId xmlns:a16="http://schemas.microsoft.com/office/drawing/2014/main" id="{809ECB14-999E-B68A-31D0-CAD0DA15BF1A}"/>
              </a:ext>
            </a:extLst>
          </p:cNvPr>
          <p:cNvSpPr>
            <a:spLocks noGrp="1"/>
          </p:cNvSpPr>
          <p:nvPr>
            <p:ph type="body" sz="quarter" idx="24" hasCustomPrompt="1"/>
          </p:nvPr>
        </p:nvSpPr>
        <p:spPr>
          <a:xfrm>
            <a:off x="6274551" y="3692130"/>
            <a:ext cx="5410503" cy="749336"/>
          </a:xfrm>
          <a:gradFill flip="none" rotWithShape="1">
            <a:gsLst>
              <a:gs pos="0">
                <a:schemeClr val="bg1">
                  <a:lumMod val="85000"/>
                </a:schemeClr>
              </a:gs>
              <a:gs pos="10000">
                <a:schemeClr val="bg1">
                  <a:lumMod val="95000"/>
                </a:schemeClr>
              </a:gs>
            </a:gsLst>
            <a:lin ang="0" scaled="1"/>
            <a:tileRect/>
          </a:gradFill>
        </p:spPr>
        <p:txBody>
          <a:bodyPr anchor="ctr">
            <a:normAutofit/>
          </a:bodyPr>
          <a:lstStyle>
            <a:lvl2pPr marL="85725" indent="-85725" algn="l">
              <a:buFont typeface="Source Sans Pro" panose="020B0503030403020204" pitchFamily="34" charset="0"/>
              <a:buChar char=" "/>
              <a:defRPr sz="1200"/>
            </a:lvl2pPr>
            <a:lvl3pPr marL="85725" indent="-85725" algn="l">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51" name="Espace réservé du texte 5">
            <a:extLst>
              <a:ext uri="{FF2B5EF4-FFF2-40B4-BE49-F238E27FC236}">
                <a16:creationId xmlns:a16="http://schemas.microsoft.com/office/drawing/2014/main" id="{B96971FC-D08F-6ACA-307A-02064B650A9C}"/>
              </a:ext>
            </a:extLst>
          </p:cNvPr>
          <p:cNvSpPr>
            <a:spLocks noGrp="1"/>
          </p:cNvSpPr>
          <p:nvPr>
            <p:ph type="body" sz="quarter" idx="25" hasCustomPrompt="1"/>
          </p:nvPr>
        </p:nvSpPr>
        <p:spPr>
          <a:xfrm>
            <a:off x="2239569" y="2942793"/>
            <a:ext cx="3856431" cy="749336"/>
          </a:xfrm>
          <a:solidFill>
            <a:schemeClr val="bg1">
              <a:lumMod val="85000"/>
            </a:schemeClr>
          </a:solidFill>
        </p:spPr>
        <p:txBody>
          <a:bodyPr anchor="ctr">
            <a:normAutofit/>
          </a:bodyPr>
          <a:lstStyle>
            <a:lvl2pPr marL="85725" indent="-85725" algn="l">
              <a:buFont typeface="Source Sans Pro" panose="020B0503030403020204" pitchFamily="34" charset="0"/>
              <a:buChar char=" "/>
              <a:defRPr sz="1200"/>
            </a:lvl2pPr>
            <a:lvl3pPr marL="85725" indent="-85725" algn="l">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52" name="Espace réservé du texte 5">
            <a:extLst>
              <a:ext uri="{FF2B5EF4-FFF2-40B4-BE49-F238E27FC236}">
                <a16:creationId xmlns:a16="http://schemas.microsoft.com/office/drawing/2014/main" id="{762C8AF2-4F24-2D9B-BF3E-E97BFF6E2428}"/>
              </a:ext>
            </a:extLst>
          </p:cNvPr>
          <p:cNvSpPr>
            <a:spLocks noGrp="1"/>
          </p:cNvSpPr>
          <p:nvPr>
            <p:ph type="body" sz="quarter" idx="26" hasCustomPrompt="1"/>
          </p:nvPr>
        </p:nvSpPr>
        <p:spPr>
          <a:xfrm>
            <a:off x="6274551" y="2942793"/>
            <a:ext cx="5410503" cy="749336"/>
          </a:xfrm>
          <a:gradFill>
            <a:gsLst>
              <a:gs pos="10000">
                <a:schemeClr val="bg1">
                  <a:lumMod val="85000"/>
                </a:schemeClr>
              </a:gs>
              <a:gs pos="0">
                <a:schemeClr val="bg1">
                  <a:lumMod val="75000"/>
                </a:schemeClr>
              </a:gs>
            </a:gsLst>
            <a:lin ang="0" scaled="1"/>
          </a:gradFill>
        </p:spPr>
        <p:txBody>
          <a:bodyPr anchor="ctr">
            <a:normAutofit/>
          </a:bodyPr>
          <a:lstStyle>
            <a:lvl2pPr marL="85725" indent="-85725" algn="l">
              <a:buFont typeface="Source Sans Pro" panose="020B0503030403020204" pitchFamily="34" charset="0"/>
              <a:buChar char=" "/>
              <a:defRPr sz="1200"/>
            </a:lvl2pPr>
            <a:lvl3pPr marL="85725" indent="-85725" algn="l">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53" name="Espace réservé du texte 5">
            <a:extLst>
              <a:ext uri="{FF2B5EF4-FFF2-40B4-BE49-F238E27FC236}">
                <a16:creationId xmlns:a16="http://schemas.microsoft.com/office/drawing/2014/main" id="{02E722DC-BF54-EFE0-EC6F-3044F590D9B0}"/>
              </a:ext>
            </a:extLst>
          </p:cNvPr>
          <p:cNvSpPr>
            <a:spLocks noGrp="1"/>
          </p:cNvSpPr>
          <p:nvPr>
            <p:ph type="body" sz="quarter" idx="27" hasCustomPrompt="1"/>
          </p:nvPr>
        </p:nvSpPr>
        <p:spPr>
          <a:xfrm>
            <a:off x="2239569" y="2193457"/>
            <a:ext cx="3856431" cy="749336"/>
          </a:xfrm>
          <a:solidFill>
            <a:schemeClr val="bg1">
              <a:lumMod val="95000"/>
            </a:schemeClr>
          </a:solidFill>
        </p:spPr>
        <p:txBody>
          <a:bodyPr anchor="ctr">
            <a:normAutofit/>
          </a:bodyPr>
          <a:lstStyle>
            <a:lvl2pPr marL="85725" indent="-85725" algn="l">
              <a:buFont typeface="Source Sans Pro" panose="020B0503030403020204" pitchFamily="34" charset="0"/>
              <a:buChar char=" "/>
              <a:defRPr sz="1200"/>
            </a:lvl2pPr>
            <a:lvl3pPr marL="85725" indent="-85725" algn="l">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54" name="Espace réservé du texte 5">
            <a:extLst>
              <a:ext uri="{FF2B5EF4-FFF2-40B4-BE49-F238E27FC236}">
                <a16:creationId xmlns:a16="http://schemas.microsoft.com/office/drawing/2014/main" id="{31861A45-9B2B-E200-B7B3-D0D9DB3A8589}"/>
              </a:ext>
            </a:extLst>
          </p:cNvPr>
          <p:cNvSpPr>
            <a:spLocks noGrp="1"/>
          </p:cNvSpPr>
          <p:nvPr>
            <p:ph type="body" sz="quarter" idx="28" hasCustomPrompt="1"/>
          </p:nvPr>
        </p:nvSpPr>
        <p:spPr>
          <a:xfrm>
            <a:off x="6274551" y="2193457"/>
            <a:ext cx="5410503" cy="749336"/>
          </a:xfrm>
          <a:gradFill flip="none" rotWithShape="1">
            <a:gsLst>
              <a:gs pos="0">
                <a:schemeClr val="bg1">
                  <a:lumMod val="85000"/>
                </a:schemeClr>
              </a:gs>
              <a:gs pos="10000">
                <a:schemeClr val="bg1">
                  <a:lumMod val="95000"/>
                </a:schemeClr>
              </a:gs>
            </a:gsLst>
            <a:lin ang="0" scaled="1"/>
            <a:tileRect/>
          </a:gradFill>
        </p:spPr>
        <p:txBody>
          <a:bodyPr anchor="ctr">
            <a:normAutofit/>
          </a:bodyPr>
          <a:lstStyle>
            <a:lvl2pPr marL="85725" indent="-85725" algn="l">
              <a:buFont typeface="Source Sans Pro" panose="020B0503030403020204" pitchFamily="34" charset="0"/>
              <a:buChar char=" "/>
              <a:defRPr sz="1200"/>
            </a:lvl2pPr>
            <a:lvl3pPr marL="85725" indent="-85725" algn="l">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Tree>
    <p:extLst>
      <p:ext uri="{BB962C8B-B14F-4D97-AF65-F5344CB8AC3E}">
        <p14:creationId xmlns:p14="http://schemas.microsoft.com/office/powerpoint/2010/main" val="34014438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 Block text in a smartphone A">
    <p:spTree>
      <p:nvGrpSpPr>
        <p:cNvPr id="1" name=""/>
        <p:cNvGrpSpPr/>
        <p:nvPr/>
      </p:nvGrpSpPr>
      <p:grpSpPr>
        <a:xfrm>
          <a:off x="0" y="0"/>
          <a:ext cx="0" cy="0"/>
          <a:chOff x="0" y="0"/>
          <a:chExt cx="0" cy="0"/>
        </a:xfrm>
      </p:grpSpPr>
      <p:sp>
        <p:nvSpPr>
          <p:cNvPr id="14" name="Forme libre : forme 13">
            <a:extLst>
              <a:ext uri="{FF2B5EF4-FFF2-40B4-BE49-F238E27FC236}">
                <a16:creationId xmlns:a16="http://schemas.microsoft.com/office/drawing/2014/main" id="{EF23B174-C6C0-F7F4-C871-45E34F5273B3}"/>
              </a:ext>
            </a:extLst>
          </p:cNvPr>
          <p:cNvSpPr/>
          <p:nvPr userDrawn="1"/>
        </p:nvSpPr>
        <p:spPr>
          <a:xfrm flipV="1">
            <a:off x="1614027" y="3792797"/>
            <a:ext cx="3250098" cy="720000"/>
          </a:xfrm>
          <a:custGeom>
            <a:avLst/>
            <a:gdLst>
              <a:gd name="connsiteX0" fmla="*/ 3352991 w 3352990"/>
              <a:gd name="connsiteY0" fmla="*/ 0 h 394144"/>
              <a:gd name="connsiteX1" fmla="*/ 0 w 3352990"/>
              <a:gd name="connsiteY1" fmla="*/ 0 h 394144"/>
              <a:gd name="connsiteX2" fmla="*/ 762 w 3352990"/>
              <a:gd name="connsiteY2" fmla="*/ 394144 h 394144"/>
              <a:gd name="connsiteX3" fmla="*/ 3352991 w 3352990"/>
              <a:gd name="connsiteY3" fmla="*/ 394144 h 394144"/>
              <a:gd name="connsiteX4" fmla="*/ 3352991 w 3352990"/>
              <a:gd name="connsiteY4" fmla="*/ 0 h 394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990" h="394144">
                <a:moveTo>
                  <a:pt x="3352991" y="0"/>
                </a:moveTo>
                <a:lnTo>
                  <a:pt x="0" y="0"/>
                </a:lnTo>
                <a:lnTo>
                  <a:pt x="762" y="394144"/>
                </a:lnTo>
                <a:lnTo>
                  <a:pt x="3352991" y="394144"/>
                </a:lnTo>
                <a:lnTo>
                  <a:pt x="3352991" y="0"/>
                </a:lnTo>
                <a:close/>
              </a:path>
            </a:pathLst>
          </a:custGeom>
          <a:solidFill>
            <a:schemeClr val="accent3"/>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000E9C"/>
              </a:solidFill>
              <a:effectLst/>
              <a:uLnTx/>
              <a:uFillTx/>
            </a:endParaRPr>
          </a:p>
        </p:txBody>
      </p:sp>
      <p:sp>
        <p:nvSpPr>
          <p:cNvPr id="15" name="Forme libre : forme 14">
            <a:extLst>
              <a:ext uri="{FF2B5EF4-FFF2-40B4-BE49-F238E27FC236}">
                <a16:creationId xmlns:a16="http://schemas.microsoft.com/office/drawing/2014/main" id="{38E69970-7E5C-9431-0DC7-19EF53A8CC00}"/>
              </a:ext>
            </a:extLst>
          </p:cNvPr>
          <p:cNvSpPr/>
          <p:nvPr userDrawn="1"/>
        </p:nvSpPr>
        <p:spPr>
          <a:xfrm flipV="1">
            <a:off x="0" y="3792797"/>
            <a:ext cx="1100138" cy="1118234"/>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0 w 609600"/>
              <a:gd name="connsiteY4" fmla="*/ 0 h 609600"/>
              <a:gd name="connsiteX5" fmla="*/ 0 w 609600"/>
              <a:gd name="connsiteY5" fmla="*/ 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 h="609600">
                <a:moveTo>
                  <a:pt x="0" y="0"/>
                </a:moveTo>
                <a:lnTo>
                  <a:pt x="609600" y="0"/>
                </a:lnTo>
                <a:lnTo>
                  <a:pt x="609600" y="609600"/>
                </a:lnTo>
                <a:lnTo>
                  <a:pt x="0" y="609600"/>
                </a:lnTo>
                <a:lnTo>
                  <a:pt x="0" y="0"/>
                </a:lnTo>
                <a:lnTo>
                  <a:pt x="0" y="0"/>
                </a:lnTo>
                <a:close/>
              </a:path>
            </a:pathLst>
          </a:custGeom>
          <a:solidFill>
            <a:schemeClr val="accent3"/>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endParaRPr>
          </a:p>
        </p:txBody>
      </p:sp>
      <p:sp>
        <p:nvSpPr>
          <p:cNvPr id="16" name="Forme libre : forme 15">
            <a:extLst>
              <a:ext uri="{FF2B5EF4-FFF2-40B4-BE49-F238E27FC236}">
                <a16:creationId xmlns:a16="http://schemas.microsoft.com/office/drawing/2014/main" id="{E0E1862E-6158-78A1-6E91-092DB54BE451}"/>
              </a:ext>
            </a:extLst>
          </p:cNvPr>
          <p:cNvSpPr/>
          <p:nvPr userDrawn="1"/>
        </p:nvSpPr>
        <p:spPr>
          <a:xfrm flipV="1">
            <a:off x="1099621" y="3792797"/>
            <a:ext cx="519643" cy="1113988"/>
          </a:xfrm>
          <a:custGeom>
            <a:avLst/>
            <a:gdLst>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33179 h 1116337"/>
              <a:gd name="connsiteX5" fmla="*/ 518440 w 519643"/>
              <a:gd name="connsiteY5" fmla="*/ 404169 h 1116337"/>
              <a:gd name="connsiteX6" fmla="*/ 518440 w 519643"/>
              <a:gd name="connsiteY6" fmla="*/ 387970 h 1116337"/>
              <a:gd name="connsiteX7" fmla="*/ 518784 w 519643"/>
              <a:gd name="connsiteY7" fmla="*/ 388315 h 1116337"/>
              <a:gd name="connsiteX8" fmla="*/ 519643 w 519643"/>
              <a:gd name="connsiteY8" fmla="*/ 1100138 h 1116337"/>
              <a:gd name="connsiteX9" fmla="*/ 519621 w 519643"/>
              <a:gd name="connsiteY9" fmla="*/ 1100138 h 1116337"/>
              <a:gd name="connsiteX10" fmla="*/ 519643 w 519643"/>
              <a:gd name="connsiteY10" fmla="*/ 1116337 h 1116337"/>
              <a:gd name="connsiteX11" fmla="*/ 0 w 519643"/>
              <a:gd name="connsiteY11" fmla="*/ 1116337 h 1116337"/>
              <a:gd name="connsiteX12" fmla="*/ 0 w 519643"/>
              <a:gd name="connsiteY12" fmla="*/ 1100138 h 1116337"/>
              <a:gd name="connsiteX13" fmla="*/ 0 w 519643"/>
              <a:gd name="connsiteY13" fmla="*/ 16199 h 1116337"/>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33179 h 1116337"/>
              <a:gd name="connsiteX5" fmla="*/ 518440 w 519643"/>
              <a:gd name="connsiteY5" fmla="*/ 404169 h 1116337"/>
              <a:gd name="connsiteX6" fmla="*/ 518440 w 519643"/>
              <a:gd name="connsiteY6" fmla="*/ 387970 h 1116337"/>
              <a:gd name="connsiteX7" fmla="*/ 518784 w 519643"/>
              <a:gd name="connsiteY7" fmla="*/ 388315 h 1116337"/>
              <a:gd name="connsiteX8" fmla="*/ 519643 w 519643"/>
              <a:gd name="connsiteY8" fmla="*/ 1100138 h 1116337"/>
              <a:gd name="connsiteX9" fmla="*/ 519621 w 519643"/>
              <a:gd name="connsiteY9" fmla="*/ 1100138 h 1116337"/>
              <a:gd name="connsiteX10" fmla="*/ 519643 w 519643"/>
              <a:gd name="connsiteY10" fmla="*/ 1116337 h 1116337"/>
              <a:gd name="connsiteX11" fmla="*/ 0 w 519643"/>
              <a:gd name="connsiteY11" fmla="*/ 1116337 h 1116337"/>
              <a:gd name="connsiteX12" fmla="*/ 0 w 519643"/>
              <a:gd name="connsiteY12" fmla="*/ 1100138 h 1116337"/>
              <a:gd name="connsiteX13" fmla="*/ 0 w 519643"/>
              <a:gd name="connsiteY13" fmla="*/ 0 h 1116337"/>
              <a:gd name="connsiteX0" fmla="*/ 59531 w 519643"/>
              <a:gd name="connsiteY0" fmla="*/ 0 h 1113951"/>
              <a:gd name="connsiteX1" fmla="*/ 518097 w 519643"/>
              <a:gd name="connsiteY1" fmla="*/ 386788 h 1113951"/>
              <a:gd name="connsiteX2" fmla="*/ 518097 w 519643"/>
              <a:gd name="connsiteY2" fmla="*/ 402987 h 1113951"/>
              <a:gd name="connsiteX3" fmla="*/ 518097 w 519643"/>
              <a:gd name="connsiteY3" fmla="*/ 430793 h 1113951"/>
              <a:gd name="connsiteX4" fmla="*/ 518440 w 519643"/>
              <a:gd name="connsiteY4" fmla="*/ 430793 h 1113951"/>
              <a:gd name="connsiteX5" fmla="*/ 518440 w 519643"/>
              <a:gd name="connsiteY5" fmla="*/ 401783 h 1113951"/>
              <a:gd name="connsiteX6" fmla="*/ 518440 w 519643"/>
              <a:gd name="connsiteY6" fmla="*/ 385584 h 1113951"/>
              <a:gd name="connsiteX7" fmla="*/ 518784 w 519643"/>
              <a:gd name="connsiteY7" fmla="*/ 385929 h 1113951"/>
              <a:gd name="connsiteX8" fmla="*/ 519643 w 519643"/>
              <a:gd name="connsiteY8" fmla="*/ 1097752 h 1113951"/>
              <a:gd name="connsiteX9" fmla="*/ 519621 w 519643"/>
              <a:gd name="connsiteY9" fmla="*/ 1097752 h 1113951"/>
              <a:gd name="connsiteX10" fmla="*/ 519643 w 519643"/>
              <a:gd name="connsiteY10" fmla="*/ 1113951 h 1113951"/>
              <a:gd name="connsiteX11" fmla="*/ 0 w 519643"/>
              <a:gd name="connsiteY11" fmla="*/ 1113951 h 1113951"/>
              <a:gd name="connsiteX12" fmla="*/ 0 w 519643"/>
              <a:gd name="connsiteY12" fmla="*/ 1097752 h 1113951"/>
              <a:gd name="connsiteX13" fmla="*/ 59531 w 519643"/>
              <a:gd name="connsiteY13" fmla="*/ 0 h 1113951"/>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33179 h 1116337"/>
              <a:gd name="connsiteX5" fmla="*/ 518440 w 519643"/>
              <a:gd name="connsiteY5" fmla="*/ 404169 h 1116337"/>
              <a:gd name="connsiteX6" fmla="*/ 518440 w 519643"/>
              <a:gd name="connsiteY6" fmla="*/ 387970 h 1116337"/>
              <a:gd name="connsiteX7" fmla="*/ 518784 w 519643"/>
              <a:gd name="connsiteY7" fmla="*/ 388315 h 1116337"/>
              <a:gd name="connsiteX8" fmla="*/ 519643 w 519643"/>
              <a:gd name="connsiteY8" fmla="*/ 1100138 h 1116337"/>
              <a:gd name="connsiteX9" fmla="*/ 519621 w 519643"/>
              <a:gd name="connsiteY9" fmla="*/ 1100138 h 1116337"/>
              <a:gd name="connsiteX10" fmla="*/ 519643 w 519643"/>
              <a:gd name="connsiteY10" fmla="*/ 1116337 h 1116337"/>
              <a:gd name="connsiteX11" fmla="*/ 0 w 519643"/>
              <a:gd name="connsiteY11" fmla="*/ 1116337 h 1116337"/>
              <a:gd name="connsiteX12" fmla="*/ 0 w 519643"/>
              <a:gd name="connsiteY12" fmla="*/ 1100138 h 1116337"/>
              <a:gd name="connsiteX13" fmla="*/ 0 w 519643"/>
              <a:gd name="connsiteY13" fmla="*/ 0 h 1116337"/>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04169 h 1116337"/>
              <a:gd name="connsiteX5" fmla="*/ 518440 w 519643"/>
              <a:gd name="connsiteY5" fmla="*/ 387970 h 1116337"/>
              <a:gd name="connsiteX6" fmla="*/ 518784 w 519643"/>
              <a:gd name="connsiteY6" fmla="*/ 388315 h 1116337"/>
              <a:gd name="connsiteX7" fmla="*/ 519643 w 519643"/>
              <a:gd name="connsiteY7" fmla="*/ 1100138 h 1116337"/>
              <a:gd name="connsiteX8" fmla="*/ 519621 w 519643"/>
              <a:gd name="connsiteY8" fmla="*/ 1100138 h 1116337"/>
              <a:gd name="connsiteX9" fmla="*/ 519643 w 519643"/>
              <a:gd name="connsiteY9" fmla="*/ 1116337 h 1116337"/>
              <a:gd name="connsiteX10" fmla="*/ 0 w 519643"/>
              <a:gd name="connsiteY10" fmla="*/ 1116337 h 1116337"/>
              <a:gd name="connsiteX11" fmla="*/ 0 w 519643"/>
              <a:gd name="connsiteY11" fmla="*/ 1100138 h 1116337"/>
              <a:gd name="connsiteX12" fmla="*/ 0 w 519643"/>
              <a:gd name="connsiteY12" fmla="*/ 0 h 1116337"/>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387970 h 1116337"/>
              <a:gd name="connsiteX5" fmla="*/ 518784 w 519643"/>
              <a:gd name="connsiteY5" fmla="*/ 388315 h 1116337"/>
              <a:gd name="connsiteX6" fmla="*/ 519643 w 519643"/>
              <a:gd name="connsiteY6" fmla="*/ 1100138 h 1116337"/>
              <a:gd name="connsiteX7" fmla="*/ 519621 w 519643"/>
              <a:gd name="connsiteY7" fmla="*/ 1100138 h 1116337"/>
              <a:gd name="connsiteX8" fmla="*/ 519643 w 519643"/>
              <a:gd name="connsiteY8" fmla="*/ 1116337 h 1116337"/>
              <a:gd name="connsiteX9" fmla="*/ 0 w 519643"/>
              <a:gd name="connsiteY9" fmla="*/ 1116337 h 1116337"/>
              <a:gd name="connsiteX10" fmla="*/ 0 w 519643"/>
              <a:gd name="connsiteY10" fmla="*/ 1100138 h 1116337"/>
              <a:gd name="connsiteX11" fmla="*/ 0 w 519643"/>
              <a:gd name="connsiteY11" fmla="*/ 0 h 1116337"/>
              <a:gd name="connsiteX0" fmla="*/ 0 w 519643"/>
              <a:gd name="connsiteY0" fmla="*/ 0 h 1116337"/>
              <a:gd name="connsiteX1" fmla="*/ 518097 w 519643"/>
              <a:gd name="connsiteY1" fmla="*/ 389174 h 1116337"/>
              <a:gd name="connsiteX2" fmla="*/ 518097 w 519643"/>
              <a:gd name="connsiteY2" fmla="*/ 405373 h 1116337"/>
              <a:gd name="connsiteX3" fmla="*/ 518440 w 519643"/>
              <a:gd name="connsiteY3" fmla="*/ 387970 h 1116337"/>
              <a:gd name="connsiteX4" fmla="*/ 518784 w 519643"/>
              <a:gd name="connsiteY4" fmla="*/ 388315 h 1116337"/>
              <a:gd name="connsiteX5" fmla="*/ 519643 w 519643"/>
              <a:gd name="connsiteY5" fmla="*/ 1100138 h 1116337"/>
              <a:gd name="connsiteX6" fmla="*/ 519621 w 519643"/>
              <a:gd name="connsiteY6" fmla="*/ 1100138 h 1116337"/>
              <a:gd name="connsiteX7" fmla="*/ 519643 w 519643"/>
              <a:gd name="connsiteY7" fmla="*/ 1116337 h 1116337"/>
              <a:gd name="connsiteX8" fmla="*/ 0 w 519643"/>
              <a:gd name="connsiteY8" fmla="*/ 1116337 h 1116337"/>
              <a:gd name="connsiteX9" fmla="*/ 0 w 519643"/>
              <a:gd name="connsiteY9" fmla="*/ 1100138 h 1116337"/>
              <a:gd name="connsiteX10" fmla="*/ 0 w 519643"/>
              <a:gd name="connsiteY10" fmla="*/ 0 h 1116337"/>
              <a:gd name="connsiteX0" fmla="*/ 0 w 519643"/>
              <a:gd name="connsiteY0" fmla="*/ 0 h 1116337"/>
              <a:gd name="connsiteX1" fmla="*/ 518097 w 519643"/>
              <a:gd name="connsiteY1" fmla="*/ 389174 h 1116337"/>
              <a:gd name="connsiteX2" fmla="*/ 518440 w 519643"/>
              <a:gd name="connsiteY2" fmla="*/ 387970 h 1116337"/>
              <a:gd name="connsiteX3" fmla="*/ 518784 w 519643"/>
              <a:gd name="connsiteY3" fmla="*/ 388315 h 1116337"/>
              <a:gd name="connsiteX4" fmla="*/ 519643 w 519643"/>
              <a:gd name="connsiteY4" fmla="*/ 1100138 h 1116337"/>
              <a:gd name="connsiteX5" fmla="*/ 519621 w 519643"/>
              <a:gd name="connsiteY5" fmla="*/ 1100138 h 1116337"/>
              <a:gd name="connsiteX6" fmla="*/ 519643 w 519643"/>
              <a:gd name="connsiteY6" fmla="*/ 1116337 h 1116337"/>
              <a:gd name="connsiteX7" fmla="*/ 0 w 519643"/>
              <a:gd name="connsiteY7" fmla="*/ 1116337 h 1116337"/>
              <a:gd name="connsiteX8" fmla="*/ 0 w 519643"/>
              <a:gd name="connsiteY8" fmla="*/ 1100138 h 1116337"/>
              <a:gd name="connsiteX9" fmla="*/ 0 w 519643"/>
              <a:gd name="connsiteY9" fmla="*/ 0 h 1116337"/>
              <a:gd name="connsiteX0" fmla="*/ 0 w 661659"/>
              <a:gd name="connsiteY0" fmla="*/ 0 h 1116337"/>
              <a:gd name="connsiteX1" fmla="*/ 518097 w 661659"/>
              <a:gd name="connsiteY1" fmla="*/ 389174 h 1116337"/>
              <a:gd name="connsiteX2" fmla="*/ 518440 w 661659"/>
              <a:gd name="connsiteY2" fmla="*/ 387970 h 1116337"/>
              <a:gd name="connsiteX3" fmla="*/ 661659 w 661659"/>
              <a:gd name="connsiteY3" fmla="*/ 376384 h 1116337"/>
              <a:gd name="connsiteX4" fmla="*/ 519643 w 661659"/>
              <a:gd name="connsiteY4" fmla="*/ 1100138 h 1116337"/>
              <a:gd name="connsiteX5" fmla="*/ 519621 w 661659"/>
              <a:gd name="connsiteY5" fmla="*/ 1100138 h 1116337"/>
              <a:gd name="connsiteX6" fmla="*/ 519643 w 661659"/>
              <a:gd name="connsiteY6" fmla="*/ 1116337 h 1116337"/>
              <a:gd name="connsiteX7" fmla="*/ 0 w 661659"/>
              <a:gd name="connsiteY7" fmla="*/ 1116337 h 1116337"/>
              <a:gd name="connsiteX8" fmla="*/ 0 w 661659"/>
              <a:gd name="connsiteY8" fmla="*/ 1100138 h 1116337"/>
              <a:gd name="connsiteX9" fmla="*/ 0 w 661659"/>
              <a:gd name="connsiteY9" fmla="*/ 0 h 1116337"/>
              <a:gd name="connsiteX0" fmla="*/ 0 w 519643"/>
              <a:gd name="connsiteY0" fmla="*/ 0 h 1116337"/>
              <a:gd name="connsiteX1" fmla="*/ 518097 w 519643"/>
              <a:gd name="connsiteY1" fmla="*/ 389174 h 1116337"/>
              <a:gd name="connsiteX2" fmla="*/ 518440 w 519643"/>
              <a:gd name="connsiteY2" fmla="*/ 387970 h 1116337"/>
              <a:gd name="connsiteX3" fmla="*/ 519643 w 519643"/>
              <a:gd name="connsiteY3" fmla="*/ 1100138 h 1116337"/>
              <a:gd name="connsiteX4" fmla="*/ 519621 w 519643"/>
              <a:gd name="connsiteY4" fmla="*/ 1100138 h 1116337"/>
              <a:gd name="connsiteX5" fmla="*/ 519643 w 519643"/>
              <a:gd name="connsiteY5" fmla="*/ 1116337 h 1116337"/>
              <a:gd name="connsiteX6" fmla="*/ 0 w 519643"/>
              <a:gd name="connsiteY6" fmla="*/ 1116337 h 1116337"/>
              <a:gd name="connsiteX7" fmla="*/ 0 w 519643"/>
              <a:gd name="connsiteY7" fmla="*/ 1100138 h 1116337"/>
              <a:gd name="connsiteX8" fmla="*/ 0 w 519643"/>
              <a:gd name="connsiteY8" fmla="*/ 0 h 1116337"/>
              <a:gd name="connsiteX0" fmla="*/ 0 w 519643"/>
              <a:gd name="connsiteY0" fmla="*/ 0 h 1116337"/>
              <a:gd name="connsiteX1" fmla="*/ 518097 w 519643"/>
              <a:gd name="connsiteY1" fmla="*/ 389174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437134 w 519643"/>
              <a:gd name="connsiteY1" fmla="*/ 446444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518097 w 519643"/>
              <a:gd name="connsiteY1" fmla="*/ 389174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477616 w 519643"/>
              <a:gd name="connsiteY1" fmla="*/ 429740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515716 w 519643"/>
              <a:gd name="connsiteY1" fmla="*/ 393947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477616 w 519643"/>
              <a:gd name="connsiteY1" fmla="*/ 413037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518097 w 519643"/>
              <a:gd name="connsiteY1" fmla="*/ 393947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643" h="1116337">
                <a:moveTo>
                  <a:pt x="0" y="0"/>
                </a:moveTo>
                <a:lnTo>
                  <a:pt x="518097" y="393947"/>
                </a:lnTo>
                <a:cubicBezTo>
                  <a:pt x="518612" y="630935"/>
                  <a:pt x="519128" y="863150"/>
                  <a:pt x="519643" y="1100138"/>
                </a:cubicBezTo>
                <a:lnTo>
                  <a:pt x="519621" y="1100138"/>
                </a:lnTo>
                <a:cubicBezTo>
                  <a:pt x="519628" y="1105538"/>
                  <a:pt x="519636" y="1110937"/>
                  <a:pt x="519643" y="1116337"/>
                </a:cubicBezTo>
                <a:lnTo>
                  <a:pt x="0" y="1116337"/>
                </a:lnTo>
                <a:lnTo>
                  <a:pt x="0" y="1100138"/>
                </a:lnTo>
                <a:lnTo>
                  <a:pt x="0" y="0"/>
                </a:lnTo>
                <a:close/>
              </a:path>
            </a:pathLst>
          </a:custGeom>
          <a:solidFill>
            <a:schemeClr val="accent3"/>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000E9C"/>
              </a:solidFill>
              <a:effectLst/>
              <a:uLnTx/>
              <a:uFillTx/>
            </a:endParaRPr>
          </a:p>
        </p:txBody>
      </p:sp>
      <p:sp>
        <p:nvSpPr>
          <p:cNvPr id="162" name="Rectangle 161">
            <a:extLst>
              <a:ext uri="{FF2B5EF4-FFF2-40B4-BE49-F238E27FC236}">
                <a16:creationId xmlns:a16="http://schemas.microsoft.com/office/drawing/2014/main" id="{8C54C2C8-3AA0-52B7-661C-176E89AB58F6}"/>
              </a:ext>
            </a:extLst>
          </p:cNvPr>
          <p:cNvSpPr/>
          <p:nvPr userDrawn="1"/>
        </p:nvSpPr>
        <p:spPr>
          <a:xfrm>
            <a:off x="1099448" y="4998720"/>
            <a:ext cx="8534247" cy="1859280"/>
          </a:xfrm>
          <a:prstGeom prst="rect">
            <a:avLst/>
          </a:prstGeom>
          <a:gradFill flip="none" rotWithShape="1">
            <a:gsLst>
              <a:gs pos="0">
                <a:schemeClr val="bg1">
                  <a:lumMod val="65000"/>
                </a:schemeClr>
              </a:gs>
              <a:gs pos="54000">
                <a:schemeClr val="bg1"/>
              </a:gs>
            </a:gsLst>
            <a:path path="rect">
              <a:fillToRect r="100000" b="100000"/>
            </a:path>
            <a:tileRect l="-100000" t="-100000"/>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 name="Rectangle 4">
            <a:extLst>
              <a:ext uri="{FF2B5EF4-FFF2-40B4-BE49-F238E27FC236}">
                <a16:creationId xmlns:a16="http://schemas.microsoft.com/office/drawing/2014/main" id="{6FAFF04E-7E7C-27E3-C569-442D03962585}"/>
              </a:ext>
            </a:extLst>
          </p:cNvPr>
          <p:cNvSpPr/>
          <p:nvPr userDrawn="1"/>
        </p:nvSpPr>
        <p:spPr>
          <a:xfrm>
            <a:off x="1099448" y="4998720"/>
            <a:ext cx="8534247" cy="1859280"/>
          </a:xfrm>
          <a:prstGeom prst="rect">
            <a:avLst/>
          </a:prstGeom>
          <a:gradFill flip="none" rotWithShape="1">
            <a:gsLst>
              <a:gs pos="0">
                <a:schemeClr val="bg1">
                  <a:lumMod val="65000"/>
                </a:schemeClr>
              </a:gs>
              <a:gs pos="54000">
                <a:schemeClr val="bg1"/>
              </a:gs>
            </a:gsLst>
            <a:path path="rect">
              <a:fillToRect r="100000" b="100000"/>
            </a:path>
            <a:tileRect l="-100000" t="-100000"/>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 name="Rectangle 7">
            <a:extLst>
              <a:ext uri="{FF2B5EF4-FFF2-40B4-BE49-F238E27FC236}">
                <a16:creationId xmlns:a16="http://schemas.microsoft.com/office/drawing/2014/main" id="{6D26F1DB-5D29-0E39-7996-F98F22F537BF}"/>
              </a:ext>
            </a:extLst>
          </p:cNvPr>
          <p:cNvSpPr/>
          <p:nvPr userDrawn="1"/>
        </p:nvSpPr>
        <p:spPr>
          <a:xfrm>
            <a:off x="1277423" y="6190264"/>
            <a:ext cx="8577806" cy="669018"/>
          </a:xfrm>
          <a:prstGeom prst="rect">
            <a:avLst/>
          </a:prstGeom>
          <a:gradFill>
            <a:gsLst>
              <a:gs pos="0">
                <a:schemeClr val="bg1">
                  <a:alpha val="0"/>
                </a:schemeClr>
              </a:gs>
              <a:gs pos="48000">
                <a:schemeClr val="bg1"/>
              </a:gs>
            </a:gsLst>
            <a:lin ang="5400000" scaled="1"/>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2" name="Forme libre : forme 81">
            <a:extLst>
              <a:ext uri="{FF2B5EF4-FFF2-40B4-BE49-F238E27FC236}">
                <a16:creationId xmlns:a16="http://schemas.microsoft.com/office/drawing/2014/main" id="{6F3C6549-03B8-0044-9E76-78EFDEF4ED97}"/>
              </a:ext>
            </a:extLst>
          </p:cNvPr>
          <p:cNvSpPr/>
          <p:nvPr/>
        </p:nvSpPr>
        <p:spPr>
          <a:xfrm>
            <a:off x="1614027" y="3076458"/>
            <a:ext cx="3250098" cy="720000"/>
          </a:xfrm>
          <a:custGeom>
            <a:avLst/>
            <a:gdLst>
              <a:gd name="connsiteX0" fmla="*/ 3352991 w 3352990"/>
              <a:gd name="connsiteY0" fmla="*/ 0 h 394144"/>
              <a:gd name="connsiteX1" fmla="*/ 0 w 3352990"/>
              <a:gd name="connsiteY1" fmla="*/ 0 h 394144"/>
              <a:gd name="connsiteX2" fmla="*/ 762 w 3352990"/>
              <a:gd name="connsiteY2" fmla="*/ 394144 h 394144"/>
              <a:gd name="connsiteX3" fmla="*/ 3352991 w 3352990"/>
              <a:gd name="connsiteY3" fmla="*/ 394144 h 394144"/>
              <a:gd name="connsiteX4" fmla="*/ 3352991 w 3352990"/>
              <a:gd name="connsiteY4" fmla="*/ 0 h 394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990" h="394144">
                <a:moveTo>
                  <a:pt x="3352991" y="0"/>
                </a:moveTo>
                <a:lnTo>
                  <a:pt x="0" y="0"/>
                </a:lnTo>
                <a:lnTo>
                  <a:pt x="762" y="394144"/>
                </a:lnTo>
                <a:lnTo>
                  <a:pt x="3352991" y="394144"/>
                </a:lnTo>
                <a:lnTo>
                  <a:pt x="3352991" y="0"/>
                </a:lnTo>
                <a:close/>
              </a:path>
            </a:pathLst>
          </a:custGeom>
          <a:solidFill>
            <a:schemeClr val="tx1"/>
          </a:solidFill>
          <a:ln w="9525" cap="flat">
            <a:noFill/>
            <a:prstDash val="solid"/>
            <a:miter/>
          </a:ln>
        </p:spPr>
        <p:txBody>
          <a:bodyPr rtlCol="0" anchor="ctr"/>
          <a:lstStyle/>
          <a:p>
            <a:endParaRPr lang="fr-FR"/>
          </a:p>
        </p:txBody>
      </p:sp>
      <p:sp>
        <p:nvSpPr>
          <p:cNvPr id="83" name="Forme libre : forme 82">
            <a:extLst>
              <a:ext uri="{FF2B5EF4-FFF2-40B4-BE49-F238E27FC236}">
                <a16:creationId xmlns:a16="http://schemas.microsoft.com/office/drawing/2014/main" id="{1E44BB59-DA06-7C64-B4D1-C91358552087}"/>
              </a:ext>
            </a:extLst>
          </p:cNvPr>
          <p:cNvSpPr/>
          <p:nvPr/>
        </p:nvSpPr>
        <p:spPr>
          <a:xfrm>
            <a:off x="1614027" y="2356547"/>
            <a:ext cx="3249452" cy="720000"/>
          </a:xfrm>
          <a:custGeom>
            <a:avLst/>
            <a:gdLst>
              <a:gd name="connsiteX0" fmla="*/ 0 w 3352323"/>
              <a:gd name="connsiteY0" fmla="*/ 0 h 392430"/>
              <a:gd name="connsiteX1" fmla="*/ 3352324 w 3352323"/>
              <a:gd name="connsiteY1" fmla="*/ 0 h 392430"/>
              <a:gd name="connsiteX2" fmla="*/ 3352324 w 3352323"/>
              <a:gd name="connsiteY2" fmla="*/ 392430 h 392430"/>
              <a:gd name="connsiteX3" fmla="*/ 0 w 3352323"/>
              <a:gd name="connsiteY3" fmla="*/ 392430 h 392430"/>
            </a:gdLst>
            <a:ahLst/>
            <a:cxnLst>
              <a:cxn ang="0">
                <a:pos x="connsiteX0" y="connsiteY0"/>
              </a:cxn>
              <a:cxn ang="0">
                <a:pos x="connsiteX1" y="connsiteY1"/>
              </a:cxn>
              <a:cxn ang="0">
                <a:pos x="connsiteX2" y="connsiteY2"/>
              </a:cxn>
              <a:cxn ang="0">
                <a:pos x="connsiteX3" y="connsiteY3"/>
              </a:cxn>
            </a:cxnLst>
            <a:rect l="l" t="t" r="r" b="b"/>
            <a:pathLst>
              <a:path w="3352323" h="392430">
                <a:moveTo>
                  <a:pt x="0" y="0"/>
                </a:moveTo>
                <a:lnTo>
                  <a:pt x="3352324" y="0"/>
                </a:lnTo>
                <a:lnTo>
                  <a:pt x="3352324" y="392430"/>
                </a:lnTo>
                <a:lnTo>
                  <a:pt x="0" y="392430"/>
                </a:lnTo>
                <a:close/>
              </a:path>
            </a:pathLst>
          </a:custGeom>
          <a:solidFill>
            <a:schemeClr val="tx2"/>
          </a:solidFill>
          <a:ln w="9525" cap="flat">
            <a:noFill/>
            <a:prstDash val="solid"/>
            <a:miter/>
          </a:ln>
        </p:spPr>
        <p:txBody>
          <a:bodyPr rtlCol="0" anchor="ctr"/>
          <a:lstStyle/>
          <a:p>
            <a:endParaRPr lang="fr-FR"/>
          </a:p>
        </p:txBody>
      </p:sp>
      <p:sp>
        <p:nvSpPr>
          <p:cNvPr id="137" name="Forme libre : forme 136">
            <a:extLst>
              <a:ext uri="{FF2B5EF4-FFF2-40B4-BE49-F238E27FC236}">
                <a16:creationId xmlns:a16="http://schemas.microsoft.com/office/drawing/2014/main" id="{0A060B52-9FA7-9556-D9C9-D47378D98D50}"/>
              </a:ext>
            </a:extLst>
          </p:cNvPr>
          <p:cNvSpPr/>
          <p:nvPr/>
        </p:nvSpPr>
        <p:spPr>
          <a:xfrm flipV="1">
            <a:off x="1614027" y="4512708"/>
            <a:ext cx="3249452" cy="720000"/>
          </a:xfrm>
          <a:custGeom>
            <a:avLst/>
            <a:gdLst>
              <a:gd name="connsiteX0" fmla="*/ 0 w 3352323"/>
              <a:gd name="connsiteY0" fmla="*/ 0 h 392430"/>
              <a:gd name="connsiteX1" fmla="*/ 3352324 w 3352323"/>
              <a:gd name="connsiteY1" fmla="*/ 0 h 392430"/>
              <a:gd name="connsiteX2" fmla="*/ 3352324 w 3352323"/>
              <a:gd name="connsiteY2" fmla="*/ 392430 h 392430"/>
              <a:gd name="connsiteX3" fmla="*/ 0 w 3352323"/>
              <a:gd name="connsiteY3" fmla="*/ 392430 h 392430"/>
            </a:gdLst>
            <a:ahLst/>
            <a:cxnLst>
              <a:cxn ang="0">
                <a:pos x="connsiteX0" y="connsiteY0"/>
              </a:cxn>
              <a:cxn ang="0">
                <a:pos x="connsiteX1" y="connsiteY1"/>
              </a:cxn>
              <a:cxn ang="0">
                <a:pos x="connsiteX2" y="connsiteY2"/>
              </a:cxn>
              <a:cxn ang="0">
                <a:pos x="connsiteX3" y="connsiteY3"/>
              </a:cxn>
            </a:cxnLst>
            <a:rect l="l" t="t" r="r" b="b"/>
            <a:pathLst>
              <a:path w="3352323" h="392430">
                <a:moveTo>
                  <a:pt x="0" y="0"/>
                </a:moveTo>
                <a:lnTo>
                  <a:pt x="3352324" y="0"/>
                </a:lnTo>
                <a:lnTo>
                  <a:pt x="3352324" y="392430"/>
                </a:lnTo>
                <a:lnTo>
                  <a:pt x="0" y="392430"/>
                </a:lnTo>
                <a:close/>
              </a:path>
            </a:pathLst>
          </a:custGeom>
          <a:solidFill>
            <a:schemeClr val="accent4"/>
          </a:solidFill>
          <a:ln w="9525" cap="flat">
            <a:noFill/>
            <a:prstDash val="solid"/>
            <a:miter/>
          </a:ln>
        </p:spPr>
        <p:txBody>
          <a:bodyPr rtlCol="0" anchor="ctr"/>
          <a:lstStyle/>
          <a:p>
            <a:endParaRPr lang="fr-FR"/>
          </a:p>
        </p:txBody>
      </p:sp>
      <p:pic>
        <p:nvPicPr>
          <p:cNvPr id="99" name="Image 98" descr="Une image contenant Téléphone mobile, capture d’écran, noir et blanc, noir&#10;&#10;Description générée automatiquement">
            <a:extLst>
              <a:ext uri="{FF2B5EF4-FFF2-40B4-BE49-F238E27FC236}">
                <a16:creationId xmlns:a16="http://schemas.microsoft.com/office/drawing/2014/main" id="{386AAA00-3C0E-EC76-74B9-94760C0905A0}"/>
              </a:ext>
            </a:extLst>
          </p:cNvPr>
          <p:cNvPicPr>
            <a:picLocks noChangeAspect="1"/>
          </p:cNvPicPr>
          <p:nvPr userDrawn="1"/>
        </p:nvPicPr>
        <p:blipFill>
          <a:blip r:embed="rId2"/>
          <a:stretch>
            <a:fillRect/>
          </a:stretch>
        </p:blipFill>
        <p:spPr>
          <a:xfrm>
            <a:off x="2197095" y="1415368"/>
            <a:ext cx="2783586" cy="4953000"/>
          </a:xfrm>
          <a:prstGeom prst="rect">
            <a:avLst/>
          </a:prstGeom>
        </p:spPr>
      </p:pic>
      <p:sp>
        <p:nvSpPr>
          <p:cNvPr id="142" name="Forme libre : forme 141">
            <a:extLst>
              <a:ext uri="{FF2B5EF4-FFF2-40B4-BE49-F238E27FC236}">
                <a16:creationId xmlns:a16="http://schemas.microsoft.com/office/drawing/2014/main" id="{BF6BF2C5-FF6C-D54D-09D7-BF67FBFFEB8B}"/>
              </a:ext>
            </a:extLst>
          </p:cNvPr>
          <p:cNvSpPr/>
          <p:nvPr userDrawn="1"/>
        </p:nvSpPr>
        <p:spPr>
          <a:xfrm>
            <a:off x="1099621" y="2682470"/>
            <a:ext cx="519643" cy="1113988"/>
          </a:xfrm>
          <a:custGeom>
            <a:avLst/>
            <a:gdLst>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33179 h 1116337"/>
              <a:gd name="connsiteX5" fmla="*/ 518440 w 519643"/>
              <a:gd name="connsiteY5" fmla="*/ 404169 h 1116337"/>
              <a:gd name="connsiteX6" fmla="*/ 518440 w 519643"/>
              <a:gd name="connsiteY6" fmla="*/ 387970 h 1116337"/>
              <a:gd name="connsiteX7" fmla="*/ 518784 w 519643"/>
              <a:gd name="connsiteY7" fmla="*/ 388315 h 1116337"/>
              <a:gd name="connsiteX8" fmla="*/ 519643 w 519643"/>
              <a:gd name="connsiteY8" fmla="*/ 1100138 h 1116337"/>
              <a:gd name="connsiteX9" fmla="*/ 519621 w 519643"/>
              <a:gd name="connsiteY9" fmla="*/ 1100138 h 1116337"/>
              <a:gd name="connsiteX10" fmla="*/ 519643 w 519643"/>
              <a:gd name="connsiteY10" fmla="*/ 1116337 h 1116337"/>
              <a:gd name="connsiteX11" fmla="*/ 0 w 519643"/>
              <a:gd name="connsiteY11" fmla="*/ 1116337 h 1116337"/>
              <a:gd name="connsiteX12" fmla="*/ 0 w 519643"/>
              <a:gd name="connsiteY12" fmla="*/ 1100138 h 1116337"/>
              <a:gd name="connsiteX13" fmla="*/ 0 w 519643"/>
              <a:gd name="connsiteY13" fmla="*/ 16199 h 1116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9643" h="1116337">
                <a:moveTo>
                  <a:pt x="0" y="0"/>
                </a:moveTo>
                <a:cubicBezTo>
                  <a:pt x="0" y="0"/>
                  <a:pt x="518097" y="389174"/>
                  <a:pt x="518097" y="389174"/>
                </a:cubicBezTo>
                <a:lnTo>
                  <a:pt x="518097" y="405373"/>
                </a:lnTo>
                <a:lnTo>
                  <a:pt x="518097" y="433179"/>
                </a:lnTo>
                <a:cubicBezTo>
                  <a:pt x="518097" y="433179"/>
                  <a:pt x="518440" y="433179"/>
                  <a:pt x="518440" y="433179"/>
                </a:cubicBezTo>
                <a:lnTo>
                  <a:pt x="518440" y="404169"/>
                </a:lnTo>
                <a:lnTo>
                  <a:pt x="518440" y="387970"/>
                </a:lnTo>
                <a:lnTo>
                  <a:pt x="518784" y="388315"/>
                </a:lnTo>
                <a:cubicBezTo>
                  <a:pt x="518956" y="613843"/>
                  <a:pt x="519299" y="874610"/>
                  <a:pt x="519643" y="1100138"/>
                </a:cubicBezTo>
                <a:lnTo>
                  <a:pt x="519621" y="1100138"/>
                </a:lnTo>
                <a:lnTo>
                  <a:pt x="519643" y="1116337"/>
                </a:lnTo>
                <a:lnTo>
                  <a:pt x="0" y="1116337"/>
                </a:lnTo>
                <a:lnTo>
                  <a:pt x="0" y="1100138"/>
                </a:lnTo>
                <a:lnTo>
                  <a:pt x="0" y="16199"/>
                </a:lnTo>
                <a:close/>
              </a:path>
            </a:pathLst>
          </a:custGeom>
          <a:solidFill>
            <a:schemeClr val="tx1"/>
          </a:solidFill>
          <a:ln w="9525" cap="flat">
            <a:noFill/>
            <a:prstDash val="solid"/>
            <a:miter/>
          </a:ln>
        </p:spPr>
        <p:txBody>
          <a:bodyPr rtlCol="0" anchor="ctr"/>
          <a:lstStyle/>
          <a:p>
            <a:endParaRPr lang="fr-FR"/>
          </a:p>
        </p:txBody>
      </p:sp>
      <p:sp>
        <p:nvSpPr>
          <p:cNvPr id="78" name="Forme libre : forme 77">
            <a:extLst>
              <a:ext uri="{FF2B5EF4-FFF2-40B4-BE49-F238E27FC236}">
                <a16:creationId xmlns:a16="http://schemas.microsoft.com/office/drawing/2014/main" id="{E7AEC011-A592-35EE-8EA4-66ADC79963DD}"/>
              </a:ext>
            </a:extLst>
          </p:cNvPr>
          <p:cNvSpPr/>
          <p:nvPr/>
        </p:nvSpPr>
        <p:spPr>
          <a:xfrm>
            <a:off x="0" y="2678224"/>
            <a:ext cx="1100138" cy="1118234"/>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0 w 609600"/>
              <a:gd name="connsiteY4" fmla="*/ 0 h 609600"/>
              <a:gd name="connsiteX5" fmla="*/ 0 w 609600"/>
              <a:gd name="connsiteY5" fmla="*/ 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 h="609600">
                <a:moveTo>
                  <a:pt x="0" y="0"/>
                </a:moveTo>
                <a:lnTo>
                  <a:pt x="609600" y="0"/>
                </a:lnTo>
                <a:lnTo>
                  <a:pt x="609600" y="609600"/>
                </a:lnTo>
                <a:lnTo>
                  <a:pt x="0" y="609600"/>
                </a:lnTo>
                <a:lnTo>
                  <a:pt x="0" y="0"/>
                </a:lnTo>
                <a:lnTo>
                  <a:pt x="0" y="0"/>
                </a:lnTo>
                <a:close/>
              </a:path>
            </a:pathLst>
          </a:custGeom>
          <a:solidFill>
            <a:schemeClr val="accent1"/>
          </a:solidFill>
          <a:ln w="9525" cap="flat">
            <a:noFill/>
            <a:prstDash val="solid"/>
            <a:miter/>
          </a:ln>
        </p:spPr>
        <p:txBody>
          <a:bodyPr rtlCol="0" anchor="ctr"/>
          <a:lstStyle/>
          <a:p>
            <a:endParaRPr lang="fr-FR">
              <a:solidFill>
                <a:schemeClr val="bg1"/>
              </a:solidFill>
            </a:endParaRPr>
          </a:p>
        </p:txBody>
      </p:sp>
      <p:sp>
        <p:nvSpPr>
          <p:cNvPr id="79" name="Forme libre : forme 78">
            <a:extLst>
              <a:ext uri="{FF2B5EF4-FFF2-40B4-BE49-F238E27FC236}">
                <a16:creationId xmlns:a16="http://schemas.microsoft.com/office/drawing/2014/main" id="{816320D2-F99D-0397-72C3-A7234C5468EE}"/>
              </a:ext>
            </a:extLst>
          </p:cNvPr>
          <p:cNvSpPr/>
          <p:nvPr/>
        </p:nvSpPr>
        <p:spPr>
          <a:xfrm>
            <a:off x="0" y="1578086"/>
            <a:ext cx="1100138" cy="1100138"/>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Lst>
            <a:ahLst/>
            <a:cxnLst>
              <a:cxn ang="0">
                <a:pos x="connsiteX0" y="connsiteY0"/>
              </a:cxn>
              <a:cxn ang="0">
                <a:pos x="connsiteX1" y="connsiteY1"/>
              </a:cxn>
              <a:cxn ang="0">
                <a:pos x="connsiteX2" y="connsiteY2"/>
              </a:cxn>
              <a:cxn ang="0">
                <a:pos x="connsiteX3" y="connsiteY3"/>
              </a:cxn>
            </a:cxnLst>
            <a:rect l="l" t="t" r="r" b="b"/>
            <a:pathLst>
              <a:path w="609600" h="609600">
                <a:moveTo>
                  <a:pt x="0" y="0"/>
                </a:moveTo>
                <a:lnTo>
                  <a:pt x="609600" y="0"/>
                </a:lnTo>
                <a:lnTo>
                  <a:pt x="609600" y="609600"/>
                </a:lnTo>
                <a:lnTo>
                  <a:pt x="0" y="609600"/>
                </a:lnTo>
                <a:close/>
              </a:path>
            </a:pathLst>
          </a:custGeom>
          <a:solidFill>
            <a:schemeClr val="tx2"/>
          </a:solidFill>
          <a:ln w="9525" cap="flat">
            <a:noFill/>
            <a:prstDash val="solid"/>
            <a:miter/>
          </a:ln>
        </p:spPr>
        <p:txBody>
          <a:bodyPr rtlCol="0" anchor="ctr"/>
          <a:lstStyle/>
          <a:p>
            <a:endParaRPr lang="fr-FR">
              <a:solidFill>
                <a:schemeClr val="bg1"/>
              </a:solidFill>
            </a:endParaRPr>
          </a:p>
        </p:txBody>
      </p:sp>
      <p:sp>
        <p:nvSpPr>
          <p:cNvPr id="132" name="Forme libre : forme 131">
            <a:extLst>
              <a:ext uri="{FF2B5EF4-FFF2-40B4-BE49-F238E27FC236}">
                <a16:creationId xmlns:a16="http://schemas.microsoft.com/office/drawing/2014/main" id="{A7F2DB5B-8029-16B1-5FB1-22908256259F}"/>
              </a:ext>
            </a:extLst>
          </p:cNvPr>
          <p:cNvSpPr/>
          <p:nvPr userDrawn="1"/>
        </p:nvSpPr>
        <p:spPr>
          <a:xfrm>
            <a:off x="1099621" y="2675843"/>
            <a:ext cx="519643" cy="1113988"/>
          </a:xfrm>
          <a:custGeom>
            <a:avLst/>
            <a:gdLst>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33179 h 1116337"/>
              <a:gd name="connsiteX5" fmla="*/ 518440 w 519643"/>
              <a:gd name="connsiteY5" fmla="*/ 404169 h 1116337"/>
              <a:gd name="connsiteX6" fmla="*/ 518440 w 519643"/>
              <a:gd name="connsiteY6" fmla="*/ 387970 h 1116337"/>
              <a:gd name="connsiteX7" fmla="*/ 518784 w 519643"/>
              <a:gd name="connsiteY7" fmla="*/ 388315 h 1116337"/>
              <a:gd name="connsiteX8" fmla="*/ 519643 w 519643"/>
              <a:gd name="connsiteY8" fmla="*/ 1100138 h 1116337"/>
              <a:gd name="connsiteX9" fmla="*/ 519621 w 519643"/>
              <a:gd name="connsiteY9" fmla="*/ 1100138 h 1116337"/>
              <a:gd name="connsiteX10" fmla="*/ 519643 w 519643"/>
              <a:gd name="connsiteY10" fmla="*/ 1116337 h 1116337"/>
              <a:gd name="connsiteX11" fmla="*/ 0 w 519643"/>
              <a:gd name="connsiteY11" fmla="*/ 1116337 h 1116337"/>
              <a:gd name="connsiteX12" fmla="*/ 0 w 519643"/>
              <a:gd name="connsiteY12" fmla="*/ 1100138 h 1116337"/>
              <a:gd name="connsiteX13" fmla="*/ 0 w 519643"/>
              <a:gd name="connsiteY13" fmla="*/ 16199 h 1116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9643" h="1116337">
                <a:moveTo>
                  <a:pt x="0" y="0"/>
                </a:moveTo>
                <a:cubicBezTo>
                  <a:pt x="0" y="0"/>
                  <a:pt x="518097" y="389174"/>
                  <a:pt x="518097" y="389174"/>
                </a:cubicBezTo>
                <a:lnTo>
                  <a:pt x="518097" y="405373"/>
                </a:lnTo>
                <a:lnTo>
                  <a:pt x="518097" y="433179"/>
                </a:lnTo>
                <a:cubicBezTo>
                  <a:pt x="518097" y="433179"/>
                  <a:pt x="518440" y="433179"/>
                  <a:pt x="518440" y="433179"/>
                </a:cubicBezTo>
                <a:lnTo>
                  <a:pt x="518440" y="404169"/>
                </a:lnTo>
                <a:lnTo>
                  <a:pt x="518440" y="387970"/>
                </a:lnTo>
                <a:lnTo>
                  <a:pt x="518784" y="388315"/>
                </a:lnTo>
                <a:cubicBezTo>
                  <a:pt x="518956" y="613843"/>
                  <a:pt x="519299" y="874610"/>
                  <a:pt x="519643" y="1100138"/>
                </a:cubicBezTo>
                <a:lnTo>
                  <a:pt x="519621" y="1100138"/>
                </a:lnTo>
                <a:lnTo>
                  <a:pt x="519643" y="1116337"/>
                </a:lnTo>
                <a:lnTo>
                  <a:pt x="0" y="1116337"/>
                </a:lnTo>
                <a:lnTo>
                  <a:pt x="0" y="1100138"/>
                </a:lnTo>
                <a:lnTo>
                  <a:pt x="0" y="16199"/>
                </a:lnTo>
                <a:close/>
              </a:path>
            </a:pathLst>
          </a:custGeom>
          <a:solidFill>
            <a:schemeClr val="tx1"/>
          </a:solidFill>
          <a:ln w="9525" cap="flat">
            <a:noFill/>
            <a:prstDash val="solid"/>
            <a:miter/>
          </a:ln>
        </p:spPr>
        <p:txBody>
          <a:bodyPr rtlCol="0" anchor="ctr"/>
          <a:lstStyle/>
          <a:p>
            <a:endParaRPr lang="fr-FR"/>
          </a:p>
        </p:txBody>
      </p:sp>
      <p:sp>
        <p:nvSpPr>
          <p:cNvPr id="80" name="Forme libre : forme 79">
            <a:extLst>
              <a:ext uri="{FF2B5EF4-FFF2-40B4-BE49-F238E27FC236}">
                <a16:creationId xmlns:a16="http://schemas.microsoft.com/office/drawing/2014/main" id="{E227932B-E6E7-8037-CD1C-494AA6C294B1}"/>
              </a:ext>
            </a:extLst>
          </p:cNvPr>
          <p:cNvSpPr/>
          <p:nvPr/>
        </p:nvSpPr>
        <p:spPr>
          <a:xfrm>
            <a:off x="1099448" y="1587581"/>
            <a:ext cx="523203" cy="1488968"/>
          </a:xfrm>
          <a:custGeom>
            <a:avLst/>
            <a:gdLst>
              <a:gd name="connsiteX0" fmla="*/ 0 w 287274"/>
              <a:gd name="connsiteY0" fmla="*/ 609600 h 825055"/>
              <a:gd name="connsiteX1" fmla="*/ 287274 w 287274"/>
              <a:gd name="connsiteY1" fmla="*/ 825056 h 825055"/>
              <a:gd name="connsiteX2" fmla="*/ 287274 w 287274"/>
              <a:gd name="connsiteY2" fmla="*/ 432721 h 825055"/>
              <a:gd name="connsiteX3" fmla="*/ 0 w 287274"/>
              <a:gd name="connsiteY3" fmla="*/ 0 h 825055"/>
              <a:gd name="connsiteX4" fmla="*/ 0 w 287274"/>
              <a:gd name="connsiteY4" fmla="*/ 609600 h 825055"/>
              <a:gd name="connsiteX0" fmla="*/ 0 w 287274"/>
              <a:gd name="connsiteY0" fmla="*/ 609600 h 825056"/>
              <a:gd name="connsiteX1" fmla="*/ 287274 w 287274"/>
              <a:gd name="connsiteY1" fmla="*/ 825056 h 825056"/>
              <a:gd name="connsiteX2" fmla="*/ 262204 w 287274"/>
              <a:gd name="connsiteY2" fmla="*/ 455152 h 825056"/>
              <a:gd name="connsiteX3" fmla="*/ 0 w 287274"/>
              <a:gd name="connsiteY3" fmla="*/ 0 h 825056"/>
              <a:gd name="connsiteX4" fmla="*/ 0 w 287274"/>
              <a:gd name="connsiteY4" fmla="*/ 609600 h 825056"/>
              <a:gd name="connsiteX0" fmla="*/ 0 w 289913"/>
              <a:gd name="connsiteY0" fmla="*/ 609600 h 825056"/>
              <a:gd name="connsiteX1" fmla="*/ 287274 w 289913"/>
              <a:gd name="connsiteY1" fmla="*/ 825056 h 825056"/>
              <a:gd name="connsiteX2" fmla="*/ 289913 w 289913"/>
              <a:gd name="connsiteY2" fmla="*/ 427443 h 825056"/>
              <a:gd name="connsiteX3" fmla="*/ 0 w 289913"/>
              <a:gd name="connsiteY3" fmla="*/ 0 h 825056"/>
              <a:gd name="connsiteX4" fmla="*/ 0 w 289913"/>
              <a:gd name="connsiteY4" fmla="*/ 609600 h 825056"/>
              <a:gd name="connsiteX0" fmla="*/ 0 w 289913"/>
              <a:gd name="connsiteY0" fmla="*/ 606961 h 825056"/>
              <a:gd name="connsiteX1" fmla="*/ 287274 w 289913"/>
              <a:gd name="connsiteY1" fmla="*/ 825056 h 825056"/>
              <a:gd name="connsiteX2" fmla="*/ 289913 w 289913"/>
              <a:gd name="connsiteY2" fmla="*/ 427443 h 825056"/>
              <a:gd name="connsiteX3" fmla="*/ 0 w 289913"/>
              <a:gd name="connsiteY3" fmla="*/ 0 h 825056"/>
              <a:gd name="connsiteX4" fmla="*/ 0 w 289913"/>
              <a:gd name="connsiteY4" fmla="*/ 606961 h 825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913" h="825056">
                <a:moveTo>
                  <a:pt x="0" y="606961"/>
                </a:moveTo>
                <a:lnTo>
                  <a:pt x="287274" y="825056"/>
                </a:lnTo>
                <a:cubicBezTo>
                  <a:pt x="288154" y="692518"/>
                  <a:pt x="289033" y="559981"/>
                  <a:pt x="289913" y="427443"/>
                </a:cubicBezTo>
                <a:lnTo>
                  <a:pt x="0" y="0"/>
                </a:lnTo>
                <a:lnTo>
                  <a:pt x="0" y="606961"/>
                </a:lnTo>
                <a:close/>
              </a:path>
            </a:pathLst>
          </a:custGeom>
          <a:solidFill>
            <a:schemeClr val="tx2"/>
          </a:solidFill>
          <a:ln w="9525" cap="flat">
            <a:noFill/>
            <a:prstDash val="solid"/>
            <a:miter/>
          </a:ln>
        </p:spPr>
        <p:txBody>
          <a:bodyPr rtlCol="0" anchor="ctr"/>
          <a:lstStyle/>
          <a:p>
            <a:endParaRPr lang="fr-FR"/>
          </a:p>
        </p:txBody>
      </p:sp>
      <p:sp>
        <p:nvSpPr>
          <p:cNvPr id="139" name="Forme libre : forme 138">
            <a:extLst>
              <a:ext uri="{FF2B5EF4-FFF2-40B4-BE49-F238E27FC236}">
                <a16:creationId xmlns:a16="http://schemas.microsoft.com/office/drawing/2014/main" id="{9F46DF9C-95DF-EA6F-A5C8-B3F63E713B1D}"/>
              </a:ext>
            </a:extLst>
          </p:cNvPr>
          <p:cNvSpPr/>
          <p:nvPr/>
        </p:nvSpPr>
        <p:spPr>
          <a:xfrm flipV="1">
            <a:off x="0" y="4911031"/>
            <a:ext cx="1100138" cy="1100138"/>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Lst>
            <a:ahLst/>
            <a:cxnLst>
              <a:cxn ang="0">
                <a:pos x="connsiteX0" y="connsiteY0"/>
              </a:cxn>
              <a:cxn ang="0">
                <a:pos x="connsiteX1" y="connsiteY1"/>
              </a:cxn>
              <a:cxn ang="0">
                <a:pos x="connsiteX2" y="connsiteY2"/>
              </a:cxn>
              <a:cxn ang="0">
                <a:pos x="connsiteX3" y="connsiteY3"/>
              </a:cxn>
            </a:cxnLst>
            <a:rect l="l" t="t" r="r" b="b"/>
            <a:pathLst>
              <a:path w="609600" h="609600">
                <a:moveTo>
                  <a:pt x="0" y="0"/>
                </a:moveTo>
                <a:lnTo>
                  <a:pt x="609600" y="0"/>
                </a:lnTo>
                <a:lnTo>
                  <a:pt x="609600" y="609600"/>
                </a:lnTo>
                <a:lnTo>
                  <a:pt x="0" y="609600"/>
                </a:lnTo>
                <a:close/>
              </a:path>
            </a:pathLst>
          </a:custGeom>
          <a:solidFill>
            <a:schemeClr val="accent4"/>
          </a:solidFill>
          <a:ln w="9525" cap="flat">
            <a:noFill/>
            <a:prstDash val="solid"/>
            <a:miter/>
          </a:ln>
        </p:spPr>
        <p:txBody>
          <a:bodyPr rtlCol="0" anchor="ctr"/>
          <a:lstStyle/>
          <a:p>
            <a:endParaRPr lang="fr-FR">
              <a:solidFill>
                <a:schemeClr val="bg1"/>
              </a:solidFill>
            </a:endParaRPr>
          </a:p>
        </p:txBody>
      </p:sp>
      <p:sp>
        <p:nvSpPr>
          <p:cNvPr id="141" name="Forme libre : forme 140">
            <a:extLst>
              <a:ext uri="{FF2B5EF4-FFF2-40B4-BE49-F238E27FC236}">
                <a16:creationId xmlns:a16="http://schemas.microsoft.com/office/drawing/2014/main" id="{52AEB4B6-A715-0DB4-D54D-5364363E02C3}"/>
              </a:ext>
            </a:extLst>
          </p:cNvPr>
          <p:cNvSpPr/>
          <p:nvPr/>
        </p:nvSpPr>
        <p:spPr>
          <a:xfrm flipV="1">
            <a:off x="1099448" y="4512706"/>
            <a:ext cx="523203" cy="1488968"/>
          </a:xfrm>
          <a:custGeom>
            <a:avLst/>
            <a:gdLst>
              <a:gd name="connsiteX0" fmla="*/ 0 w 287274"/>
              <a:gd name="connsiteY0" fmla="*/ 609600 h 825055"/>
              <a:gd name="connsiteX1" fmla="*/ 287274 w 287274"/>
              <a:gd name="connsiteY1" fmla="*/ 825056 h 825055"/>
              <a:gd name="connsiteX2" fmla="*/ 287274 w 287274"/>
              <a:gd name="connsiteY2" fmla="*/ 432721 h 825055"/>
              <a:gd name="connsiteX3" fmla="*/ 0 w 287274"/>
              <a:gd name="connsiteY3" fmla="*/ 0 h 825055"/>
              <a:gd name="connsiteX4" fmla="*/ 0 w 287274"/>
              <a:gd name="connsiteY4" fmla="*/ 609600 h 825055"/>
              <a:gd name="connsiteX0" fmla="*/ 0 w 287274"/>
              <a:gd name="connsiteY0" fmla="*/ 609600 h 825056"/>
              <a:gd name="connsiteX1" fmla="*/ 287274 w 287274"/>
              <a:gd name="connsiteY1" fmla="*/ 825056 h 825056"/>
              <a:gd name="connsiteX2" fmla="*/ 262204 w 287274"/>
              <a:gd name="connsiteY2" fmla="*/ 455152 h 825056"/>
              <a:gd name="connsiteX3" fmla="*/ 0 w 287274"/>
              <a:gd name="connsiteY3" fmla="*/ 0 h 825056"/>
              <a:gd name="connsiteX4" fmla="*/ 0 w 287274"/>
              <a:gd name="connsiteY4" fmla="*/ 609600 h 825056"/>
              <a:gd name="connsiteX0" fmla="*/ 0 w 289913"/>
              <a:gd name="connsiteY0" fmla="*/ 609600 h 825056"/>
              <a:gd name="connsiteX1" fmla="*/ 287274 w 289913"/>
              <a:gd name="connsiteY1" fmla="*/ 825056 h 825056"/>
              <a:gd name="connsiteX2" fmla="*/ 289913 w 289913"/>
              <a:gd name="connsiteY2" fmla="*/ 427443 h 825056"/>
              <a:gd name="connsiteX3" fmla="*/ 0 w 289913"/>
              <a:gd name="connsiteY3" fmla="*/ 0 h 825056"/>
              <a:gd name="connsiteX4" fmla="*/ 0 w 289913"/>
              <a:gd name="connsiteY4" fmla="*/ 609600 h 825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913" h="825056">
                <a:moveTo>
                  <a:pt x="0" y="609600"/>
                </a:moveTo>
                <a:lnTo>
                  <a:pt x="287274" y="825056"/>
                </a:lnTo>
                <a:cubicBezTo>
                  <a:pt x="288154" y="692518"/>
                  <a:pt x="289033" y="559981"/>
                  <a:pt x="289913" y="427443"/>
                </a:cubicBezTo>
                <a:lnTo>
                  <a:pt x="0" y="0"/>
                </a:lnTo>
                <a:lnTo>
                  <a:pt x="0" y="609600"/>
                </a:lnTo>
                <a:close/>
              </a:path>
            </a:pathLst>
          </a:custGeom>
          <a:solidFill>
            <a:schemeClr val="accent4"/>
          </a:solidFill>
          <a:ln w="9525" cap="flat">
            <a:noFill/>
            <a:prstDash val="solid"/>
            <a:miter/>
          </a:ln>
        </p:spPr>
        <p:txBody>
          <a:bodyPr rtlCol="0" anchor="ctr"/>
          <a:lstStyle/>
          <a:p>
            <a:endParaRPr lang="fr-FR"/>
          </a:p>
        </p:txBody>
      </p:sp>
      <p:sp>
        <p:nvSpPr>
          <p:cNvPr id="2" name="Titre 1">
            <a:extLst>
              <a:ext uri="{FF2B5EF4-FFF2-40B4-BE49-F238E27FC236}">
                <a16:creationId xmlns:a16="http://schemas.microsoft.com/office/drawing/2014/main" id="{0B3E612B-7586-F068-5191-7BA08DB66C09}"/>
              </a:ext>
            </a:extLst>
          </p:cNvPr>
          <p:cNvSpPr>
            <a:spLocks noGrp="1"/>
          </p:cNvSpPr>
          <p:nvPr userDrawn="1">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userDrawn="1">
            <p:ph type="sldNum" sz="quarter" idx="11"/>
          </p:nvPr>
        </p:nvSpPr>
        <p:spPr>
          <a:xfrm>
            <a:off x="9220776" y="6382382"/>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userDrawn="1">
            <p:ph type="body" sz="quarter" idx="13" hasCustomPrompt="1"/>
          </p:nvPr>
        </p:nvSpPr>
        <p:spPr>
          <a:xfrm>
            <a:off x="731837" y="966302"/>
            <a:ext cx="10953217" cy="313932"/>
          </a:xfrm>
        </p:spPr>
        <p:txBody>
          <a:bodyPr wrap="square">
            <a:spAutoFit/>
          </a:bodyPr>
          <a:lstStyle>
            <a:lvl1pPr marL="0" indent="0">
              <a:buNone/>
              <a:defRPr b="0"/>
            </a:lvl1pPr>
          </a:lstStyle>
          <a:p>
            <a:pPr lvl="0"/>
            <a:r>
              <a:rPr lang="fr-FR"/>
              <a:t>Subtitle of the slide</a:t>
            </a:r>
            <a:endParaRPr lang="fr-FR" dirty="0"/>
          </a:p>
        </p:txBody>
      </p:sp>
      <p:sp>
        <p:nvSpPr>
          <p:cNvPr id="6" name="Freeform 1">
            <a:extLst>
              <a:ext uri="{FF2B5EF4-FFF2-40B4-BE49-F238E27FC236}">
                <a16:creationId xmlns:a16="http://schemas.microsoft.com/office/drawing/2014/main" id="{63F3B991-24DB-2232-1DA6-8C338B51702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cxnSp>
        <p:nvCxnSpPr>
          <p:cNvPr id="9" name="Connecteur droit 8">
            <a:extLst>
              <a:ext uri="{FF2B5EF4-FFF2-40B4-BE49-F238E27FC236}">
                <a16:creationId xmlns:a16="http://schemas.microsoft.com/office/drawing/2014/main" id="{D29C8996-F6D0-986C-B8F3-D44BE8259B15}"/>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sp>
        <p:nvSpPr>
          <p:cNvPr id="64" name="Espace réservé pour une image  63">
            <a:extLst>
              <a:ext uri="{FF2B5EF4-FFF2-40B4-BE49-F238E27FC236}">
                <a16:creationId xmlns:a16="http://schemas.microsoft.com/office/drawing/2014/main" id="{E6B8CA52-B342-029F-F262-9CA7C3F368AD}"/>
              </a:ext>
            </a:extLst>
          </p:cNvPr>
          <p:cNvSpPr>
            <a:spLocks noGrp="1"/>
          </p:cNvSpPr>
          <p:nvPr userDrawn="1">
            <p:ph type="pic" sz="quarter" idx="14" hasCustomPrompt="1"/>
          </p:nvPr>
        </p:nvSpPr>
        <p:spPr>
          <a:xfrm>
            <a:off x="181769" y="1759855"/>
            <a:ext cx="736600" cy="736600"/>
          </a:xfrm>
        </p:spPr>
        <p:txBody>
          <a:bodyPr>
            <a:normAutofit/>
          </a:bodyPr>
          <a:lstStyle>
            <a:lvl1pPr marL="0" indent="0" algn="ctr">
              <a:buNone/>
              <a:defRPr sz="1000" b="0">
                <a:solidFill>
                  <a:schemeClr val="bg1"/>
                </a:solidFill>
              </a:defRPr>
            </a:lvl1pPr>
          </a:lstStyle>
          <a:p>
            <a:r>
              <a:rPr lang="fr-FR"/>
              <a:t>Picture</a:t>
            </a:r>
          </a:p>
        </p:txBody>
      </p:sp>
      <p:sp>
        <p:nvSpPr>
          <p:cNvPr id="92" name="Espace réservé pour une image  63">
            <a:extLst>
              <a:ext uri="{FF2B5EF4-FFF2-40B4-BE49-F238E27FC236}">
                <a16:creationId xmlns:a16="http://schemas.microsoft.com/office/drawing/2014/main" id="{BAE12B3F-565E-EC5F-EE2A-241A3B0C57C7}"/>
              </a:ext>
            </a:extLst>
          </p:cNvPr>
          <p:cNvSpPr>
            <a:spLocks noGrp="1"/>
          </p:cNvSpPr>
          <p:nvPr userDrawn="1">
            <p:ph type="pic" sz="quarter" idx="15" hasCustomPrompt="1"/>
          </p:nvPr>
        </p:nvSpPr>
        <p:spPr>
          <a:xfrm>
            <a:off x="181769" y="2869041"/>
            <a:ext cx="736600" cy="736600"/>
          </a:xfrm>
        </p:spPr>
        <p:txBody>
          <a:bodyPr>
            <a:normAutofit/>
          </a:bodyPr>
          <a:lstStyle>
            <a:lvl1pPr marL="0" indent="0" algn="ctr">
              <a:buNone/>
              <a:defRPr sz="1000" b="0">
                <a:solidFill>
                  <a:schemeClr val="bg1"/>
                </a:solidFill>
              </a:defRPr>
            </a:lvl1pPr>
          </a:lstStyle>
          <a:p>
            <a:r>
              <a:rPr lang="fr-FR"/>
              <a:t>Picture</a:t>
            </a:r>
          </a:p>
        </p:txBody>
      </p:sp>
      <p:sp>
        <p:nvSpPr>
          <p:cNvPr id="93" name="Espace réservé pour une image  63">
            <a:extLst>
              <a:ext uri="{FF2B5EF4-FFF2-40B4-BE49-F238E27FC236}">
                <a16:creationId xmlns:a16="http://schemas.microsoft.com/office/drawing/2014/main" id="{1EFA115F-4D24-13F4-8064-BDF6F48E5097}"/>
              </a:ext>
            </a:extLst>
          </p:cNvPr>
          <p:cNvSpPr>
            <a:spLocks noGrp="1"/>
          </p:cNvSpPr>
          <p:nvPr userDrawn="1">
            <p:ph type="pic" sz="quarter" idx="16" hasCustomPrompt="1"/>
          </p:nvPr>
        </p:nvSpPr>
        <p:spPr>
          <a:xfrm>
            <a:off x="181769" y="3960130"/>
            <a:ext cx="736600" cy="736600"/>
          </a:xfrm>
        </p:spPr>
        <p:txBody>
          <a:bodyPr>
            <a:normAutofit/>
          </a:bodyPr>
          <a:lstStyle>
            <a:lvl1pPr marL="0" indent="0" algn="ctr">
              <a:buNone/>
              <a:defRPr sz="1000" b="0">
                <a:solidFill>
                  <a:schemeClr val="bg1"/>
                </a:solidFill>
              </a:defRPr>
            </a:lvl1pPr>
          </a:lstStyle>
          <a:p>
            <a:r>
              <a:rPr lang="fr-FR"/>
              <a:t>Picture</a:t>
            </a:r>
          </a:p>
        </p:txBody>
      </p:sp>
      <p:sp>
        <p:nvSpPr>
          <p:cNvPr id="94" name="Espace réservé pour une image  63">
            <a:extLst>
              <a:ext uri="{FF2B5EF4-FFF2-40B4-BE49-F238E27FC236}">
                <a16:creationId xmlns:a16="http://schemas.microsoft.com/office/drawing/2014/main" id="{1BE87479-A031-7029-5970-BEEE1059122E}"/>
              </a:ext>
            </a:extLst>
          </p:cNvPr>
          <p:cNvSpPr>
            <a:spLocks noGrp="1"/>
          </p:cNvSpPr>
          <p:nvPr userDrawn="1">
            <p:ph type="pic" sz="quarter" idx="17" hasCustomPrompt="1"/>
          </p:nvPr>
        </p:nvSpPr>
        <p:spPr>
          <a:xfrm>
            <a:off x="181769" y="5060268"/>
            <a:ext cx="736600" cy="736600"/>
          </a:xfrm>
        </p:spPr>
        <p:txBody>
          <a:bodyPr>
            <a:normAutofit/>
          </a:bodyPr>
          <a:lstStyle>
            <a:lvl1pPr marL="0" indent="0" algn="ctr">
              <a:buNone/>
              <a:defRPr sz="1000" b="0">
                <a:solidFill>
                  <a:schemeClr val="bg1"/>
                </a:solidFill>
              </a:defRPr>
            </a:lvl1pPr>
          </a:lstStyle>
          <a:p>
            <a:r>
              <a:rPr lang="fr-FR"/>
              <a:t>Picture</a:t>
            </a:r>
          </a:p>
        </p:txBody>
      </p:sp>
      <p:sp>
        <p:nvSpPr>
          <p:cNvPr id="114" name="Espace réservé du texte 5">
            <a:extLst>
              <a:ext uri="{FF2B5EF4-FFF2-40B4-BE49-F238E27FC236}">
                <a16:creationId xmlns:a16="http://schemas.microsoft.com/office/drawing/2014/main" id="{CCD73C40-2C29-45B1-3875-AAEDE37FCB66}"/>
              </a:ext>
            </a:extLst>
          </p:cNvPr>
          <p:cNvSpPr>
            <a:spLocks noGrp="1"/>
          </p:cNvSpPr>
          <p:nvPr userDrawn="1">
            <p:ph type="body" sz="quarter" idx="27" hasCustomPrompt="1"/>
          </p:nvPr>
        </p:nvSpPr>
        <p:spPr>
          <a:xfrm>
            <a:off x="4854269" y="2358840"/>
            <a:ext cx="5614566" cy="720000"/>
          </a:xfrm>
          <a:solidFill>
            <a:schemeClr val="tx2"/>
          </a:solidFill>
        </p:spPr>
        <p:txBody>
          <a:bodyPr anchor="ctr">
            <a:normAutofit/>
          </a:bodyPr>
          <a:lstStyle>
            <a:lvl2pPr marL="85725" indent="-85725" algn="l">
              <a:buFont typeface="Source Sans Pro" panose="020B0503030403020204" pitchFamily="34" charset="0"/>
              <a:buChar char=" "/>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Click here to add your 01 level text</a:t>
            </a:r>
          </a:p>
          <a:p>
            <a:pPr lvl="2"/>
            <a:r>
              <a:rPr lang="fr-FR"/>
              <a:t>Click here to add your 02 level text</a:t>
            </a:r>
            <a:endParaRPr lang="en-US" dirty="0"/>
          </a:p>
        </p:txBody>
      </p:sp>
      <p:sp>
        <p:nvSpPr>
          <p:cNvPr id="115" name="Espace réservé du texte 5">
            <a:extLst>
              <a:ext uri="{FF2B5EF4-FFF2-40B4-BE49-F238E27FC236}">
                <a16:creationId xmlns:a16="http://schemas.microsoft.com/office/drawing/2014/main" id="{C86A0CF1-84DD-0B51-C0B5-394523C7DD6F}"/>
              </a:ext>
            </a:extLst>
          </p:cNvPr>
          <p:cNvSpPr>
            <a:spLocks noGrp="1"/>
          </p:cNvSpPr>
          <p:nvPr userDrawn="1">
            <p:ph type="body" sz="quarter" idx="28" hasCustomPrompt="1"/>
          </p:nvPr>
        </p:nvSpPr>
        <p:spPr>
          <a:xfrm>
            <a:off x="4854269" y="3076458"/>
            <a:ext cx="5212244" cy="720000"/>
          </a:xfrm>
          <a:solidFill>
            <a:schemeClr val="tx1"/>
          </a:solidFill>
        </p:spPr>
        <p:txBody>
          <a:bodyPr anchor="ctr">
            <a:normAutofit/>
          </a:bodyPr>
          <a:lstStyle>
            <a:lvl2pPr marL="85725" indent="-85725" algn="l">
              <a:buFont typeface="Source Sans Pro" panose="020B0503030403020204" pitchFamily="34" charset="0"/>
              <a:buChar char=" "/>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Click here to add your 01 level text</a:t>
            </a:r>
          </a:p>
          <a:p>
            <a:pPr lvl="2"/>
            <a:r>
              <a:rPr lang="fr-FR"/>
              <a:t>Click here to add your 02 level text</a:t>
            </a:r>
            <a:endParaRPr lang="en-US" dirty="0"/>
          </a:p>
        </p:txBody>
      </p:sp>
      <p:sp>
        <p:nvSpPr>
          <p:cNvPr id="116" name="Espace réservé du texte 5">
            <a:extLst>
              <a:ext uri="{FF2B5EF4-FFF2-40B4-BE49-F238E27FC236}">
                <a16:creationId xmlns:a16="http://schemas.microsoft.com/office/drawing/2014/main" id="{2D0CF8CE-E54C-02D6-531D-AAD34E487F9F}"/>
              </a:ext>
            </a:extLst>
          </p:cNvPr>
          <p:cNvSpPr>
            <a:spLocks noGrp="1"/>
          </p:cNvSpPr>
          <p:nvPr userDrawn="1">
            <p:ph type="body" sz="quarter" idx="29" hasCustomPrompt="1"/>
          </p:nvPr>
        </p:nvSpPr>
        <p:spPr>
          <a:xfrm>
            <a:off x="4854269" y="3792797"/>
            <a:ext cx="3856431" cy="720000"/>
          </a:xfrm>
          <a:solidFill>
            <a:schemeClr val="accent3"/>
          </a:solidFill>
        </p:spPr>
        <p:txBody>
          <a:bodyPr anchor="ctr">
            <a:normAutofit/>
          </a:bodyPr>
          <a:lstStyle>
            <a:lvl2pPr marL="85725" indent="-85725" algn="l">
              <a:buFont typeface="Source Sans Pro" panose="020B0503030403020204" pitchFamily="34" charset="0"/>
              <a:buChar char=" "/>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Click here to add your 01 level text</a:t>
            </a:r>
          </a:p>
          <a:p>
            <a:pPr lvl="2"/>
            <a:r>
              <a:rPr lang="fr-FR"/>
              <a:t>Click here to add your 02 level text</a:t>
            </a:r>
            <a:endParaRPr lang="en-US" dirty="0"/>
          </a:p>
        </p:txBody>
      </p:sp>
      <p:sp>
        <p:nvSpPr>
          <p:cNvPr id="117" name="Espace réservé du texte 5">
            <a:extLst>
              <a:ext uri="{FF2B5EF4-FFF2-40B4-BE49-F238E27FC236}">
                <a16:creationId xmlns:a16="http://schemas.microsoft.com/office/drawing/2014/main" id="{99F0FE81-CFC3-1C96-2673-4D549B504F41}"/>
              </a:ext>
            </a:extLst>
          </p:cNvPr>
          <p:cNvSpPr>
            <a:spLocks noGrp="1"/>
          </p:cNvSpPr>
          <p:nvPr userDrawn="1">
            <p:ph type="body" sz="quarter" idx="30" hasCustomPrompt="1"/>
          </p:nvPr>
        </p:nvSpPr>
        <p:spPr>
          <a:xfrm>
            <a:off x="4854270" y="4512708"/>
            <a:ext cx="3530300" cy="720000"/>
          </a:xfrm>
          <a:solidFill>
            <a:schemeClr val="accent4"/>
          </a:solidFill>
        </p:spPr>
        <p:txBody>
          <a:bodyPr anchor="ctr">
            <a:normAutofit/>
          </a:bodyPr>
          <a:lstStyle>
            <a:lvl2pPr marL="85725" indent="-85725" algn="l">
              <a:buFont typeface="Source Sans Pro" panose="020B0503030403020204" pitchFamily="34" charset="0"/>
              <a:buChar char=" "/>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Click here to add your 01 level text</a:t>
            </a:r>
          </a:p>
          <a:p>
            <a:pPr lvl="2"/>
            <a:r>
              <a:rPr lang="fr-FR"/>
              <a:t>Click here to add your 02 level text</a:t>
            </a:r>
            <a:endParaRPr lang="en-US" dirty="0"/>
          </a:p>
        </p:txBody>
      </p:sp>
      <p:sp>
        <p:nvSpPr>
          <p:cNvPr id="153" name="Forme libre : forme 152">
            <a:extLst>
              <a:ext uri="{FF2B5EF4-FFF2-40B4-BE49-F238E27FC236}">
                <a16:creationId xmlns:a16="http://schemas.microsoft.com/office/drawing/2014/main" id="{B57F35F7-8DEC-943D-FFE6-69F0845D732D}"/>
              </a:ext>
            </a:extLst>
          </p:cNvPr>
          <p:cNvSpPr/>
          <p:nvPr userDrawn="1"/>
        </p:nvSpPr>
        <p:spPr>
          <a:xfrm>
            <a:off x="1099448" y="1587581"/>
            <a:ext cx="523203" cy="4414093"/>
          </a:xfrm>
          <a:custGeom>
            <a:avLst/>
            <a:gdLst>
              <a:gd name="connsiteX0" fmla="*/ 0 w 523203"/>
              <a:gd name="connsiteY0" fmla="*/ 0 h 4414093"/>
              <a:gd name="connsiteX1" fmla="*/ 523203 w 523203"/>
              <a:gd name="connsiteY1" fmla="*/ 771401 h 4414093"/>
              <a:gd name="connsiteX2" fmla="*/ 519126 w 523203"/>
              <a:gd name="connsiteY2" fmla="*/ 1385565 h 4414093"/>
              <a:gd name="connsiteX3" fmla="*/ 519537 w 523203"/>
              <a:gd name="connsiteY3" fmla="*/ 1724992 h 4414093"/>
              <a:gd name="connsiteX4" fmla="*/ 519816 w 523203"/>
              <a:gd name="connsiteY4" fmla="*/ 1724992 h 4414093"/>
              <a:gd name="connsiteX5" fmla="*/ 519794 w 523203"/>
              <a:gd name="connsiteY5" fmla="*/ 1741157 h 4414093"/>
              <a:gd name="connsiteX6" fmla="*/ 519816 w 523203"/>
              <a:gd name="connsiteY6" fmla="*/ 1741157 h 4414093"/>
              <a:gd name="connsiteX7" fmla="*/ 519649 w 523203"/>
              <a:gd name="connsiteY7" fmla="*/ 1817425 h 4414093"/>
              <a:gd name="connsiteX8" fmla="*/ 519816 w 523203"/>
              <a:gd name="connsiteY8" fmla="*/ 1955840 h 4414093"/>
              <a:gd name="connsiteX9" fmla="*/ 519794 w 523203"/>
              <a:gd name="connsiteY9" fmla="*/ 1955840 h 4414093"/>
              <a:gd name="connsiteX10" fmla="*/ 519816 w 523203"/>
              <a:gd name="connsiteY10" fmla="*/ 1972005 h 4414093"/>
              <a:gd name="connsiteX11" fmla="*/ 519557 w 523203"/>
              <a:gd name="connsiteY11" fmla="*/ 1972005 h 4414093"/>
              <a:gd name="connsiteX12" fmla="*/ 519816 w 523203"/>
              <a:gd name="connsiteY12" fmla="*/ 2186085 h 4414093"/>
              <a:gd name="connsiteX13" fmla="*/ 519794 w 523203"/>
              <a:gd name="connsiteY13" fmla="*/ 2186085 h 4414093"/>
              <a:gd name="connsiteX14" fmla="*/ 519816 w 523203"/>
              <a:gd name="connsiteY14" fmla="*/ 2202250 h 4414093"/>
              <a:gd name="connsiteX15" fmla="*/ 519646 w 523203"/>
              <a:gd name="connsiteY15" fmla="*/ 2202250 h 4414093"/>
              <a:gd name="connsiteX16" fmla="*/ 519650 w 523203"/>
              <a:gd name="connsiteY16" fmla="*/ 2205216 h 4414093"/>
              <a:gd name="connsiteX17" fmla="*/ 519816 w 523203"/>
              <a:gd name="connsiteY17" fmla="*/ 2205216 h 4414093"/>
              <a:gd name="connsiteX18" fmla="*/ 519794 w 523203"/>
              <a:gd name="connsiteY18" fmla="*/ 2221381 h 4414093"/>
              <a:gd name="connsiteX19" fmla="*/ 519816 w 523203"/>
              <a:gd name="connsiteY19" fmla="*/ 2221381 h 4414093"/>
              <a:gd name="connsiteX20" fmla="*/ 519728 w 523203"/>
              <a:gd name="connsiteY20" fmla="*/ 2261336 h 4414093"/>
              <a:gd name="connsiteX21" fmla="*/ 519816 w 523203"/>
              <a:gd name="connsiteY21" fmla="*/ 2324231 h 4414093"/>
              <a:gd name="connsiteX22" fmla="*/ 519794 w 523203"/>
              <a:gd name="connsiteY22" fmla="*/ 2324231 h 4414093"/>
              <a:gd name="connsiteX23" fmla="*/ 519816 w 523203"/>
              <a:gd name="connsiteY23" fmla="*/ 2340396 h 4414093"/>
              <a:gd name="connsiteX24" fmla="*/ 519555 w 523203"/>
              <a:gd name="connsiteY24" fmla="*/ 2340396 h 4414093"/>
              <a:gd name="connsiteX25" fmla="*/ 519043 w 523203"/>
              <a:gd name="connsiteY25" fmla="*/ 2573607 h 4414093"/>
              <a:gd name="connsiteX26" fmla="*/ 519816 w 523203"/>
              <a:gd name="connsiteY26" fmla="*/ 2573607 h 4414093"/>
              <a:gd name="connsiteX27" fmla="*/ 519794 w 523203"/>
              <a:gd name="connsiteY27" fmla="*/ 2589772 h 4414093"/>
              <a:gd name="connsiteX28" fmla="*/ 519816 w 523203"/>
              <a:gd name="connsiteY28" fmla="*/ 2589772 h 4414093"/>
              <a:gd name="connsiteX29" fmla="*/ 518921 w 523203"/>
              <a:gd name="connsiteY29" fmla="*/ 2997626 h 4414093"/>
              <a:gd name="connsiteX30" fmla="*/ 523203 w 523203"/>
              <a:gd name="connsiteY30" fmla="*/ 3642692 h 4414093"/>
              <a:gd name="connsiteX31" fmla="*/ 0 w 523203"/>
              <a:gd name="connsiteY31" fmla="*/ 4414093 h 4414093"/>
              <a:gd name="connsiteX32" fmla="*/ 0 w 523203"/>
              <a:gd name="connsiteY32" fmla="*/ 3313956 h 4414093"/>
              <a:gd name="connsiteX33" fmla="*/ 173 w 523203"/>
              <a:gd name="connsiteY33" fmla="*/ 3313826 h 4414093"/>
              <a:gd name="connsiteX34" fmla="*/ 173 w 523203"/>
              <a:gd name="connsiteY34" fmla="*/ 2838980 h 4414093"/>
              <a:gd name="connsiteX35" fmla="*/ 173 w 523203"/>
              <a:gd name="connsiteY35" fmla="*/ 2589772 h 4414093"/>
              <a:gd name="connsiteX36" fmla="*/ 173 w 523203"/>
              <a:gd name="connsiteY36" fmla="*/ 2573607 h 4414093"/>
              <a:gd name="connsiteX37" fmla="*/ 173 w 523203"/>
              <a:gd name="connsiteY37" fmla="*/ 2340396 h 4414093"/>
              <a:gd name="connsiteX38" fmla="*/ 173 w 523203"/>
              <a:gd name="connsiteY38" fmla="*/ 2324231 h 4414093"/>
              <a:gd name="connsiteX39" fmla="*/ 173 w 523203"/>
              <a:gd name="connsiteY39" fmla="*/ 2221381 h 4414093"/>
              <a:gd name="connsiteX40" fmla="*/ 173 w 523203"/>
              <a:gd name="connsiteY40" fmla="*/ 2205216 h 4414093"/>
              <a:gd name="connsiteX41" fmla="*/ 173 w 523203"/>
              <a:gd name="connsiteY41" fmla="*/ 2202250 h 4414093"/>
              <a:gd name="connsiteX42" fmla="*/ 173 w 523203"/>
              <a:gd name="connsiteY42" fmla="*/ 2186085 h 4414093"/>
              <a:gd name="connsiteX43" fmla="*/ 173 w 523203"/>
              <a:gd name="connsiteY43" fmla="*/ 1972005 h 4414093"/>
              <a:gd name="connsiteX44" fmla="*/ 173 w 523203"/>
              <a:gd name="connsiteY44" fmla="*/ 1955840 h 4414093"/>
              <a:gd name="connsiteX45" fmla="*/ 173 w 523203"/>
              <a:gd name="connsiteY45" fmla="*/ 1741157 h 4414093"/>
              <a:gd name="connsiteX46" fmla="*/ 173 w 523203"/>
              <a:gd name="connsiteY46" fmla="*/ 1724992 h 4414093"/>
              <a:gd name="connsiteX47" fmla="*/ 173 w 523203"/>
              <a:gd name="connsiteY47" fmla="*/ 1242573 h 4414093"/>
              <a:gd name="connsiteX48" fmla="*/ 173 w 523203"/>
              <a:gd name="connsiteY48" fmla="*/ 1226408 h 4414093"/>
              <a:gd name="connsiteX49" fmla="*/ 173 w 523203"/>
              <a:gd name="connsiteY49" fmla="*/ 1104427 h 4414093"/>
              <a:gd name="connsiteX50" fmla="*/ 173 w 523203"/>
              <a:gd name="connsiteY50" fmla="*/ 1095506 h 4414093"/>
              <a:gd name="connsiteX51" fmla="*/ 0 w 523203"/>
              <a:gd name="connsiteY51" fmla="*/ 1095375 h 4414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3203" h="4414093">
                <a:moveTo>
                  <a:pt x="0" y="0"/>
                </a:moveTo>
                <a:lnTo>
                  <a:pt x="523203" y="771401"/>
                </a:lnTo>
                <a:lnTo>
                  <a:pt x="519126" y="1385565"/>
                </a:lnTo>
                <a:lnTo>
                  <a:pt x="519537" y="1724992"/>
                </a:lnTo>
                <a:lnTo>
                  <a:pt x="519816" y="1724992"/>
                </a:lnTo>
                <a:cubicBezTo>
                  <a:pt x="519809" y="1730381"/>
                  <a:pt x="519801" y="1735768"/>
                  <a:pt x="519794" y="1741157"/>
                </a:cubicBezTo>
                <a:lnTo>
                  <a:pt x="519816" y="1741157"/>
                </a:lnTo>
                <a:lnTo>
                  <a:pt x="519649" y="1817425"/>
                </a:lnTo>
                <a:lnTo>
                  <a:pt x="519816" y="1955840"/>
                </a:lnTo>
                <a:lnTo>
                  <a:pt x="519794" y="1955840"/>
                </a:lnTo>
                <a:lnTo>
                  <a:pt x="519816" y="1972005"/>
                </a:lnTo>
                <a:lnTo>
                  <a:pt x="519557" y="1972005"/>
                </a:lnTo>
                <a:lnTo>
                  <a:pt x="519816" y="2186085"/>
                </a:lnTo>
                <a:lnTo>
                  <a:pt x="519794" y="2186085"/>
                </a:lnTo>
                <a:lnTo>
                  <a:pt x="519816" y="2202250"/>
                </a:lnTo>
                <a:lnTo>
                  <a:pt x="519646" y="2202250"/>
                </a:lnTo>
                <a:lnTo>
                  <a:pt x="519650" y="2205216"/>
                </a:lnTo>
                <a:lnTo>
                  <a:pt x="519816" y="2205216"/>
                </a:lnTo>
                <a:cubicBezTo>
                  <a:pt x="519809" y="2210605"/>
                  <a:pt x="519801" y="2215992"/>
                  <a:pt x="519794" y="2221381"/>
                </a:cubicBezTo>
                <a:lnTo>
                  <a:pt x="519816" y="2221381"/>
                </a:lnTo>
                <a:lnTo>
                  <a:pt x="519728" y="2261336"/>
                </a:lnTo>
                <a:lnTo>
                  <a:pt x="519816" y="2324231"/>
                </a:lnTo>
                <a:lnTo>
                  <a:pt x="519794" y="2324231"/>
                </a:lnTo>
                <a:lnTo>
                  <a:pt x="519816" y="2340396"/>
                </a:lnTo>
                <a:lnTo>
                  <a:pt x="519555" y="2340396"/>
                </a:lnTo>
                <a:lnTo>
                  <a:pt x="519043" y="2573607"/>
                </a:lnTo>
                <a:lnTo>
                  <a:pt x="519816" y="2573607"/>
                </a:lnTo>
                <a:cubicBezTo>
                  <a:pt x="519809" y="2578996"/>
                  <a:pt x="519801" y="2584383"/>
                  <a:pt x="519794" y="2589772"/>
                </a:cubicBezTo>
                <a:lnTo>
                  <a:pt x="519816" y="2589772"/>
                </a:lnTo>
                <a:lnTo>
                  <a:pt x="518921" y="2997626"/>
                </a:lnTo>
                <a:lnTo>
                  <a:pt x="523203" y="3642692"/>
                </a:lnTo>
                <a:lnTo>
                  <a:pt x="0" y="4414093"/>
                </a:lnTo>
                <a:lnTo>
                  <a:pt x="0" y="3313956"/>
                </a:lnTo>
                <a:lnTo>
                  <a:pt x="173" y="3313826"/>
                </a:lnTo>
                <a:lnTo>
                  <a:pt x="173" y="2838980"/>
                </a:lnTo>
                <a:lnTo>
                  <a:pt x="173" y="2589772"/>
                </a:lnTo>
                <a:lnTo>
                  <a:pt x="173" y="2573607"/>
                </a:lnTo>
                <a:lnTo>
                  <a:pt x="173" y="2340396"/>
                </a:lnTo>
                <a:lnTo>
                  <a:pt x="173" y="2324231"/>
                </a:lnTo>
                <a:lnTo>
                  <a:pt x="173" y="2221381"/>
                </a:lnTo>
                <a:lnTo>
                  <a:pt x="173" y="2205216"/>
                </a:lnTo>
                <a:lnTo>
                  <a:pt x="173" y="2202250"/>
                </a:lnTo>
                <a:lnTo>
                  <a:pt x="173" y="2186085"/>
                </a:lnTo>
                <a:lnTo>
                  <a:pt x="173" y="1972005"/>
                </a:lnTo>
                <a:lnTo>
                  <a:pt x="173" y="1955840"/>
                </a:lnTo>
                <a:lnTo>
                  <a:pt x="173" y="1741157"/>
                </a:lnTo>
                <a:lnTo>
                  <a:pt x="173" y="1724992"/>
                </a:lnTo>
                <a:lnTo>
                  <a:pt x="173" y="1242573"/>
                </a:lnTo>
                <a:lnTo>
                  <a:pt x="173" y="1226408"/>
                </a:lnTo>
                <a:lnTo>
                  <a:pt x="173" y="1104427"/>
                </a:lnTo>
                <a:lnTo>
                  <a:pt x="173" y="1095506"/>
                </a:lnTo>
                <a:lnTo>
                  <a:pt x="0" y="1095375"/>
                </a:lnTo>
                <a:close/>
              </a:path>
            </a:pathLst>
          </a:custGeom>
          <a:solidFill>
            <a:srgbClr val="000000">
              <a:alpha val="17000"/>
            </a:srgb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fr-FR"/>
          </a:p>
        </p:txBody>
      </p:sp>
      <p:sp>
        <p:nvSpPr>
          <p:cNvPr id="158" name="Espace réservé du texte 5">
            <a:extLst>
              <a:ext uri="{FF2B5EF4-FFF2-40B4-BE49-F238E27FC236}">
                <a16:creationId xmlns:a16="http://schemas.microsoft.com/office/drawing/2014/main" id="{C66F713B-F234-E044-3667-B987C0ACDC1D}"/>
              </a:ext>
            </a:extLst>
          </p:cNvPr>
          <p:cNvSpPr>
            <a:spLocks noGrp="1"/>
          </p:cNvSpPr>
          <p:nvPr>
            <p:ph type="body" sz="quarter" idx="39" hasCustomPrompt="1"/>
          </p:nvPr>
        </p:nvSpPr>
        <p:spPr>
          <a:xfrm>
            <a:off x="8385464" y="4512708"/>
            <a:ext cx="922995" cy="720000"/>
          </a:xfrm>
          <a:prstGeom prst="homePlate">
            <a:avLst>
              <a:gd name="adj" fmla="val 65532"/>
            </a:avLst>
          </a:prstGeom>
          <a:solidFill>
            <a:schemeClr val="accent4"/>
          </a:solidFill>
        </p:spPr>
        <p:txBody>
          <a:bodyPr anchor="ctr">
            <a:normAutofit/>
          </a:bodyPr>
          <a:lstStyle>
            <a:lvl2pPr marL="0" indent="0" algn="ctr">
              <a:buFont typeface="Source Sans Pro" panose="020B0503030403020204" pitchFamily="34" charset="0"/>
              <a:buNone/>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XX%</a:t>
            </a:r>
          </a:p>
        </p:txBody>
      </p:sp>
      <p:sp>
        <p:nvSpPr>
          <p:cNvPr id="159" name="Espace réservé du texte 5">
            <a:extLst>
              <a:ext uri="{FF2B5EF4-FFF2-40B4-BE49-F238E27FC236}">
                <a16:creationId xmlns:a16="http://schemas.microsoft.com/office/drawing/2014/main" id="{DF036EC2-8019-9F1F-3B8D-86CF48227924}"/>
              </a:ext>
            </a:extLst>
          </p:cNvPr>
          <p:cNvSpPr>
            <a:spLocks noGrp="1"/>
          </p:cNvSpPr>
          <p:nvPr>
            <p:ph type="body" sz="quarter" idx="40" hasCustomPrompt="1"/>
          </p:nvPr>
        </p:nvSpPr>
        <p:spPr>
          <a:xfrm>
            <a:off x="8710700" y="3792797"/>
            <a:ext cx="922995" cy="720000"/>
          </a:xfrm>
          <a:prstGeom prst="homePlate">
            <a:avLst>
              <a:gd name="adj" fmla="val 65532"/>
            </a:avLst>
          </a:prstGeom>
          <a:solidFill>
            <a:schemeClr val="accent3"/>
          </a:solidFill>
        </p:spPr>
        <p:txBody>
          <a:bodyPr anchor="ctr">
            <a:normAutofit/>
          </a:bodyPr>
          <a:lstStyle>
            <a:lvl2pPr marL="0" indent="0" algn="ctr">
              <a:buFont typeface="Source Sans Pro" panose="020B0503030403020204" pitchFamily="34" charset="0"/>
              <a:buNone/>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XX%</a:t>
            </a:r>
          </a:p>
        </p:txBody>
      </p:sp>
      <p:sp>
        <p:nvSpPr>
          <p:cNvPr id="160" name="Espace réservé du texte 5">
            <a:extLst>
              <a:ext uri="{FF2B5EF4-FFF2-40B4-BE49-F238E27FC236}">
                <a16:creationId xmlns:a16="http://schemas.microsoft.com/office/drawing/2014/main" id="{5A2F3910-DA0E-A45F-86FC-62AE3F4FA7F5}"/>
              </a:ext>
            </a:extLst>
          </p:cNvPr>
          <p:cNvSpPr>
            <a:spLocks noGrp="1"/>
          </p:cNvSpPr>
          <p:nvPr>
            <p:ph type="body" sz="quarter" idx="41" hasCustomPrompt="1"/>
          </p:nvPr>
        </p:nvSpPr>
        <p:spPr>
          <a:xfrm>
            <a:off x="10066513" y="3076458"/>
            <a:ext cx="922995" cy="720000"/>
          </a:xfrm>
          <a:prstGeom prst="homePlate">
            <a:avLst>
              <a:gd name="adj" fmla="val 65532"/>
            </a:avLst>
          </a:prstGeom>
          <a:solidFill>
            <a:schemeClr val="tx1"/>
          </a:solidFill>
        </p:spPr>
        <p:txBody>
          <a:bodyPr anchor="ctr">
            <a:normAutofit/>
          </a:bodyPr>
          <a:lstStyle>
            <a:lvl2pPr marL="0" indent="0" algn="ctr">
              <a:buFont typeface="Source Sans Pro" panose="020B0503030403020204" pitchFamily="34" charset="0"/>
              <a:buNone/>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XX%</a:t>
            </a:r>
          </a:p>
        </p:txBody>
      </p:sp>
      <p:sp>
        <p:nvSpPr>
          <p:cNvPr id="161" name="Espace réservé du texte 5">
            <a:extLst>
              <a:ext uri="{FF2B5EF4-FFF2-40B4-BE49-F238E27FC236}">
                <a16:creationId xmlns:a16="http://schemas.microsoft.com/office/drawing/2014/main" id="{A3BA71D5-7C50-530D-D0BD-CDD57BAEF042}"/>
              </a:ext>
            </a:extLst>
          </p:cNvPr>
          <p:cNvSpPr>
            <a:spLocks noGrp="1"/>
          </p:cNvSpPr>
          <p:nvPr>
            <p:ph type="body" sz="quarter" idx="42" hasCustomPrompt="1"/>
          </p:nvPr>
        </p:nvSpPr>
        <p:spPr>
          <a:xfrm>
            <a:off x="10468835" y="2358840"/>
            <a:ext cx="922995" cy="720000"/>
          </a:xfrm>
          <a:prstGeom prst="homePlate">
            <a:avLst>
              <a:gd name="adj" fmla="val 65532"/>
            </a:avLst>
          </a:prstGeom>
          <a:solidFill>
            <a:schemeClr val="tx2"/>
          </a:solidFill>
        </p:spPr>
        <p:txBody>
          <a:bodyPr anchor="ctr">
            <a:normAutofit/>
          </a:bodyPr>
          <a:lstStyle>
            <a:lvl2pPr marL="0" indent="0" algn="ctr">
              <a:buFont typeface="Source Sans Pro" panose="020B0503030403020204" pitchFamily="34" charset="0"/>
              <a:buNone/>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XX%</a:t>
            </a:r>
          </a:p>
        </p:txBody>
      </p:sp>
      <p:sp>
        <p:nvSpPr>
          <p:cNvPr id="97" name="Graphique 95">
            <a:extLst>
              <a:ext uri="{FF2B5EF4-FFF2-40B4-BE49-F238E27FC236}">
                <a16:creationId xmlns:a16="http://schemas.microsoft.com/office/drawing/2014/main" id="{DB63371F-DACA-E8BF-FE0B-E20E90846F02}"/>
              </a:ext>
            </a:extLst>
          </p:cNvPr>
          <p:cNvSpPr/>
          <p:nvPr userDrawn="1"/>
        </p:nvSpPr>
        <p:spPr>
          <a:xfrm>
            <a:off x="2528406" y="1536699"/>
            <a:ext cx="2126143" cy="4527551"/>
          </a:xfrm>
          <a:prstGeom prst="roundRect">
            <a:avLst>
              <a:gd name="adj" fmla="val 12187"/>
            </a:avLst>
          </a:prstGeom>
          <a:noFill/>
          <a:ln w="50800" cap="flat">
            <a:solidFill>
              <a:srgbClr val="000000"/>
            </a:solidFill>
            <a:prstDash val="solid"/>
            <a:miter/>
          </a:ln>
        </p:spPr>
        <p:txBody>
          <a:bodyPr rtlCol="0" anchor="ctr"/>
          <a:lstStyle/>
          <a:p>
            <a:endParaRPr lang="fr-FR"/>
          </a:p>
        </p:txBody>
      </p:sp>
      <p:sp>
        <p:nvSpPr>
          <p:cNvPr id="157" name="Espace réservé pour une image  156">
            <a:extLst>
              <a:ext uri="{FF2B5EF4-FFF2-40B4-BE49-F238E27FC236}">
                <a16:creationId xmlns:a16="http://schemas.microsoft.com/office/drawing/2014/main" id="{8528845B-0C4E-DC2A-3CAF-8553F69D0F28}"/>
              </a:ext>
            </a:extLst>
          </p:cNvPr>
          <p:cNvSpPr>
            <a:spLocks noGrp="1"/>
          </p:cNvSpPr>
          <p:nvPr>
            <p:ph type="pic" sz="quarter" idx="18" hasCustomPrompt="1"/>
          </p:nvPr>
        </p:nvSpPr>
        <p:spPr>
          <a:xfrm>
            <a:off x="2557463" y="1566863"/>
            <a:ext cx="2076450" cy="4471987"/>
          </a:xfrm>
          <a:custGeom>
            <a:avLst/>
            <a:gdLst>
              <a:gd name="connsiteX0" fmla="*/ 238813 w 2076450"/>
              <a:gd name="connsiteY0" fmla="*/ 0 h 4471987"/>
              <a:gd name="connsiteX1" fmla="*/ 576262 w 2076450"/>
              <a:gd name="connsiteY1" fmla="*/ 0 h 4471987"/>
              <a:gd name="connsiteX2" fmla="*/ 576262 w 2076450"/>
              <a:gd name="connsiteY2" fmla="*/ 62068 h 4471987"/>
              <a:gd name="connsiteX3" fmla="*/ 618970 w 2076450"/>
              <a:gd name="connsiteY3" fmla="*/ 104776 h 4471987"/>
              <a:gd name="connsiteX4" fmla="*/ 1443192 w 2076450"/>
              <a:gd name="connsiteY4" fmla="*/ 104776 h 4471987"/>
              <a:gd name="connsiteX5" fmla="*/ 1485900 w 2076450"/>
              <a:gd name="connsiteY5" fmla="*/ 62068 h 4471987"/>
              <a:gd name="connsiteX6" fmla="*/ 1485900 w 2076450"/>
              <a:gd name="connsiteY6" fmla="*/ 0 h 4471987"/>
              <a:gd name="connsiteX7" fmla="*/ 1837637 w 2076450"/>
              <a:gd name="connsiteY7" fmla="*/ 0 h 4471987"/>
              <a:gd name="connsiteX8" fmla="*/ 2076450 w 2076450"/>
              <a:gd name="connsiteY8" fmla="*/ 238813 h 4471987"/>
              <a:gd name="connsiteX9" fmla="*/ 2076450 w 2076450"/>
              <a:gd name="connsiteY9" fmla="*/ 4233174 h 4471987"/>
              <a:gd name="connsiteX10" fmla="*/ 1837637 w 2076450"/>
              <a:gd name="connsiteY10" fmla="*/ 4471987 h 4471987"/>
              <a:gd name="connsiteX11" fmla="*/ 238813 w 2076450"/>
              <a:gd name="connsiteY11" fmla="*/ 4471987 h 4471987"/>
              <a:gd name="connsiteX12" fmla="*/ 0 w 2076450"/>
              <a:gd name="connsiteY12" fmla="*/ 4233174 h 4471987"/>
              <a:gd name="connsiteX13" fmla="*/ 0 w 2076450"/>
              <a:gd name="connsiteY13" fmla="*/ 238813 h 4471987"/>
              <a:gd name="connsiteX14" fmla="*/ 238813 w 2076450"/>
              <a:gd name="connsiteY14" fmla="*/ 0 h 4471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76450" h="4471987">
                <a:moveTo>
                  <a:pt x="238813" y="0"/>
                </a:moveTo>
                <a:lnTo>
                  <a:pt x="576262" y="0"/>
                </a:lnTo>
                <a:lnTo>
                  <a:pt x="576262" y="62068"/>
                </a:lnTo>
                <a:cubicBezTo>
                  <a:pt x="576262" y="85655"/>
                  <a:pt x="595383" y="104776"/>
                  <a:pt x="618970" y="104776"/>
                </a:cubicBezTo>
                <a:lnTo>
                  <a:pt x="1443192" y="104776"/>
                </a:lnTo>
                <a:cubicBezTo>
                  <a:pt x="1466779" y="104776"/>
                  <a:pt x="1485900" y="85655"/>
                  <a:pt x="1485900" y="62068"/>
                </a:cubicBezTo>
                <a:lnTo>
                  <a:pt x="1485900" y="0"/>
                </a:lnTo>
                <a:lnTo>
                  <a:pt x="1837637" y="0"/>
                </a:lnTo>
                <a:cubicBezTo>
                  <a:pt x="1969530" y="0"/>
                  <a:pt x="2076450" y="106920"/>
                  <a:pt x="2076450" y="238813"/>
                </a:cubicBezTo>
                <a:lnTo>
                  <a:pt x="2076450" y="4233174"/>
                </a:lnTo>
                <a:cubicBezTo>
                  <a:pt x="2076450" y="4365067"/>
                  <a:pt x="1969530" y="4471987"/>
                  <a:pt x="1837637" y="4471987"/>
                </a:cubicBezTo>
                <a:lnTo>
                  <a:pt x="238813" y="4471987"/>
                </a:lnTo>
                <a:cubicBezTo>
                  <a:pt x="106920" y="4471987"/>
                  <a:pt x="0" y="4365067"/>
                  <a:pt x="0" y="4233174"/>
                </a:cubicBezTo>
                <a:lnTo>
                  <a:pt x="0" y="238813"/>
                </a:lnTo>
                <a:cubicBezTo>
                  <a:pt x="0" y="106920"/>
                  <a:pt x="106920" y="0"/>
                  <a:pt x="238813" y="0"/>
                </a:cubicBezTo>
                <a:close/>
              </a:path>
            </a:pathLst>
          </a:custGeom>
          <a:solidFill>
            <a:schemeClr val="bg1">
              <a:lumMod val="85000"/>
            </a:schemeClr>
          </a:solidFill>
        </p:spPr>
        <p:txBody>
          <a:bodyPr wrap="square" bIns="648000" anchor="ctr">
            <a:noAutofit/>
          </a:bodyPr>
          <a:lstStyle>
            <a:lvl1pPr marL="0" indent="0" algn="ctr">
              <a:spcBef>
                <a:spcPts val="0"/>
              </a:spcBef>
              <a:buNone/>
              <a:defRPr sz="1000" b="0"/>
            </a:lvl1pPr>
          </a:lstStyle>
          <a:p>
            <a:r>
              <a:rPr lang="fr-FR"/>
              <a:t>Picture</a:t>
            </a:r>
            <a:br>
              <a:rPr lang="fr-FR"/>
            </a:br>
            <a:r>
              <a:rPr lang="fr-FR"/>
              <a:t>( or delete the block)</a:t>
            </a:r>
          </a:p>
        </p:txBody>
      </p:sp>
      <p:sp>
        <p:nvSpPr>
          <p:cNvPr id="10" name="Rectangle 9">
            <a:extLst>
              <a:ext uri="{FF2B5EF4-FFF2-40B4-BE49-F238E27FC236}">
                <a16:creationId xmlns:a16="http://schemas.microsoft.com/office/drawing/2014/main" id="{33E1467F-D916-74FD-E3D2-394801C4624B}"/>
              </a:ext>
            </a:extLst>
          </p:cNvPr>
          <p:cNvSpPr/>
          <p:nvPr userDrawn="1"/>
        </p:nvSpPr>
        <p:spPr>
          <a:xfrm rot="16200000">
            <a:off x="4495114" y="5469610"/>
            <a:ext cx="1621891" cy="1148080"/>
          </a:xfrm>
          <a:prstGeom prst="rect">
            <a:avLst/>
          </a:prstGeom>
          <a:gradFill>
            <a:gsLst>
              <a:gs pos="0">
                <a:schemeClr val="bg1">
                  <a:alpha val="0"/>
                </a:schemeClr>
              </a:gs>
              <a:gs pos="63000">
                <a:schemeClr val="bg1"/>
              </a:gs>
            </a:gsLst>
            <a:lin ang="5400000" scaled="1"/>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userDrawn="1">
            <p:ph type="ftr" sz="quarter" idx="10"/>
          </p:nvPr>
        </p:nvSpPr>
        <p:spPr>
          <a:xfrm>
            <a:off x="1511300" y="6383064"/>
            <a:ext cx="7099300" cy="365125"/>
          </a:xfrm>
        </p:spPr>
        <p:txBody>
          <a:bodyPr/>
          <a:lstStyle/>
          <a:p>
            <a:r>
              <a:rPr lang="en-US"/>
              <a:t>Name of the document</a:t>
            </a:r>
            <a:endParaRPr lang="en-US" dirty="0"/>
          </a:p>
        </p:txBody>
      </p:sp>
    </p:spTree>
    <p:extLst>
      <p:ext uri="{BB962C8B-B14F-4D97-AF65-F5344CB8AC3E}">
        <p14:creationId xmlns:p14="http://schemas.microsoft.com/office/powerpoint/2010/main" val="17050005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 Block text in a smartphone B">
    <p:spTree>
      <p:nvGrpSpPr>
        <p:cNvPr id="1" name=""/>
        <p:cNvGrpSpPr/>
        <p:nvPr/>
      </p:nvGrpSpPr>
      <p:grpSpPr>
        <a:xfrm>
          <a:off x="0" y="0"/>
          <a:ext cx="0" cy="0"/>
          <a:chOff x="0" y="0"/>
          <a:chExt cx="0" cy="0"/>
        </a:xfrm>
      </p:grpSpPr>
      <p:sp>
        <p:nvSpPr>
          <p:cNvPr id="5" name="Forme libre : forme 4">
            <a:extLst>
              <a:ext uri="{FF2B5EF4-FFF2-40B4-BE49-F238E27FC236}">
                <a16:creationId xmlns:a16="http://schemas.microsoft.com/office/drawing/2014/main" id="{26783B69-58BA-9122-4F0C-767BE16850A1}"/>
              </a:ext>
            </a:extLst>
          </p:cNvPr>
          <p:cNvSpPr/>
          <p:nvPr userDrawn="1"/>
        </p:nvSpPr>
        <p:spPr>
          <a:xfrm flipV="1">
            <a:off x="1614027" y="3792797"/>
            <a:ext cx="3250098" cy="720000"/>
          </a:xfrm>
          <a:custGeom>
            <a:avLst/>
            <a:gdLst>
              <a:gd name="connsiteX0" fmla="*/ 3352991 w 3352990"/>
              <a:gd name="connsiteY0" fmla="*/ 0 h 394144"/>
              <a:gd name="connsiteX1" fmla="*/ 0 w 3352990"/>
              <a:gd name="connsiteY1" fmla="*/ 0 h 394144"/>
              <a:gd name="connsiteX2" fmla="*/ 762 w 3352990"/>
              <a:gd name="connsiteY2" fmla="*/ 394144 h 394144"/>
              <a:gd name="connsiteX3" fmla="*/ 3352991 w 3352990"/>
              <a:gd name="connsiteY3" fmla="*/ 394144 h 394144"/>
              <a:gd name="connsiteX4" fmla="*/ 3352991 w 3352990"/>
              <a:gd name="connsiteY4" fmla="*/ 0 h 394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990" h="394144">
                <a:moveTo>
                  <a:pt x="3352991" y="0"/>
                </a:moveTo>
                <a:lnTo>
                  <a:pt x="0" y="0"/>
                </a:lnTo>
                <a:lnTo>
                  <a:pt x="762" y="394144"/>
                </a:lnTo>
                <a:lnTo>
                  <a:pt x="3352991" y="394144"/>
                </a:lnTo>
                <a:lnTo>
                  <a:pt x="3352991" y="0"/>
                </a:lnTo>
                <a:close/>
              </a:path>
            </a:pathLst>
          </a:custGeom>
          <a:solidFill>
            <a:schemeClr val="accent3"/>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000E9C"/>
              </a:solidFill>
              <a:effectLst/>
              <a:uLnTx/>
              <a:uFillTx/>
            </a:endParaRPr>
          </a:p>
        </p:txBody>
      </p:sp>
      <p:sp>
        <p:nvSpPr>
          <p:cNvPr id="8" name="Forme libre : forme 7">
            <a:extLst>
              <a:ext uri="{FF2B5EF4-FFF2-40B4-BE49-F238E27FC236}">
                <a16:creationId xmlns:a16="http://schemas.microsoft.com/office/drawing/2014/main" id="{7891C494-0787-3C0B-476E-EF10C17A39BA}"/>
              </a:ext>
            </a:extLst>
          </p:cNvPr>
          <p:cNvSpPr/>
          <p:nvPr userDrawn="1"/>
        </p:nvSpPr>
        <p:spPr>
          <a:xfrm flipV="1">
            <a:off x="0" y="3792797"/>
            <a:ext cx="1100138" cy="1118234"/>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0 w 609600"/>
              <a:gd name="connsiteY4" fmla="*/ 0 h 609600"/>
              <a:gd name="connsiteX5" fmla="*/ 0 w 609600"/>
              <a:gd name="connsiteY5" fmla="*/ 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 h="609600">
                <a:moveTo>
                  <a:pt x="0" y="0"/>
                </a:moveTo>
                <a:lnTo>
                  <a:pt x="609600" y="0"/>
                </a:lnTo>
                <a:lnTo>
                  <a:pt x="609600" y="609600"/>
                </a:lnTo>
                <a:lnTo>
                  <a:pt x="0" y="609600"/>
                </a:lnTo>
                <a:lnTo>
                  <a:pt x="0" y="0"/>
                </a:lnTo>
                <a:lnTo>
                  <a:pt x="0" y="0"/>
                </a:lnTo>
                <a:close/>
              </a:path>
            </a:pathLst>
          </a:custGeom>
          <a:solidFill>
            <a:schemeClr val="accent3"/>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endParaRPr>
          </a:p>
        </p:txBody>
      </p:sp>
      <p:sp>
        <p:nvSpPr>
          <p:cNvPr id="10" name="Forme libre : forme 9">
            <a:extLst>
              <a:ext uri="{FF2B5EF4-FFF2-40B4-BE49-F238E27FC236}">
                <a16:creationId xmlns:a16="http://schemas.microsoft.com/office/drawing/2014/main" id="{DD7D3867-7D86-80A5-CAC1-74A64DB7E489}"/>
              </a:ext>
            </a:extLst>
          </p:cNvPr>
          <p:cNvSpPr/>
          <p:nvPr userDrawn="1"/>
        </p:nvSpPr>
        <p:spPr>
          <a:xfrm flipV="1">
            <a:off x="1099621" y="3792797"/>
            <a:ext cx="519643" cy="1113988"/>
          </a:xfrm>
          <a:custGeom>
            <a:avLst/>
            <a:gdLst>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33179 h 1116337"/>
              <a:gd name="connsiteX5" fmla="*/ 518440 w 519643"/>
              <a:gd name="connsiteY5" fmla="*/ 404169 h 1116337"/>
              <a:gd name="connsiteX6" fmla="*/ 518440 w 519643"/>
              <a:gd name="connsiteY6" fmla="*/ 387970 h 1116337"/>
              <a:gd name="connsiteX7" fmla="*/ 518784 w 519643"/>
              <a:gd name="connsiteY7" fmla="*/ 388315 h 1116337"/>
              <a:gd name="connsiteX8" fmla="*/ 519643 w 519643"/>
              <a:gd name="connsiteY8" fmla="*/ 1100138 h 1116337"/>
              <a:gd name="connsiteX9" fmla="*/ 519621 w 519643"/>
              <a:gd name="connsiteY9" fmla="*/ 1100138 h 1116337"/>
              <a:gd name="connsiteX10" fmla="*/ 519643 w 519643"/>
              <a:gd name="connsiteY10" fmla="*/ 1116337 h 1116337"/>
              <a:gd name="connsiteX11" fmla="*/ 0 w 519643"/>
              <a:gd name="connsiteY11" fmla="*/ 1116337 h 1116337"/>
              <a:gd name="connsiteX12" fmla="*/ 0 w 519643"/>
              <a:gd name="connsiteY12" fmla="*/ 1100138 h 1116337"/>
              <a:gd name="connsiteX13" fmla="*/ 0 w 519643"/>
              <a:gd name="connsiteY13" fmla="*/ 16199 h 1116337"/>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33179 h 1116337"/>
              <a:gd name="connsiteX5" fmla="*/ 518440 w 519643"/>
              <a:gd name="connsiteY5" fmla="*/ 404169 h 1116337"/>
              <a:gd name="connsiteX6" fmla="*/ 518440 w 519643"/>
              <a:gd name="connsiteY6" fmla="*/ 387970 h 1116337"/>
              <a:gd name="connsiteX7" fmla="*/ 518784 w 519643"/>
              <a:gd name="connsiteY7" fmla="*/ 388315 h 1116337"/>
              <a:gd name="connsiteX8" fmla="*/ 519643 w 519643"/>
              <a:gd name="connsiteY8" fmla="*/ 1100138 h 1116337"/>
              <a:gd name="connsiteX9" fmla="*/ 519621 w 519643"/>
              <a:gd name="connsiteY9" fmla="*/ 1100138 h 1116337"/>
              <a:gd name="connsiteX10" fmla="*/ 519643 w 519643"/>
              <a:gd name="connsiteY10" fmla="*/ 1116337 h 1116337"/>
              <a:gd name="connsiteX11" fmla="*/ 0 w 519643"/>
              <a:gd name="connsiteY11" fmla="*/ 1116337 h 1116337"/>
              <a:gd name="connsiteX12" fmla="*/ 0 w 519643"/>
              <a:gd name="connsiteY12" fmla="*/ 1100138 h 1116337"/>
              <a:gd name="connsiteX13" fmla="*/ 0 w 519643"/>
              <a:gd name="connsiteY13" fmla="*/ 0 h 1116337"/>
              <a:gd name="connsiteX0" fmla="*/ 59531 w 519643"/>
              <a:gd name="connsiteY0" fmla="*/ 0 h 1113951"/>
              <a:gd name="connsiteX1" fmla="*/ 518097 w 519643"/>
              <a:gd name="connsiteY1" fmla="*/ 386788 h 1113951"/>
              <a:gd name="connsiteX2" fmla="*/ 518097 w 519643"/>
              <a:gd name="connsiteY2" fmla="*/ 402987 h 1113951"/>
              <a:gd name="connsiteX3" fmla="*/ 518097 w 519643"/>
              <a:gd name="connsiteY3" fmla="*/ 430793 h 1113951"/>
              <a:gd name="connsiteX4" fmla="*/ 518440 w 519643"/>
              <a:gd name="connsiteY4" fmla="*/ 430793 h 1113951"/>
              <a:gd name="connsiteX5" fmla="*/ 518440 w 519643"/>
              <a:gd name="connsiteY5" fmla="*/ 401783 h 1113951"/>
              <a:gd name="connsiteX6" fmla="*/ 518440 w 519643"/>
              <a:gd name="connsiteY6" fmla="*/ 385584 h 1113951"/>
              <a:gd name="connsiteX7" fmla="*/ 518784 w 519643"/>
              <a:gd name="connsiteY7" fmla="*/ 385929 h 1113951"/>
              <a:gd name="connsiteX8" fmla="*/ 519643 w 519643"/>
              <a:gd name="connsiteY8" fmla="*/ 1097752 h 1113951"/>
              <a:gd name="connsiteX9" fmla="*/ 519621 w 519643"/>
              <a:gd name="connsiteY9" fmla="*/ 1097752 h 1113951"/>
              <a:gd name="connsiteX10" fmla="*/ 519643 w 519643"/>
              <a:gd name="connsiteY10" fmla="*/ 1113951 h 1113951"/>
              <a:gd name="connsiteX11" fmla="*/ 0 w 519643"/>
              <a:gd name="connsiteY11" fmla="*/ 1113951 h 1113951"/>
              <a:gd name="connsiteX12" fmla="*/ 0 w 519643"/>
              <a:gd name="connsiteY12" fmla="*/ 1097752 h 1113951"/>
              <a:gd name="connsiteX13" fmla="*/ 59531 w 519643"/>
              <a:gd name="connsiteY13" fmla="*/ 0 h 1113951"/>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33179 h 1116337"/>
              <a:gd name="connsiteX5" fmla="*/ 518440 w 519643"/>
              <a:gd name="connsiteY5" fmla="*/ 404169 h 1116337"/>
              <a:gd name="connsiteX6" fmla="*/ 518440 w 519643"/>
              <a:gd name="connsiteY6" fmla="*/ 387970 h 1116337"/>
              <a:gd name="connsiteX7" fmla="*/ 518784 w 519643"/>
              <a:gd name="connsiteY7" fmla="*/ 388315 h 1116337"/>
              <a:gd name="connsiteX8" fmla="*/ 519643 w 519643"/>
              <a:gd name="connsiteY8" fmla="*/ 1100138 h 1116337"/>
              <a:gd name="connsiteX9" fmla="*/ 519621 w 519643"/>
              <a:gd name="connsiteY9" fmla="*/ 1100138 h 1116337"/>
              <a:gd name="connsiteX10" fmla="*/ 519643 w 519643"/>
              <a:gd name="connsiteY10" fmla="*/ 1116337 h 1116337"/>
              <a:gd name="connsiteX11" fmla="*/ 0 w 519643"/>
              <a:gd name="connsiteY11" fmla="*/ 1116337 h 1116337"/>
              <a:gd name="connsiteX12" fmla="*/ 0 w 519643"/>
              <a:gd name="connsiteY12" fmla="*/ 1100138 h 1116337"/>
              <a:gd name="connsiteX13" fmla="*/ 0 w 519643"/>
              <a:gd name="connsiteY13" fmla="*/ 0 h 1116337"/>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04169 h 1116337"/>
              <a:gd name="connsiteX5" fmla="*/ 518440 w 519643"/>
              <a:gd name="connsiteY5" fmla="*/ 387970 h 1116337"/>
              <a:gd name="connsiteX6" fmla="*/ 518784 w 519643"/>
              <a:gd name="connsiteY6" fmla="*/ 388315 h 1116337"/>
              <a:gd name="connsiteX7" fmla="*/ 519643 w 519643"/>
              <a:gd name="connsiteY7" fmla="*/ 1100138 h 1116337"/>
              <a:gd name="connsiteX8" fmla="*/ 519621 w 519643"/>
              <a:gd name="connsiteY8" fmla="*/ 1100138 h 1116337"/>
              <a:gd name="connsiteX9" fmla="*/ 519643 w 519643"/>
              <a:gd name="connsiteY9" fmla="*/ 1116337 h 1116337"/>
              <a:gd name="connsiteX10" fmla="*/ 0 w 519643"/>
              <a:gd name="connsiteY10" fmla="*/ 1116337 h 1116337"/>
              <a:gd name="connsiteX11" fmla="*/ 0 w 519643"/>
              <a:gd name="connsiteY11" fmla="*/ 1100138 h 1116337"/>
              <a:gd name="connsiteX12" fmla="*/ 0 w 519643"/>
              <a:gd name="connsiteY12" fmla="*/ 0 h 1116337"/>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387970 h 1116337"/>
              <a:gd name="connsiteX5" fmla="*/ 518784 w 519643"/>
              <a:gd name="connsiteY5" fmla="*/ 388315 h 1116337"/>
              <a:gd name="connsiteX6" fmla="*/ 519643 w 519643"/>
              <a:gd name="connsiteY6" fmla="*/ 1100138 h 1116337"/>
              <a:gd name="connsiteX7" fmla="*/ 519621 w 519643"/>
              <a:gd name="connsiteY7" fmla="*/ 1100138 h 1116337"/>
              <a:gd name="connsiteX8" fmla="*/ 519643 w 519643"/>
              <a:gd name="connsiteY8" fmla="*/ 1116337 h 1116337"/>
              <a:gd name="connsiteX9" fmla="*/ 0 w 519643"/>
              <a:gd name="connsiteY9" fmla="*/ 1116337 h 1116337"/>
              <a:gd name="connsiteX10" fmla="*/ 0 w 519643"/>
              <a:gd name="connsiteY10" fmla="*/ 1100138 h 1116337"/>
              <a:gd name="connsiteX11" fmla="*/ 0 w 519643"/>
              <a:gd name="connsiteY11" fmla="*/ 0 h 1116337"/>
              <a:gd name="connsiteX0" fmla="*/ 0 w 519643"/>
              <a:gd name="connsiteY0" fmla="*/ 0 h 1116337"/>
              <a:gd name="connsiteX1" fmla="*/ 518097 w 519643"/>
              <a:gd name="connsiteY1" fmla="*/ 389174 h 1116337"/>
              <a:gd name="connsiteX2" fmla="*/ 518097 w 519643"/>
              <a:gd name="connsiteY2" fmla="*/ 405373 h 1116337"/>
              <a:gd name="connsiteX3" fmla="*/ 518440 w 519643"/>
              <a:gd name="connsiteY3" fmla="*/ 387970 h 1116337"/>
              <a:gd name="connsiteX4" fmla="*/ 518784 w 519643"/>
              <a:gd name="connsiteY4" fmla="*/ 388315 h 1116337"/>
              <a:gd name="connsiteX5" fmla="*/ 519643 w 519643"/>
              <a:gd name="connsiteY5" fmla="*/ 1100138 h 1116337"/>
              <a:gd name="connsiteX6" fmla="*/ 519621 w 519643"/>
              <a:gd name="connsiteY6" fmla="*/ 1100138 h 1116337"/>
              <a:gd name="connsiteX7" fmla="*/ 519643 w 519643"/>
              <a:gd name="connsiteY7" fmla="*/ 1116337 h 1116337"/>
              <a:gd name="connsiteX8" fmla="*/ 0 w 519643"/>
              <a:gd name="connsiteY8" fmla="*/ 1116337 h 1116337"/>
              <a:gd name="connsiteX9" fmla="*/ 0 w 519643"/>
              <a:gd name="connsiteY9" fmla="*/ 1100138 h 1116337"/>
              <a:gd name="connsiteX10" fmla="*/ 0 w 519643"/>
              <a:gd name="connsiteY10" fmla="*/ 0 h 1116337"/>
              <a:gd name="connsiteX0" fmla="*/ 0 w 519643"/>
              <a:gd name="connsiteY0" fmla="*/ 0 h 1116337"/>
              <a:gd name="connsiteX1" fmla="*/ 518097 w 519643"/>
              <a:gd name="connsiteY1" fmla="*/ 389174 h 1116337"/>
              <a:gd name="connsiteX2" fmla="*/ 518440 w 519643"/>
              <a:gd name="connsiteY2" fmla="*/ 387970 h 1116337"/>
              <a:gd name="connsiteX3" fmla="*/ 518784 w 519643"/>
              <a:gd name="connsiteY3" fmla="*/ 388315 h 1116337"/>
              <a:gd name="connsiteX4" fmla="*/ 519643 w 519643"/>
              <a:gd name="connsiteY4" fmla="*/ 1100138 h 1116337"/>
              <a:gd name="connsiteX5" fmla="*/ 519621 w 519643"/>
              <a:gd name="connsiteY5" fmla="*/ 1100138 h 1116337"/>
              <a:gd name="connsiteX6" fmla="*/ 519643 w 519643"/>
              <a:gd name="connsiteY6" fmla="*/ 1116337 h 1116337"/>
              <a:gd name="connsiteX7" fmla="*/ 0 w 519643"/>
              <a:gd name="connsiteY7" fmla="*/ 1116337 h 1116337"/>
              <a:gd name="connsiteX8" fmla="*/ 0 w 519643"/>
              <a:gd name="connsiteY8" fmla="*/ 1100138 h 1116337"/>
              <a:gd name="connsiteX9" fmla="*/ 0 w 519643"/>
              <a:gd name="connsiteY9" fmla="*/ 0 h 1116337"/>
              <a:gd name="connsiteX0" fmla="*/ 0 w 661659"/>
              <a:gd name="connsiteY0" fmla="*/ 0 h 1116337"/>
              <a:gd name="connsiteX1" fmla="*/ 518097 w 661659"/>
              <a:gd name="connsiteY1" fmla="*/ 389174 h 1116337"/>
              <a:gd name="connsiteX2" fmla="*/ 518440 w 661659"/>
              <a:gd name="connsiteY2" fmla="*/ 387970 h 1116337"/>
              <a:gd name="connsiteX3" fmla="*/ 661659 w 661659"/>
              <a:gd name="connsiteY3" fmla="*/ 376384 h 1116337"/>
              <a:gd name="connsiteX4" fmla="*/ 519643 w 661659"/>
              <a:gd name="connsiteY4" fmla="*/ 1100138 h 1116337"/>
              <a:gd name="connsiteX5" fmla="*/ 519621 w 661659"/>
              <a:gd name="connsiteY5" fmla="*/ 1100138 h 1116337"/>
              <a:gd name="connsiteX6" fmla="*/ 519643 w 661659"/>
              <a:gd name="connsiteY6" fmla="*/ 1116337 h 1116337"/>
              <a:gd name="connsiteX7" fmla="*/ 0 w 661659"/>
              <a:gd name="connsiteY7" fmla="*/ 1116337 h 1116337"/>
              <a:gd name="connsiteX8" fmla="*/ 0 w 661659"/>
              <a:gd name="connsiteY8" fmla="*/ 1100138 h 1116337"/>
              <a:gd name="connsiteX9" fmla="*/ 0 w 661659"/>
              <a:gd name="connsiteY9" fmla="*/ 0 h 1116337"/>
              <a:gd name="connsiteX0" fmla="*/ 0 w 519643"/>
              <a:gd name="connsiteY0" fmla="*/ 0 h 1116337"/>
              <a:gd name="connsiteX1" fmla="*/ 518097 w 519643"/>
              <a:gd name="connsiteY1" fmla="*/ 389174 h 1116337"/>
              <a:gd name="connsiteX2" fmla="*/ 518440 w 519643"/>
              <a:gd name="connsiteY2" fmla="*/ 387970 h 1116337"/>
              <a:gd name="connsiteX3" fmla="*/ 519643 w 519643"/>
              <a:gd name="connsiteY3" fmla="*/ 1100138 h 1116337"/>
              <a:gd name="connsiteX4" fmla="*/ 519621 w 519643"/>
              <a:gd name="connsiteY4" fmla="*/ 1100138 h 1116337"/>
              <a:gd name="connsiteX5" fmla="*/ 519643 w 519643"/>
              <a:gd name="connsiteY5" fmla="*/ 1116337 h 1116337"/>
              <a:gd name="connsiteX6" fmla="*/ 0 w 519643"/>
              <a:gd name="connsiteY6" fmla="*/ 1116337 h 1116337"/>
              <a:gd name="connsiteX7" fmla="*/ 0 w 519643"/>
              <a:gd name="connsiteY7" fmla="*/ 1100138 h 1116337"/>
              <a:gd name="connsiteX8" fmla="*/ 0 w 519643"/>
              <a:gd name="connsiteY8" fmla="*/ 0 h 1116337"/>
              <a:gd name="connsiteX0" fmla="*/ 0 w 519643"/>
              <a:gd name="connsiteY0" fmla="*/ 0 h 1116337"/>
              <a:gd name="connsiteX1" fmla="*/ 518097 w 519643"/>
              <a:gd name="connsiteY1" fmla="*/ 389174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437134 w 519643"/>
              <a:gd name="connsiteY1" fmla="*/ 446444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518097 w 519643"/>
              <a:gd name="connsiteY1" fmla="*/ 389174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477616 w 519643"/>
              <a:gd name="connsiteY1" fmla="*/ 429740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515716 w 519643"/>
              <a:gd name="connsiteY1" fmla="*/ 393947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477616 w 519643"/>
              <a:gd name="connsiteY1" fmla="*/ 413037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518097 w 519643"/>
              <a:gd name="connsiteY1" fmla="*/ 393947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643" h="1116337">
                <a:moveTo>
                  <a:pt x="0" y="0"/>
                </a:moveTo>
                <a:lnTo>
                  <a:pt x="518097" y="393947"/>
                </a:lnTo>
                <a:cubicBezTo>
                  <a:pt x="518612" y="630935"/>
                  <a:pt x="519128" y="863150"/>
                  <a:pt x="519643" y="1100138"/>
                </a:cubicBezTo>
                <a:lnTo>
                  <a:pt x="519621" y="1100138"/>
                </a:lnTo>
                <a:cubicBezTo>
                  <a:pt x="519628" y="1105538"/>
                  <a:pt x="519636" y="1110937"/>
                  <a:pt x="519643" y="1116337"/>
                </a:cubicBezTo>
                <a:lnTo>
                  <a:pt x="0" y="1116337"/>
                </a:lnTo>
                <a:lnTo>
                  <a:pt x="0" y="1100138"/>
                </a:lnTo>
                <a:lnTo>
                  <a:pt x="0" y="0"/>
                </a:lnTo>
                <a:close/>
              </a:path>
            </a:pathLst>
          </a:custGeom>
          <a:solidFill>
            <a:schemeClr val="accent3"/>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000E9C"/>
              </a:solidFill>
              <a:effectLst/>
              <a:uLnTx/>
              <a:uFillTx/>
            </a:endParaRPr>
          </a:p>
        </p:txBody>
      </p:sp>
      <p:sp>
        <p:nvSpPr>
          <p:cNvPr id="162" name="Rectangle 161">
            <a:extLst>
              <a:ext uri="{FF2B5EF4-FFF2-40B4-BE49-F238E27FC236}">
                <a16:creationId xmlns:a16="http://schemas.microsoft.com/office/drawing/2014/main" id="{8C54C2C8-3AA0-52B7-661C-176E89AB58F6}"/>
              </a:ext>
            </a:extLst>
          </p:cNvPr>
          <p:cNvSpPr/>
          <p:nvPr userDrawn="1"/>
        </p:nvSpPr>
        <p:spPr>
          <a:xfrm>
            <a:off x="1099448" y="4998720"/>
            <a:ext cx="8534247" cy="1859280"/>
          </a:xfrm>
          <a:prstGeom prst="rect">
            <a:avLst/>
          </a:prstGeom>
          <a:gradFill flip="none" rotWithShape="1">
            <a:gsLst>
              <a:gs pos="0">
                <a:schemeClr val="bg1">
                  <a:lumMod val="65000"/>
                </a:schemeClr>
              </a:gs>
              <a:gs pos="54000">
                <a:schemeClr val="bg1"/>
              </a:gs>
            </a:gsLst>
            <a:path path="rect">
              <a:fillToRect r="100000" b="100000"/>
            </a:path>
            <a:tileRect l="-100000" t="-100000"/>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3" name="Rectangle 22">
            <a:extLst>
              <a:ext uri="{FF2B5EF4-FFF2-40B4-BE49-F238E27FC236}">
                <a16:creationId xmlns:a16="http://schemas.microsoft.com/office/drawing/2014/main" id="{7FC508D1-67D6-19D4-67F0-8D8EB3198E70}"/>
              </a:ext>
            </a:extLst>
          </p:cNvPr>
          <p:cNvSpPr/>
          <p:nvPr userDrawn="1"/>
        </p:nvSpPr>
        <p:spPr>
          <a:xfrm>
            <a:off x="1277423" y="6190264"/>
            <a:ext cx="8577806" cy="669018"/>
          </a:xfrm>
          <a:prstGeom prst="rect">
            <a:avLst/>
          </a:prstGeom>
          <a:gradFill>
            <a:gsLst>
              <a:gs pos="0">
                <a:schemeClr val="bg1">
                  <a:alpha val="0"/>
                </a:schemeClr>
              </a:gs>
              <a:gs pos="48000">
                <a:schemeClr val="bg1"/>
              </a:gs>
            </a:gsLst>
            <a:lin ang="5400000" scaled="1"/>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2" name="Forme libre : forme 81">
            <a:extLst>
              <a:ext uri="{FF2B5EF4-FFF2-40B4-BE49-F238E27FC236}">
                <a16:creationId xmlns:a16="http://schemas.microsoft.com/office/drawing/2014/main" id="{6F3C6549-03B8-0044-9E76-78EFDEF4ED97}"/>
              </a:ext>
            </a:extLst>
          </p:cNvPr>
          <p:cNvSpPr/>
          <p:nvPr/>
        </p:nvSpPr>
        <p:spPr>
          <a:xfrm>
            <a:off x="1614027" y="3076458"/>
            <a:ext cx="3250098" cy="720000"/>
          </a:xfrm>
          <a:custGeom>
            <a:avLst/>
            <a:gdLst>
              <a:gd name="connsiteX0" fmla="*/ 3352991 w 3352990"/>
              <a:gd name="connsiteY0" fmla="*/ 0 h 394144"/>
              <a:gd name="connsiteX1" fmla="*/ 0 w 3352990"/>
              <a:gd name="connsiteY1" fmla="*/ 0 h 394144"/>
              <a:gd name="connsiteX2" fmla="*/ 762 w 3352990"/>
              <a:gd name="connsiteY2" fmla="*/ 394144 h 394144"/>
              <a:gd name="connsiteX3" fmla="*/ 3352991 w 3352990"/>
              <a:gd name="connsiteY3" fmla="*/ 394144 h 394144"/>
              <a:gd name="connsiteX4" fmla="*/ 3352991 w 3352990"/>
              <a:gd name="connsiteY4" fmla="*/ 0 h 394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990" h="394144">
                <a:moveTo>
                  <a:pt x="3352991" y="0"/>
                </a:moveTo>
                <a:lnTo>
                  <a:pt x="0" y="0"/>
                </a:lnTo>
                <a:lnTo>
                  <a:pt x="762" y="394144"/>
                </a:lnTo>
                <a:lnTo>
                  <a:pt x="3352991" y="394144"/>
                </a:lnTo>
                <a:lnTo>
                  <a:pt x="3352991" y="0"/>
                </a:lnTo>
                <a:close/>
              </a:path>
            </a:pathLst>
          </a:custGeom>
          <a:solidFill>
            <a:schemeClr val="tx1"/>
          </a:solidFill>
          <a:ln w="9525" cap="flat">
            <a:noFill/>
            <a:prstDash val="solid"/>
            <a:miter/>
          </a:ln>
        </p:spPr>
        <p:txBody>
          <a:bodyPr rtlCol="0" anchor="ctr"/>
          <a:lstStyle/>
          <a:p>
            <a:endParaRPr lang="fr-FR"/>
          </a:p>
        </p:txBody>
      </p:sp>
      <p:sp>
        <p:nvSpPr>
          <p:cNvPr id="83" name="Forme libre : forme 82">
            <a:extLst>
              <a:ext uri="{FF2B5EF4-FFF2-40B4-BE49-F238E27FC236}">
                <a16:creationId xmlns:a16="http://schemas.microsoft.com/office/drawing/2014/main" id="{1E44BB59-DA06-7C64-B4D1-C91358552087}"/>
              </a:ext>
            </a:extLst>
          </p:cNvPr>
          <p:cNvSpPr/>
          <p:nvPr/>
        </p:nvSpPr>
        <p:spPr>
          <a:xfrm>
            <a:off x="1614027" y="2356547"/>
            <a:ext cx="3249452" cy="720000"/>
          </a:xfrm>
          <a:custGeom>
            <a:avLst/>
            <a:gdLst>
              <a:gd name="connsiteX0" fmla="*/ 0 w 3352323"/>
              <a:gd name="connsiteY0" fmla="*/ 0 h 392430"/>
              <a:gd name="connsiteX1" fmla="*/ 3352324 w 3352323"/>
              <a:gd name="connsiteY1" fmla="*/ 0 h 392430"/>
              <a:gd name="connsiteX2" fmla="*/ 3352324 w 3352323"/>
              <a:gd name="connsiteY2" fmla="*/ 392430 h 392430"/>
              <a:gd name="connsiteX3" fmla="*/ 0 w 3352323"/>
              <a:gd name="connsiteY3" fmla="*/ 392430 h 392430"/>
            </a:gdLst>
            <a:ahLst/>
            <a:cxnLst>
              <a:cxn ang="0">
                <a:pos x="connsiteX0" y="connsiteY0"/>
              </a:cxn>
              <a:cxn ang="0">
                <a:pos x="connsiteX1" y="connsiteY1"/>
              </a:cxn>
              <a:cxn ang="0">
                <a:pos x="connsiteX2" y="connsiteY2"/>
              </a:cxn>
              <a:cxn ang="0">
                <a:pos x="connsiteX3" y="connsiteY3"/>
              </a:cxn>
            </a:cxnLst>
            <a:rect l="l" t="t" r="r" b="b"/>
            <a:pathLst>
              <a:path w="3352323" h="392430">
                <a:moveTo>
                  <a:pt x="0" y="0"/>
                </a:moveTo>
                <a:lnTo>
                  <a:pt x="3352324" y="0"/>
                </a:lnTo>
                <a:lnTo>
                  <a:pt x="3352324" y="392430"/>
                </a:lnTo>
                <a:lnTo>
                  <a:pt x="0" y="392430"/>
                </a:lnTo>
                <a:close/>
              </a:path>
            </a:pathLst>
          </a:custGeom>
          <a:solidFill>
            <a:schemeClr val="tx2"/>
          </a:solidFill>
          <a:ln w="9525" cap="flat">
            <a:noFill/>
            <a:prstDash val="solid"/>
            <a:miter/>
          </a:ln>
        </p:spPr>
        <p:txBody>
          <a:bodyPr rtlCol="0" anchor="ctr"/>
          <a:lstStyle/>
          <a:p>
            <a:endParaRPr lang="fr-FR"/>
          </a:p>
        </p:txBody>
      </p:sp>
      <p:sp>
        <p:nvSpPr>
          <p:cNvPr id="137" name="Forme libre : forme 136">
            <a:extLst>
              <a:ext uri="{FF2B5EF4-FFF2-40B4-BE49-F238E27FC236}">
                <a16:creationId xmlns:a16="http://schemas.microsoft.com/office/drawing/2014/main" id="{0A060B52-9FA7-9556-D9C9-D47378D98D50}"/>
              </a:ext>
            </a:extLst>
          </p:cNvPr>
          <p:cNvSpPr/>
          <p:nvPr/>
        </p:nvSpPr>
        <p:spPr>
          <a:xfrm flipV="1">
            <a:off x="1614027" y="4512708"/>
            <a:ext cx="3249452" cy="720000"/>
          </a:xfrm>
          <a:custGeom>
            <a:avLst/>
            <a:gdLst>
              <a:gd name="connsiteX0" fmla="*/ 0 w 3352323"/>
              <a:gd name="connsiteY0" fmla="*/ 0 h 392430"/>
              <a:gd name="connsiteX1" fmla="*/ 3352324 w 3352323"/>
              <a:gd name="connsiteY1" fmla="*/ 0 h 392430"/>
              <a:gd name="connsiteX2" fmla="*/ 3352324 w 3352323"/>
              <a:gd name="connsiteY2" fmla="*/ 392430 h 392430"/>
              <a:gd name="connsiteX3" fmla="*/ 0 w 3352323"/>
              <a:gd name="connsiteY3" fmla="*/ 392430 h 392430"/>
            </a:gdLst>
            <a:ahLst/>
            <a:cxnLst>
              <a:cxn ang="0">
                <a:pos x="connsiteX0" y="connsiteY0"/>
              </a:cxn>
              <a:cxn ang="0">
                <a:pos x="connsiteX1" y="connsiteY1"/>
              </a:cxn>
              <a:cxn ang="0">
                <a:pos x="connsiteX2" y="connsiteY2"/>
              </a:cxn>
              <a:cxn ang="0">
                <a:pos x="connsiteX3" y="connsiteY3"/>
              </a:cxn>
            </a:cxnLst>
            <a:rect l="l" t="t" r="r" b="b"/>
            <a:pathLst>
              <a:path w="3352323" h="392430">
                <a:moveTo>
                  <a:pt x="0" y="0"/>
                </a:moveTo>
                <a:lnTo>
                  <a:pt x="3352324" y="0"/>
                </a:lnTo>
                <a:lnTo>
                  <a:pt x="3352324" y="392430"/>
                </a:lnTo>
                <a:lnTo>
                  <a:pt x="0" y="392430"/>
                </a:lnTo>
                <a:close/>
              </a:path>
            </a:pathLst>
          </a:custGeom>
          <a:solidFill>
            <a:schemeClr val="accent4"/>
          </a:solidFill>
          <a:ln w="9525" cap="flat">
            <a:noFill/>
            <a:prstDash val="solid"/>
            <a:miter/>
          </a:ln>
        </p:spPr>
        <p:txBody>
          <a:bodyPr rtlCol="0" anchor="ctr"/>
          <a:lstStyle/>
          <a:p>
            <a:endParaRPr lang="fr-FR"/>
          </a:p>
        </p:txBody>
      </p:sp>
      <p:pic>
        <p:nvPicPr>
          <p:cNvPr id="99" name="Image 98" descr="Une image contenant Téléphone mobile, capture d’écran, noir et blanc, noir&#10;&#10;Description générée automatiquement">
            <a:extLst>
              <a:ext uri="{FF2B5EF4-FFF2-40B4-BE49-F238E27FC236}">
                <a16:creationId xmlns:a16="http://schemas.microsoft.com/office/drawing/2014/main" id="{386AAA00-3C0E-EC76-74B9-94760C0905A0}"/>
              </a:ext>
            </a:extLst>
          </p:cNvPr>
          <p:cNvPicPr>
            <a:picLocks noChangeAspect="1"/>
          </p:cNvPicPr>
          <p:nvPr userDrawn="1"/>
        </p:nvPicPr>
        <p:blipFill>
          <a:blip r:embed="rId2"/>
          <a:stretch>
            <a:fillRect/>
          </a:stretch>
        </p:blipFill>
        <p:spPr>
          <a:xfrm>
            <a:off x="2197095" y="1415368"/>
            <a:ext cx="2783586" cy="4953000"/>
          </a:xfrm>
          <a:prstGeom prst="rect">
            <a:avLst/>
          </a:prstGeom>
        </p:spPr>
      </p:pic>
      <p:sp>
        <p:nvSpPr>
          <p:cNvPr id="142" name="Forme libre : forme 141">
            <a:extLst>
              <a:ext uri="{FF2B5EF4-FFF2-40B4-BE49-F238E27FC236}">
                <a16:creationId xmlns:a16="http://schemas.microsoft.com/office/drawing/2014/main" id="{BF6BF2C5-FF6C-D54D-09D7-BF67FBFFEB8B}"/>
              </a:ext>
            </a:extLst>
          </p:cNvPr>
          <p:cNvSpPr/>
          <p:nvPr userDrawn="1"/>
        </p:nvSpPr>
        <p:spPr>
          <a:xfrm>
            <a:off x="1099621" y="2682470"/>
            <a:ext cx="519643" cy="1113988"/>
          </a:xfrm>
          <a:custGeom>
            <a:avLst/>
            <a:gdLst>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33179 h 1116337"/>
              <a:gd name="connsiteX5" fmla="*/ 518440 w 519643"/>
              <a:gd name="connsiteY5" fmla="*/ 404169 h 1116337"/>
              <a:gd name="connsiteX6" fmla="*/ 518440 w 519643"/>
              <a:gd name="connsiteY6" fmla="*/ 387970 h 1116337"/>
              <a:gd name="connsiteX7" fmla="*/ 518784 w 519643"/>
              <a:gd name="connsiteY7" fmla="*/ 388315 h 1116337"/>
              <a:gd name="connsiteX8" fmla="*/ 519643 w 519643"/>
              <a:gd name="connsiteY8" fmla="*/ 1100138 h 1116337"/>
              <a:gd name="connsiteX9" fmla="*/ 519621 w 519643"/>
              <a:gd name="connsiteY9" fmla="*/ 1100138 h 1116337"/>
              <a:gd name="connsiteX10" fmla="*/ 519643 w 519643"/>
              <a:gd name="connsiteY10" fmla="*/ 1116337 h 1116337"/>
              <a:gd name="connsiteX11" fmla="*/ 0 w 519643"/>
              <a:gd name="connsiteY11" fmla="*/ 1116337 h 1116337"/>
              <a:gd name="connsiteX12" fmla="*/ 0 w 519643"/>
              <a:gd name="connsiteY12" fmla="*/ 1100138 h 1116337"/>
              <a:gd name="connsiteX13" fmla="*/ 0 w 519643"/>
              <a:gd name="connsiteY13" fmla="*/ 16199 h 1116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9643" h="1116337">
                <a:moveTo>
                  <a:pt x="0" y="0"/>
                </a:moveTo>
                <a:cubicBezTo>
                  <a:pt x="0" y="0"/>
                  <a:pt x="518097" y="389174"/>
                  <a:pt x="518097" y="389174"/>
                </a:cubicBezTo>
                <a:lnTo>
                  <a:pt x="518097" y="405373"/>
                </a:lnTo>
                <a:lnTo>
                  <a:pt x="518097" y="433179"/>
                </a:lnTo>
                <a:cubicBezTo>
                  <a:pt x="518097" y="433179"/>
                  <a:pt x="518440" y="433179"/>
                  <a:pt x="518440" y="433179"/>
                </a:cubicBezTo>
                <a:lnTo>
                  <a:pt x="518440" y="404169"/>
                </a:lnTo>
                <a:lnTo>
                  <a:pt x="518440" y="387970"/>
                </a:lnTo>
                <a:lnTo>
                  <a:pt x="518784" y="388315"/>
                </a:lnTo>
                <a:cubicBezTo>
                  <a:pt x="518956" y="613843"/>
                  <a:pt x="519299" y="874610"/>
                  <a:pt x="519643" y="1100138"/>
                </a:cubicBezTo>
                <a:lnTo>
                  <a:pt x="519621" y="1100138"/>
                </a:lnTo>
                <a:lnTo>
                  <a:pt x="519643" y="1116337"/>
                </a:lnTo>
                <a:lnTo>
                  <a:pt x="0" y="1116337"/>
                </a:lnTo>
                <a:lnTo>
                  <a:pt x="0" y="1100138"/>
                </a:lnTo>
                <a:lnTo>
                  <a:pt x="0" y="16199"/>
                </a:lnTo>
                <a:close/>
              </a:path>
            </a:pathLst>
          </a:custGeom>
          <a:solidFill>
            <a:schemeClr val="tx1"/>
          </a:solidFill>
          <a:ln w="9525" cap="flat">
            <a:noFill/>
            <a:prstDash val="solid"/>
            <a:miter/>
          </a:ln>
        </p:spPr>
        <p:txBody>
          <a:bodyPr rtlCol="0" anchor="ctr"/>
          <a:lstStyle/>
          <a:p>
            <a:endParaRPr lang="fr-FR"/>
          </a:p>
        </p:txBody>
      </p:sp>
      <p:sp>
        <p:nvSpPr>
          <p:cNvPr id="78" name="Forme libre : forme 77">
            <a:extLst>
              <a:ext uri="{FF2B5EF4-FFF2-40B4-BE49-F238E27FC236}">
                <a16:creationId xmlns:a16="http://schemas.microsoft.com/office/drawing/2014/main" id="{E7AEC011-A592-35EE-8EA4-66ADC79963DD}"/>
              </a:ext>
            </a:extLst>
          </p:cNvPr>
          <p:cNvSpPr/>
          <p:nvPr/>
        </p:nvSpPr>
        <p:spPr>
          <a:xfrm>
            <a:off x="0" y="2678224"/>
            <a:ext cx="1100138" cy="1118234"/>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0 w 609600"/>
              <a:gd name="connsiteY4" fmla="*/ 0 h 609600"/>
              <a:gd name="connsiteX5" fmla="*/ 0 w 609600"/>
              <a:gd name="connsiteY5" fmla="*/ 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 h="609600">
                <a:moveTo>
                  <a:pt x="0" y="0"/>
                </a:moveTo>
                <a:lnTo>
                  <a:pt x="609600" y="0"/>
                </a:lnTo>
                <a:lnTo>
                  <a:pt x="609600" y="609600"/>
                </a:lnTo>
                <a:lnTo>
                  <a:pt x="0" y="609600"/>
                </a:lnTo>
                <a:lnTo>
                  <a:pt x="0" y="0"/>
                </a:lnTo>
                <a:lnTo>
                  <a:pt x="0" y="0"/>
                </a:lnTo>
                <a:close/>
              </a:path>
            </a:pathLst>
          </a:custGeom>
          <a:solidFill>
            <a:schemeClr val="tx1"/>
          </a:solidFill>
          <a:ln w="9525" cap="flat">
            <a:noFill/>
            <a:prstDash val="solid"/>
            <a:miter/>
          </a:ln>
        </p:spPr>
        <p:txBody>
          <a:bodyPr rtlCol="0" anchor="ctr"/>
          <a:lstStyle/>
          <a:p>
            <a:endParaRPr lang="fr-FR">
              <a:solidFill>
                <a:schemeClr val="bg1"/>
              </a:solidFill>
            </a:endParaRPr>
          </a:p>
        </p:txBody>
      </p:sp>
      <p:sp>
        <p:nvSpPr>
          <p:cNvPr id="79" name="Forme libre : forme 78">
            <a:extLst>
              <a:ext uri="{FF2B5EF4-FFF2-40B4-BE49-F238E27FC236}">
                <a16:creationId xmlns:a16="http://schemas.microsoft.com/office/drawing/2014/main" id="{816320D2-F99D-0397-72C3-A7234C5468EE}"/>
              </a:ext>
            </a:extLst>
          </p:cNvPr>
          <p:cNvSpPr/>
          <p:nvPr/>
        </p:nvSpPr>
        <p:spPr>
          <a:xfrm>
            <a:off x="0" y="1578086"/>
            <a:ext cx="1100138" cy="1100138"/>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Lst>
            <a:ahLst/>
            <a:cxnLst>
              <a:cxn ang="0">
                <a:pos x="connsiteX0" y="connsiteY0"/>
              </a:cxn>
              <a:cxn ang="0">
                <a:pos x="connsiteX1" y="connsiteY1"/>
              </a:cxn>
              <a:cxn ang="0">
                <a:pos x="connsiteX2" y="connsiteY2"/>
              </a:cxn>
              <a:cxn ang="0">
                <a:pos x="connsiteX3" y="connsiteY3"/>
              </a:cxn>
            </a:cxnLst>
            <a:rect l="l" t="t" r="r" b="b"/>
            <a:pathLst>
              <a:path w="609600" h="609600">
                <a:moveTo>
                  <a:pt x="0" y="0"/>
                </a:moveTo>
                <a:lnTo>
                  <a:pt x="609600" y="0"/>
                </a:lnTo>
                <a:lnTo>
                  <a:pt x="609600" y="609600"/>
                </a:lnTo>
                <a:lnTo>
                  <a:pt x="0" y="609600"/>
                </a:lnTo>
                <a:close/>
              </a:path>
            </a:pathLst>
          </a:custGeom>
          <a:solidFill>
            <a:schemeClr val="tx2"/>
          </a:solidFill>
          <a:ln w="9525" cap="flat">
            <a:noFill/>
            <a:prstDash val="solid"/>
            <a:miter/>
          </a:ln>
        </p:spPr>
        <p:txBody>
          <a:bodyPr rtlCol="0" anchor="ctr"/>
          <a:lstStyle/>
          <a:p>
            <a:endParaRPr lang="fr-FR">
              <a:solidFill>
                <a:schemeClr val="bg1"/>
              </a:solidFill>
            </a:endParaRPr>
          </a:p>
        </p:txBody>
      </p:sp>
      <p:sp>
        <p:nvSpPr>
          <p:cNvPr id="132" name="Forme libre : forme 131">
            <a:extLst>
              <a:ext uri="{FF2B5EF4-FFF2-40B4-BE49-F238E27FC236}">
                <a16:creationId xmlns:a16="http://schemas.microsoft.com/office/drawing/2014/main" id="{A7F2DB5B-8029-16B1-5FB1-22908256259F}"/>
              </a:ext>
            </a:extLst>
          </p:cNvPr>
          <p:cNvSpPr/>
          <p:nvPr userDrawn="1"/>
        </p:nvSpPr>
        <p:spPr>
          <a:xfrm>
            <a:off x="1099621" y="2675843"/>
            <a:ext cx="519643" cy="1113988"/>
          </a:xfrm>
          <a:custGeom>
            <a:avLst/>
            <a:gdLst>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33179 h 1116337"/>
              <a:gd name="connsiteX5" fmla="*/ 518440 w 519643"/>
              <a:gd name="connsiteY5" fmla="*/ 404169 h 1116337"/>
              <a:gd name="connsiteX6" fmla="*/ 518440 w 519643"/>
              <a:gd name="connsiteY6" fmla="*/ 387970 h 1116337"/>
              <a:gd name="connsiteX7" fmla="*/ 518784 w 519643"/>
              <a:gd name="connsiteY7" fmla="*/ 388315 h 1116337"/>
              <a:gd name="connsiteX8" fmla="*/ 519643 w 519643"/>
              <a:gd name="connsiteY8" fmla="*/ 1100138 h 1116337"/>
              <a:gd name="connsiteX9" fmla="*/ 519621 w 519643"/>
              <a:gd name="connsiteY9" fmla="*/ 1100138 h 1116337"/>
              <a:gd name="connsiteX10" fmla="*/ 519643 w 519643"/>
              <a:gd name="connsiteY10" fmla="*/ 1116337 h 1116337"/>
              <a:gd name="connsiteX11" fmla="*/ 0 w 519643"/>
              <a:gd name="connsiteY11" fmla="*/ 1116337 h 1116337"/>
              <a:gd name="connsiteX12" fmla="*/ 0 w 519643"/>
              <a:gd name="connsiteY12" fmla="*/ 1100138 h 1116337"/>
              <a:gd name="connsiteX13" fmla="*/ 0 w 519643"/>
              <a:gd name="connsiteY13" fmla="*/ 16199 h 1116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9643" h="1116337">
                <a:moveTo>
                  <a:pt x="0" y="0"/>
                </a:moveTo>
                <a:cubicBezTo>
                  <a:pt x="0" y="0"/>
                  <a:pt x="518097" y="389174"/>
                  <a:pt x="518097" y="389174"/>
                </a:cubicBezTo>
                <a:lnTo>
                  <a:pt x="518097" y="405373"/>
                </a:lnTo>
                <a:lnTo>
                  <a:pt x="518097" y="433179"/>
                </a:lnTo>
                <a:cubicBezTo>
                  <a:pt x="518097" y="433179"/>
                  <a:pt x="518440" y="433179"/>
                  <a:pt x="518440" y="433179"/>
                </a:cubicBezTo>
                <a:lnTo>
                  <a:pt x="518440" y="404169"/>
                </a:lnTo>
                <a:lnTo>
                  <a:pt x="518440" y="387970"/>
                </a:lnTo>
                <a:lnTo>
                  <a:pt x="518784" y="388315"/>
                </a:lnTo>
                <a:cubicBezTo>
                  <a:pt x="518956" y="613843"/>
                  <a:pt x="519299" y="874610"/>
                  <a:pt x="519643" y="1100138"/>
                </a:cubicBezTo>
                <a:lnTo>
                  <a:pt x="519621" y="1100138"/>
                </a:lnTo>
                <a:lnTo>
                  <a:pt x="519643" y="1116337"/>
                </a:lnTo>
                <a:lnTo>
                  <a:pt x="0" y="1116337"/>
                </a:lnTo>
                <a:lnTo>
                  <a:pt x="0" y="1100138"/>
                </a:lnTo>
                <a:lnTo>
                  <a:pt x="0" y="16199"/>
                </a:lnTo>
                <a:close/>
              </a:path>
            </a:pathLst>
          </a:custGeom>
          <a:solidFill>
            <a:schemeClr val="tx1"/>
          </a:solidFill>
          <a:ln w="9525" cap="flat">
            <a:noFill/>
            <a:prstDash val="solid"/>
            <a:miter/>
          </a:ln>
        </p:spPr>
        <p:txBody>
          <a:bodyPr rtlCol="0" anchor="ctr"/>
          <a:lstStyle/>
          <a:p>
            <a:endParaRPr lang="fr-FR"/>
          </a:p>
        </p:txBody>
      </p:sp>
      <p:sp>
        <p:nvSpPr>
          <p:cNvPr id="80" name="Forme libre : forme 79">
            <a:extLst>
              <a:ext uri="{FF2B5EF4-FFF2-40B4-BE49-F238E27FC236}">
                <a16:creationId xmlns:a16="http://schemas.microsoft.com/office/drawing/2014/main" id="{E227932B-E6E7-8037-CD1C-494AA6C294B1}"/>
              </a:ext>
            </a:extLst>
          </p:cNvPr>
          <p:cNvSpPr/>
          <p:nvPr/>
        </p:nvSpPr>
        <p:spPr>
          <a:xfrm>
            <a:off x="1099448" y="1587581"/>
            <a:ext cx="523203" cy="1488968"/>
          </a:xfrm>
          <a:custGeom>
            <a:avLst/>
            <a:gdLst>
              <a:gd name="connsiteX0" fmla="*/ 0 w 287274"/>
              <a:gd name="connsiteY0" fmla="*/ 609600 h 825055"/>
              <a:gd name="connsiteX1" fmla="*/ 287274 w 287274"/>
              <a:gd name="connsiteY1" fmla="*/ 825056 h 825055"/>
              <a:gd name="connsiteX2" fmla="*/ 287274 w 287274"/>
              <a:gd name="connsiteY2" fmla="*/ 432721 h 825055"/>
              <a:gd name="connsiteX3" fmla="*/ 0 w 287274"/>
              <a:gd name="connsiteY3" fmla="*/ 0 h 825055"/>
              <a:gd name="connsiteX4" fmla="*/ 0 w 287274"/>
              <a:gd name="connsiteY4" fmla="*/ 609600 h 825055"/>
              <a:gd name="connsiteX0" fmla="*/ 0 w 287274"/>
              <a:gd name="connsiteY0" fmla="*/ 609600 h 825056"/>
              <a:gd name="connsiteX1" fmla="*/ 287274 w 287274"/>
              <a:gd name="connsiteY1" fmla="*/ 825056 h 825056"/>
              <a:gd name="connsiteX2" fmla="*/ 262204 w 287274"/>
              <a:gd name="connsiteY2" fmla="*/ 455152 h 825056"/>
              <a:gd name="connsiteX3" fmla="*/ 0 w 287274"/>
              <a:gd name="connsiteY3" fmla="*/ 0 h 825056"/>
              <a:gd name="connsiteX4" fmla="*/ 0 w 287274"/>
              <a:gd name="connsiteY4" fmla="*/ 609600 h 825056"/>
              <a:gd name="connsiteX0" fmla="*/ 0 w 289913"/>
              <a:gd name="connsiteY0" fmla="*/ 609600 h 825056"/>
              <a:gd name="connsiteX1" fmla="*/ 287274 w 289913"/>
              <a:gd name="connsiteY1" fmla="*/ 825056 h 825056"/>
              <a:gd name="connsiteX2" fmla="*/ 289913 w 289913"/>
              <a:gd name="connsiteY2" fmla="*/ 427443 h 825056"/>
              <a:gd name="connsiteX3" fmla="*/ 0 w 289913"/>
              <a:gd name="connsiteY3" fmla="*/ 0 h 825056"/>
              <a:gd name="connsiteX4" fmla="*/ 0 w 289913"/>
              <a:gd name="connsiteY4" fmla="*/ 609600 h 825056"/>
              <a:gd name="connsiteX0" fmla="*/ 0 w 289913"/>
              <a:gd name="connsiteY0" fmla="*/ 606961 h 825056"/>
              <a:gd name="connsiteX1" fmla="*/ 287274 w 289913"/>
              <a:gd name="connsiteY1" fmla="*/ 825056 h 825056"/>
              <a:gd name="connsiteX2" fmla="*/ 289913 w 289913"/>
              <a:gd name="connsiteY2" fmla="*/ 427443 h 825056"/>
              <a:gd name="connsiteX3" fmla="*/ 0 w 289913"/>
              <a:gd name="connsiteY3" fmla="*/ 0 h 825056"/>
              <a:gd name="connsiteX4" fmla="*/ 0 w 289913"/>
              <a:gd name="connsiteY4" fmla="*/ 606961 h 825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913" h="825056">
                <a:moveTo>
                  <a:pt x="0" y="606961"/>
                </a:moveTo>
                <a:lnTo>
                  <a:pt x="287274" y="825056"/>
                </a:lnTo>
                <a:cubicBezTo>
                  <a:pt x="288154" y="692518"/>
                  <a:pt x="289033" y="559981"/>
                  <a:pt x="289913" y="427443"/>
                </a:cubicBezTo>
                <a:lnTo>
                  <a:pt x="0" y="0"/>
                </a:lnTo>
                <a:lnTo>
                  <a:pt x="0" y="606961"/>
                </a:lnTo>
                <a:close/>
              </a:path>
            </a:pathLst>
          </a:custGeom>
          <a:solidFill>
            <a:schemeClr val="tx2"/>
          </a:solidFill>
          <a:ln w="9525" cap="flat">
            <a:noFill/>
            <a:prstDash val="solid"/>
            <a:miter/>
          </a:ln>
        </p:spPr>
        <p:txBody>
          <a:bodyPr rtlCol="0" anchor="ctr"/>
          <a:lstStyle/>
          <a:p>
            <a:endParaRPr lang="fr-FR"/>
          </a:p>
        </p:txBody>
      </p:sp>
      <p:sp>
        <p:nvSpPr>
          <p:cNvPr id="139" name="Forme libre : forme 138">
            <a:extLst>
              <a:ext uri="{FF2B5EF4-FFF2-40B4-BE49-F238E27FC236}">
                <a16:creationId xmlns:a16="http://schemas.microsoft.com/office/drawing/2014/main" id="{9F46DF9C-95DF-EA6F-A5C8-B3F63E713B1D}"/>
              </a:ext>
            </a:extLst>
          </p:cNvPr>
          <p:cNvSpPr/>
          <p:nvPr/>
        </p:nvSpPr>
        <p:spPr>
          <a:xfrm flipV="1">
            <a:off x="0" y="4911031"/>
            <a:ext cx="1100138" cy="1100138"/>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Lst>
            <a:ahLst/>
            <a:cxnLst>
              <a:cxn ang="0">
                <a:pos x="connsiteX0" y="connsiteY0"/>
              </a:cxn>
              <a:cxn ang="0">
                <a:pos x="connsiteX1" y="connsiteY1"/>
              </a:cxn>
              <a:cxn ang="0">
                <a:pos x="connsiteX2" y="connsiteY2"/>
              </a:cxn>
              <a:cxn ang="0">
                <a:pos x="connsiteX3" y="connsiteY3"/>
              </a:cxn>
            </a:cxnLst>
            <a:rect l="l" t="t" r="r" b="b"/>
            <a:pathLst>
              <a:path w="609600" h="609600">
                <a:moveTo>
                  <a:pt x="0" y="0"/>
                </a:moveTo>
                <a:lnTo>
                  <a:pt x="609600" y="0"/>
                </a:lnTo>
                <a:lnTo>
                  <a:pt x="609600" y="609600"/>
                </a:lnTo>
                <a:lnTo>
                  <a:pt x="0" y="609600"/>
                </a:lnTo>
                <a:close/>
              </a:path>
            </a:pathLst>
          </a:custGeom>
          <a:solidFill>
            <a:schemeClr val="accent4"/>
          </a:solidFill>
          <a:ln w="9525" cap="flat">
            <a:noFill/>
            <a:prstDash val="solid"/>
            <a:miter/>
          </a:ln>
        </p:spPr>
        <p:txBody>
          <a:bodyPr rtlCol="0" anchor="ctr"/>
          <a:lstStyle/>
          <a:p>
            <a:endParaRPr lang="fr-FR">
              <a:solidFill>
                <a:schemeClr val="bg1"/>
              </a:solidFill>
            </a:endParaRPr>
          </a:p>
        </p:txBody>
      </p:sp>
      <p:sp>
        <p:nvSpPr>
          <p:cNvPr id="141" name="Forme libre : forme 140">
            <a:extLst>
              <a:ext uri="{FF2B5EF4-FFF2-40B4-BE49-F238E27FC236}">
                <a16:creationId xmlns:a16="http://schemas.microsoft.com/office/drawing/2014/main" id="{52AEB4B6-A715-0DB4-D54D-5364363E02C3}"/>
              </a:ext>
            </a:extLst>
          </p:cNvPr>
          <p:cNvSpPr/>
          <p:nvPr/>
        </p:nvSpPr>
        <p:spPr>
          <a:xfrm flipV="1">
            <a:off x="1099448" y="4512706"/>
            <a:ext cx="523203" cy="1488968"/>
          </a:xfrm>
          <a:custGeom>
            <a:avLst/>
            <a:gdLst>
              <a:gd name="connsiteX0" fmla="*/ 0 w 287274"/>
              <a:gd name="connsiteY0" fmla="*/ 609600 h 825055"/>
              <a:gd name="connsiteX1" fmla="*/ 287274 w 287274"/>
              <a:gd name="connsiteY1" fmla="*/ 825056 h 825055"/>
              <a:gd name="connsiteX2" fmla="*/ 287274 w 287274"/>
              <a:gd name="connsiteY2" fmla="*/ 432721 h 825055"/>
              <a:gd name="connsiteX3" fmla="*/ 0 w 287274"/>
              <a:gd name="connsiteY3" fmla="*/ 0 h 825055"/>
              <a:gd name="connsiteX4" fmla="*/ 0 w 287274"/>
              <a:gd name="connsiteY4" fmla="*/ 609600 h 825055"/>
              <a:gd name="connsiteX0" fmla="*/ 0 w 287274"/>
              <a:gd name="connsiteY0" fmla="*/ 609600 h 825056"/>
              <a:gd name="connsiteX1" fmla="*/ 287274 w 287274"/>
              <a:gd name="connsiteY1" fmla="*/ 825056 h 825056"/>
              <a:gd name="connsiteX2" fmla="*/ 262204 w 287274"/>
              <a:gd name="connsiteY2" fmla="*/ 455152 h 825056"/>
              <a:gd name="connsiteX3" fmla="*/ 0 w 287274"/>
              <a:gd name="connsiteY3" fmla="*/ 0 h 825056"/>
              <a:gd name="connsiteX4" fmla="*/ 0 w 287274"/>
              <a:gd name="connsiteY4" fmla="*/ 609600 h 825056"/>
              <a:gd name="connsiteX0" fmla="*/ 0 w 289913"/>
              <a:gd name="connsiteY0" fmla="*/ 609600 h 825056"/>
              <a:gd name="connsiteX1" fmla="*/ 287274 w 289913"/>
              <a:gd name="connsiteY1" fmla="*/ 825056 h 825056"/>
              <a:gd name="connsiteX2" fmla="*/ 289913 w 289913"/>
              <a:gd name="connsiteY2" fmla="*/ 427443 h 825056"/>
              <a:gd name="connsiteX3" fmla="*/ 0 w 289913"/>
              <a:gd name="connsiteY3" fmla="*/ 0 h 825056"/>
              <a:gd name="connsiteX4" fmla="*/ 0 w 289913"/>
              <a:gd name="connsiteY4" fmla="*/ 609600 h 825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913" h="825056">
                <a:moveTo>
                  <a:pt x="0" y="609600"/>
                </a:moveTo>
                <a:lnTo>
                  <a:pt x="287274" y="825056"/>
                </a:lnTo>
                <a:cubicBezTo>
                  <a:pt x="288154" y="692518"/>
                  <a:pt x="289033" y="559981"/>
                  <a:pt x="289913" y="427443"/>
                </a:cubicBezTo>
                <a:lnTo>
                  <a:pt x="0" y="0"/>
                </a:lnTo>
                <a:lnTo>
                  <a:pt x="0" y="609600"/>
                </a:lnTo>
                <a:close/>
              </a:path>
            </a:pathLst>
          </a:custGeom>
          <a:solidFill>
            <a:schemeClr val="accent4"/>
          </a:solidFill>
          <a:ln w="9525" cap="flat">
            <a:noFill/>
            <a:prstDash val="solid"/>
            <a:miter/>
          </a:ln>
        </p:spPr>
        <p:txBody>
          <a:bodyPr rtlCol="0" anchor="ctr"/>
          <a:lstStyle/>
          <a:p>
            <a:endParaRPr lang="fr-FR"/>
          </a:p>
        </p:txBody>
      </p:sp>
      <p:sp>
        <p:nvSpPr>
          <p:cNvPr id="97" name="Graphique 95">
            <a:extLst>
              <a:ext uri="{FF2B5EF4-FFF2-40B4-BE49-F238E27FC236}">
                <a16:creationId xmlns:a16="http://schemas.microsoft.com/office/drawing/2014/main" id="{DB63371F-DACA-E8BF-FE0B-E20E90846F02}"/>
              </a:ext>
            </a:extLst>
          </p:cNvPr>
          <p:cNvSpPr/>
          <p:nvPr userDrawn="1"/>
        </p:nvSpPr>
        <p:spPr>
          <a:xfrm>
            <a:off x="2528406" y="1536699"/>
            <a:ext cx="2126143" cy="4527551"/>
          </a:xfrm>
          <a:prstGeom prst="roundRect">
            <a:avLst>
              <a:gd name="adj" fmla="val 12187"/>
            </a:avLst>
          </a:prstGeom>
          <a:noFill/>
          <a:ln w="50800" cap="flat">
            <a:solidFill>
              <a:srgbClr val="000000"/>
            </a:solidFill>
            <a:prstDash val="solid"/>
            <a:miter/>
          </a:ln>
        </p:spPr>
        <p:txBody>
          <a:bodyPr rtlCol="0" anchor="ctr"/>
          <a:lstStyle/>
          <a:p>
            <a:endParaRPr lang="fr-FR"/>
          </a:p>
        </p:txBody>
      </p:sp>
      <p:sp>
        <p:nvSpPr>
          <p:cNvPr id="2" name="Titre 1">
            <a:extLst>
              <a:ext uri="{FF2B5EF4-FFF2-40B4-BE49-F238E27FC236}">
                <a16:creationId xmlns:a16="http://schemas.microsoft.com/office/drawing/2014/main" id="{0B3E612B-7586-F068-5191-7BA08DB66C09}"/>
              </a:ext>
            </a:extLst>
          </p:cNvPr>
          <p:cNvSpPr>
            <a:spLocks noGrp="1"/>
          </p:cNvSpPr>
          <p:nvPr userDrawn="1">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userDrawn="1">
            <p:ph type="sldNum" sz="quarter" idx="11"/>
          </p:nvPr>
        </p:nvSpPr>
        <p:spPr>
          <a:xfrm>
            <a:off x="9220776" y="6380372"/>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userDrawn="1">
            <p:ph type="body" sz="quarter" idx="13" hasCustomPrompt="1"/>
          </p:nvPr>
        </p:nvSpPr>
        <p:spPr>
          <a:xfrm>
            <a:off x="731837" y="966302"/>
            <a:ext cx="10953217" cy="313932"/>
          </a:xfrm>
        </p:spPr>
        <p:txBody>
          <a:bodyPr wrap="square">
            <a:spAutoFit/>
          </a:bodyPr>
          <a:lstStyle>
            <a:lvl1pPr marL="0" indent="0">
              <a:buNone/>
              <a:defRPr b="0"/>
            </a:lvl1pPr>
          </a:lstStyle>
          <a:p>
            <a:pPr lvl="0"/>
            <a:r>
              <a:rPr lang="fr-FR"/>
              <a:t>Subtitle of the slide</a:t>
            </a:r>
            <a:endParaRPr lang="fr-FR" dirty="0"/>
          </a:p>
        </p:txBody>
      </p:sp>
      <p:sp>
        <p:nvSpPr>
          <p:cNvPr id="6" name="Freeform 1">
            <a:extLst>
              <a:ext uri="{FF2B5EF4-FFF2-40B4-BE49-F238E27FC236}">
                <a16:creationId xmlns:a16="http://schemas.microsoft.com/office/drawing/2014/main" id="{63F3B991-24DB-2232-1DA6-8C338B51702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sp>
        <p:nvSpPr>
          <p:cNvPr id="114" name="Espace réservé du texte 5">
            <a:extLst>
              <a:ext uri="{FF2B5EF4-FFF2-40B4-BE49-F238E27FC236}">
                <a16:creationId xmlns:a16="http://schemas.microsoft.com/office/drawing/2014/main" id="{CCD73C40-2C29-45B1-3875-AAEDE37FCB66}"/>
              </a:ext>
            </a:extLst>
          </p:cNvPr>
          <p:cNvSpPr>
            <a:spLocks noGrp="1"/>
          </p:cNvSpPr>
          <p:nvPr userDrawn="1">
            <p:ph type="body" sz="quarter" idx="27" hasCustomPrompt="1"/>
          </p:nvPr>
        </p:nvSpPr>
        <p:spPr>
          <a:xfrm>
            <a:off x="4854269" y="2358840"/>
            <a:ext cx="5614566" cy="720000"/>
          </a:xfrm>
          <a:solidFill>
            <a:schemeClr val="tx2"/>
          </a:solidFill>
        </p:spPr>
        <p:txBody>
          <a:bodyPr anchor="ctr">
            <a:normAutofit/>
          </a:bodyPr>
          <a:lstStyle>
            <a:lvl2pPr marL="85725" indent="-85725" algn="l">
              <a:buFont typeface="Source Sans Pro" panose="020B0503030403020204" pitchFamily="34" charset="0"/>
              <a:buChar char=" "/>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Click here to add your 01 level text</a:t>
            </a:r>
          </a:p>
          <a:p>
            <a:pPr lvl="2"/>
            <a:r>
              <a:rPr lang="fr-FR"/>
              <a:t>Click here to add your 02 level text</a:t>
            </a:r>
            <a:endParaRPr lang="en-US" dirty="0"/>
          </a:p>
        </p:txBody>
      </p:sp>
      <p:sp>
        <p:nvSpPr>
          <p:cNvPr id="115" name="Espace réservé du texte 5">
            <a:extLst>
              <a:ext uri="{FF2B5EF4-FFF2-40B4-BE49-F238E27FC236}">
                <a16:creationId xmlns:a16="http://schemas.microsoft.com/office/drawing/2014/main" id="{C86A0CF1-84DD-0B51-C0B5-394523C7DD6F}"/>
              </a:ext>
            </a:extLst>
          </p:cNvPr>
          <p:cNvSpPr>
            <a:spLocks noGrp="1"/>
          </p:cNvSpPr>
          <p:nvPr userDrawn="1">
            <p:ph type="body" sz="quarter" idx="28" hasCustomPrompt="1"/>
          </p:nvPr>
        </p:nvSpPr>
        <p:spPr>
          <a:xfrm>
            <a:off x="4854269" y="3076458"/>
            <a:ext cx="5212244" cy="720000"/>
          </a:xfrm>
          <a:solidFill>
            <a:schemeClr val="tx1"/>
          </a:solidFill>
        </p:spPr>
        <p:txBody>
          <a:bodyPr anchor="ctr">
            <a:normAutofit/>
          </a:bodyPr>
          <a:lstStyle>
            <a:lvl2pPr marL="85725" indent="-85725" algn="l">
              <a:buFont typeface="Source Sans Pro" panose="020B0503030403020204" pitchFamily="34" charset="0"/>
              <a:buChar char=" "/>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Click here to add your 01 level text</a:t>
            </a:r>
          </a:p>
          <a:p>
            <a:pPr lvl="2"/>
            <a:r>
              <a:rPr lang="fr-FR"/>
              <a:t>Click here to add your 02 level text</a:t>
            </a:r>
            <a:endParaRPr lang="en-US" dirty="0"/>
          </a:p>
        </p:txBody>
      </p:sp>
      <p:sp>
        <p:nvSpPr>
          <p:cNvPr id="116" name="Espace réservé du texte 5">
            <a:extLst>
              <a:ext uri="{FF2B5EF4-FFF2-40B4-BE49-F238E27FC236}">
                <a16:creationId xmlns:a16="http://schemas.microsoft.com/office/drawing/2014/main" id="{2D0CF8CE-E54C-02D6-531D-AAD34E487F9F}"/>
              </a:ext>
            </a:extLst>
          </p:cNvPr>
          <p:cNvSpPr>
            <a:spLocks noGrp="1"/>
          </p:cNvSpPr>
          <p:nvPr userDrawn="1">
            <p:ph type="body" sz="quarter" idx="29" hasCustomPrompt="1"/>
          </p:nvPr>
        </p:nvSpPr>
        <p:spPr>
          <a:xfrm>
            <a:off x="4854269" y="3792797"/>
            <a:ext cx="3856431" cy="720000"/>
          </a:xfrm>
          <a:solidFill>
            <a:schemeClr val="accent3"/>
          </a:solidFill>
        </p:spPr>
        <p:txBody>
          <a:bodyPr anchor="ctr">
            <a:normAutofit/>
          </a:bodyPr>
          <a:lstStyle>
            <a:lvl2pPr marL="85725" indent="-85725" algn="l">
              <a:buFont typeface="Source Sans Pro" panose="020B0503030403020204" pitchFamily="34" charset="0"/>
              <a:buChar char=" "/>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Click here to add your 01 level text</a:t>
            </a:r>
          </a:p>
          <a:p>
            <a:pPr lvl="2"/>
            <a:r>
              <a:rPr lang="fr-FR"/>
              <a:t>Click here to add your 02 level text</a:t>
            </a:r>
            <a:endParaRPr lang="en-US" dirty="0"/>
          </a:p>
        </p:txBody>
      </p:sp>
      <p:sp>
        <p:nvSpPr>
          <p:cNvPr id="117" name="Espace réservé du texte 5">
            <a:extLst>
              <a:ext uri="{FF2B5EF4-FFF2-40B4-BE49-F238E27FC236}">
                <a16:creationId xmlns:a16="http://schemas.microsoft.com/office/drawing/2014/main" id="{99F0FE81-CFC3-1C96-2673-4D549B504F41}"/>
              </a:ext>
            </a:extLst>
          </p:cNvPr>
          <p:cNvSpPr>
            <a:spLocks noGrp="1"/>
          </p:cNvSpPr>
          <p:nvPr userDrawn="1">
            <p:ph type="body" sz="quarter" idx="30" hasCustomPrompt="1"/>
          </p:nvPr>
        </p:nvSpPr>
        <p:spPr>
          <a:xfrm>
            <a:off x="4854270" y="4512708"/>
            <a:ext cx="3530300" cy="720000"/>
          </a:xfrm>
          <a:solidFill>
            <a:schemeClr val="accent4"/>
          </a:solidFill>
        </p:spPr>
        <p:txBody>
          <a:bodyPr anchor="ctr">
            <a:normAutofit/>
          </a:bodyPr>
          <a:lstStyle>
            <a:lvl2pPr marL="85725" indent="-85725" algn="l">
              <a:buFont typeface="Source Sans Pro" panose="020B0503030403020204" pitchFamily="34" charset="0"/>
              <a:buChar char=" "/>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Click here to add your 01 level text</a:t>
            </a:r>
          </a:p>
          <a:p>
            <a:pPr lvl="2"/>
            <a:r>
              <a:rPr lang="fr-FR"/>
              <a:t>Click here to add your 02 level text</a:t>
            </a:r>
            <a:endParaRPr lang="en-US" dirty="0"/>
          </a:p>
        </p:txBody>
      </p:sp>
      <p:sp>
        <p:nvSpPr>
          <p:cNvPr id="153" name="Forme libre : forme 152">
            <a:extLst>
              <a:ext uri="{FF2B5EF4-FFF2-40B4-BE49-F238E27FC236}">
                <a16:creationId xmlns:a16="http://schemas.microsoft.com/office/drawing/2014/main" id="{B57F35F7-8DEC-943D-FFE6-69F0845D732D}"/>
              </a:ext>
            </a:extLst>
          </p:cNvPr>
          <p:cNvSpPr/>
          <p:nvPr userDrawn="1"/>
        </p:nvSpPr>
        <p:spPr>
          <a:xfrm>
            <a:off x="1099448" y="1587581"/>
            <a:ext cx="523203" cy="4414093"/>
          </a:xfrm>
          <a:custGeom>
            <a:avLst/>
            <a:gdLst>
              <a:gd name="connsiteX0" fmla="*/ 0 w 523203"/>
              <a:gd name="connsiteY0" fmla="*/ 0 h 4414093"/>
              <a:gd name="connsiteX1" fmla="*/ 523203 w 523203"/>
              <a:gd name="connsiteY1" fmla="*/ 771401 h 4414093"/>
              <a:gd name="connsiteX2" fmla="*/ 519126 w 523203"/>
              <a:gd name="connsiteY2" fmla="*/ 1385565 h 4414093"/>
              <a:gd name="connsiteX3" fmla="*/ 519537 w 523203"/>
              <a:gd name="connsiteY3" fmla="*/ 1724992 h 4414093"/>
              <a:gd name="connsiteX4" fmla="*/ 519816 w 523203"/>
              <a:gd name="connsiteY4" fmla="*/ 1724992 h 4414093"/>
              <a:gd name="connsiteX5" fmla="*/ 519794 w 523203"/>
              <a:gd name="connsiteY5" fmla="*/ 1741157 h 4414093"/>
              <a:gd name="connsiteX6" fmla="*/ 519816 w 523203"/>
              <a:gd name="connsiteY6" fmla="*/ 1741157 h 4414093"/>
              <a:gd name="connsiteX7" fmla="*/ 519649 w 523203"/>
              <a:gd name="connsiteY7" fmla="*/ 1817425 h 4414093"/>
              <a:gd name="connsiteX8" fmla="*/ 519816 w 523203"/>
              <a:gd name="connsiteY8" fmla="*/ 1955840 h 4414093"/>
              <a:gd name="connsiteX9" fmla="*/ 519794 w 523203"/>
              <a:gd name="connsiteY9" fmla="*/ 1955840 h 4414093"/>
              <a:gd name="connsiteX10" fmla="*/ 519816 w 523203"/>
              <a:gd name="connsiteY10" fmla="*/ 1972005 h 4414093"/>
              <a:gd name="connsiteX11" fmla="*/ 519557 w 523203"/>
              <a:gd name="connsiteY11" fmla="*/ 1972005 h 4414093"/>
              <a:gd name="connsiteX12" fmla="*/ 519816 w 523203"/>
              <a:gd name="connsiteY12" fmla="*/ 2186085 h 4414093"/>
              <a:gd name="connsiteX13" fmla="*/ 519794 w 523203"/>
              <a:gd name="connsiteY13" fmla="*/ 2186085 h 4414093"/>
              <a:gd name="connsiteX14" fmla="*/ 519816 w 523203"/>
              <a:gd name="connsiteY14" fmla="*/ 2202250 h 4414093"/>
              <a:gd name="connsiteX15" fmla="*/ 519646 w 523203"/>
              <a:gd name="connsiteY15" fmla="*/ 2202250 h 4414093"/>
              <a:gd name="connsiteX16" fmla="*/ 519650 w 523203"/>
              <a:gd name="connsiteY16" fmla="*/ 2205216 h 4414093"/>
              <a:gd name="connsiteX17" fmla="*/ 519816 w 523203"/>
              <a:gd name="connsiteY17" fmla="*/ 2205216 h 4414093"/>
              <a:gd name="connsiteX18" fmla="*/ 519794 w 523203"/>
              <a:gd name="connsiteY18" fmla="*/ 2221381 h 4414093"/>
              <a:gd name="connsiteX19" fmla="*/ 519816 w 523203"/>
              <a:gd name="connsiteY19" fmla="*/ 2221381 h 4414093"/>
              <a:gd name="connsiteX20" fmla="*/ 519728 w 523203"/>
              <a:gd name="connsiteY20" fmla="*/ 2261336 h 4414093"/>
              <a:gd name="connsiteX21" fmla="*/ 519816 w 523203"/>
              <a:gd name="connsiteY21" fmla="*/ 2324231 h 4414093"/>
              <a:gd name="connsiteX22" fmla="*/ 519794 w 523203"/>
              <a:gd name="connsiteY22" fmla="*/ 2324231 h 4414093"/>
              <a:gd name="connsiteX23" fmla="*/ 519816 w 523203"/>
              <a:gd name="connsiteY23" fmla="*/ 2340396 h 4414093"/>
              <a:gd name="connsiteX24" fmla="*/ 519555 w 523203"/>
              <a:gd name="connsiteY24" fmla="*/ 2340396 h 4414093"/>
              <a:gd name="connsiteX25" fmla="*/ 519043 w 523203"/>
              <a:gd name="connsiteY25" fmla="*/ 2573607 h 4414093"/>
              <a:gd name="connsiteX26" fmla="*/ 519816 w 523203"/>
              <a:gd name="connsiteY26" fmla="*/ 2573607 h 4414093"/>
              <a:gd name="connsiteX27" fmla="*/ 519794 w 523203"/>
              <a:gd name="connsiteY27" fmla="*/ 2589772 h 4414093"/>
              <a:gd name="connsiteX28" fmla="*/ 519816 w 523203"/>
              <a:gd name="connsiteY28" fmla="*/ 2589772 h 4414093"/>
              <a:gd name="connsiteX29" fmla="*/ 518921 w 523203"/>
              <a:gd name="connsiteY29" fmla="*/ 2997626 h 4414093"/>
              <a:gd name="connsiteX30" fmla="*/ 523203 w 523203"/>
              <a:gd name="connsiteY30" fmla="*/ 3642692 h 4414093"/>
              <a:gd name="connsiteX31" fmla="*/ 0 w 523203"/>
              <a:gd name="connsiteY31" fmla="*/ 4414093 h 4414093"/>
              <a:gd name="connsiteX32" fmla="*/ 0 w 523203"/>
              <a:gd name="connsiteY32" fmla="*/ 3313956 h 4414093"/>
              <a:gd name="connsiteX33" fmla="*/ 173 w 523203"/>
              <a:gd name="connsiteY33" fmla="*/ 3313826 h 4414093"/>
              <a:gd name="connsiteX34" fmla="*/ 173 w 523203"/>
              <a:gd name="connsiteY34" fmla="*/ 2838980 h 4414093"/>
              <a:gd name="connsiteX35" fmla="*/ 173 w 523203"/>
              <a:gd name="connsiteY35" fmla="*/ 2589772 h 4414093"/>
              <a:gd name="connsiteX36" fmla="*/ 173 w 523203"/>
              <a:gd name="connsiteY36" fmla="*/ 2573607 h 4414093"/>
              <a:gd name="connsiteX37" fmla="*/ 173 w 523203"/>
              <a:gd name="connsiteY37" fmla="*/ 2340396 h 4414093"/>
              <a:gd name="connsiteX38" fmla="*/ 173 w 523203"/>
              <a:gd name="connsiteY38" fmla="*/ 2324231 h 4414093"/>
              <a:gd name="connsiteX39" fmla="*/ 173 w 523203"/>
              <a:gd name="connsiteY39" fmla="*/ 2221381 h 4414093"/>
              <a:gd name="connsiteX40" fmla="*/ 173 w 523203"/>
              <a:gd name="connsiteY40" fmla="*/ 2205216 h 4414093"/>
              <a:gd name="connsiteX41" fmla="*/ 173 w 523203"/>
              <a:gd name="connsiteY41" fmla="*/ 2202250 h 4414093"/>
              <a:gd name="connsiteX42" fmla="*/ 173 w 523203"/>
              <a:gd name="connsiteY42" fmla="*/ 2186085 h 4414093"/>
              <a:gd name="connsiteX43" fmla="*/ 173 w 523203"/>
              <a:gd name="connsiteY43" fmla="*/ 1972005 h 4414093"/>
              <a:gd name="connsiteX44" fmla="*/ 173 w 523203"/>
              <a:gd name="connsiteY44" fmla="*/ 1955840 h 4414093"/>
              <a:gd name="connsiteX45" fmla="*/ 173 w 523203"/>
              <a:gd name="connsiteY45" fmla="*/ 1741157 h 4414093"/>
              <a:gd name="connsiteX46" fmla="*/ 173 w 523203"/>
              <a:gd name="connsiteY46" fmla="*/ 1724992 h 4414093"/>
              <a:gd name="connsiteX47" fmla="*/ 173 w 523203"/>
              <a:gd name="connsiteY47" fmla="*/ 1242573 h 4414093"/>
              <a:gd name="connsiteX48" fmla="*/ 173 w 523203"/>
              <a:gd name="connsiteY48" fmla="*/ 1226408 h 4414093"/>
              <a:gd name="connsiteX49" fmla="*/ 173 w 523203"/>
              <a:gd name="connsiteY49" fmla="*/ 1104427 h 4414093"/>
              <a:gd name="connsiteX50" fmla="*/ 173 w 523203"/>
              <a:gd name="connsiteY50" fmla="*/ 1095506 h 4414093"/>
              <a:gd name="connsiteX51" fmla="*/ 0 w 523203"/>
              <a:gd name="connsiteY51" fmla="*/ 1095375 h 4414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3203" h="4414093">
                <a:moveTo>
                  <a:pt x="0" y="0"/>
                </a:moveTo>
                <a:lnTo>
                  <a:pt x="523203" y="771401"/>
                </a:lnTo>
                <a:lnTo>
                  <a:pt x="519126" y="1385565"/>
                </a:lnTo>
                <a:lnTo>
                  <a:pt x="519537" y="1724992"/>
                </a:lnTo>
                <a:lnTo>
                  <a:pt x="519816" y="1724992"/>
                </a:lnTo>
                <a:cubicBezTo>
                  <a:pt x="519809" y="1730381"/>
                  <a:pt x="519801" y="1735768"/>
                  <a:pt x="519794" y="1741157"/>
                </a:cubicBezTo>
                <a:lnTo>
                  <a:pt x="519816" y="1741157"/>
                </a:lnTo>
                <a:lnTo>
                  <a:pt x="519649" y="1817425"/>
                </a:lnTo>
                <a:lnTo>
                  <a:pt x="519816" y="1955840"/>
                </a:lnTo>
                <a:lnTo>
                  <a:pt x="519794" y="1955840"/>
                </a:lnTo>
                <a:lnTo>
                  <a:pt x="519816" y="1972005"/>
                </a:lnTo>
                <a:lnTo>
                  <a:pt x="519557" y="1972005"/>
                </a:lnTo>
                <a:lnTo>
                  <a:pt x="519816" y="2186085"/>
                </a:lnTo>
                <a:lnTo>
                  <a:pt x="519794" y="2186085"/>
                </a:lnTo>
                <a:lnTo>
                  <a:pt x="519816" y="2202250"/>
                </a:lnTo>
                <a:lnTo>
                  <a:pt x="519646" y="2202250"/>
                </a:lnTo>
                <a:lnTo>
                  <a:pt x="519650" y="2205216"/>
                </a:lnTo>
                <a:lnTo>
                  <a:pt x="519816" y="2205216"/>
                </a:lnTo>
                <a:cubicBezTo>
                  <a:pt x="519809" y="2210605"/>
                  <a:pt x="519801" y="2215992"/>
                  <a:pt x="519794" y="2221381"/>
                </a:cubicBezTo>
                <a:lnTo>
                  <a:pt x="519816" y="2221381"/>
                </a:lnTo>
                <a:lnTo>
                  <a:pt x="519728" y="2261336"/>
                </a:lnTo>
                <a:lnTo>
                  <a:pt x="519816" y="2324231"/>
                </a:lnTo>
                <a:lnTo>
                  <a:pt x="519794" y="2324231"/>
                </a:lnTo>
                <a:lnTo>
                  <a:pt x="519816" y="2340396"/>
                </a:lnTo>
                <a:lnTo>
                  <a:pt x="519555" y="2340396"/>
                </a:lnTo>
                <a:lnTo>
                  <a:pt x="519043" y="2573607"/>
                </a:lnTo>
                <a:lnTo>
                  <a:pt x="519816" y="2573607"/>
                </a:lnTo>
                <a:cubicBezTo>
                  <a:pt x="519809" y="2578996"/>
                  <a:pt x="519801" y="2584383"/>
                  <a:pt x="519794" y="2589772"/>
                </a:cubicBezTo>
                <a:lnTo>
                  <a:pt x="519816" y="2589772"/>
                </a:lnTo>
                <a:lnTo>
                  <a:pt x="518921" y="2997626"/>
                </a:lnTo>
                <a:lnTo>
                  <a:pt x="523203" y="3642692"/>
                </a:lnTo>
                <a:lnTo>
                  <a:pt x="0" y="4414093"/>
                </a:lnTo>
                <a:lnTo>
                  <a:pt x="0" y="3313956"/>
                </a:lnTo>
                <a:lnTo>
                  <a:pt x="173" y="3313826"/>
                </a:lnTo>
                <a:lnTo>
                  <a:pt x="173" y="2838980"/>
                </a:lnTo>
                <a:lnTo>
                  <a:pt x="173" y="2589772"/>
                </a:lnTo>
                <a:lnTo>
                  <a:pt x="173" y="2573607"/>
                </a:lnTo>
                <a:lnTo>
                  <a:pt x="173" y="2340396"/>
                </a:lnTo>
                <a:lnTo>
                  <a:pt x="173" y="2324231"/>
                </a:lnTo>
                <a:lnTo>
                  <a:pt x="173" y="2221381"/>
                </a:lnTo>
                <a:lnTo>
                  <a:pt x="173" y="2205216"/>
                </a:lnTo>
                <a:lnTo>
                  <a:pt x="173" y="2202250"/>
                </a:lnTo>
                <a:lnTo>
                  <a:pt x="173" y="2186085"/>
                </a:lnTo>
                <a:lnTo>
                  <a:pt x="173" y="1972005"/>
                </a:lnTo>
                <a:lnTo>
                  <a:pt x="173" y="1955840"/>
                </a:lnTo>
                <a:lnTo>
                  <a:pt x="173" y="1741157"/>
                </a:lnTo>
                <a:lnTo>
                  <a:pt x="173" y="1724992"/>
                </a:lnTo>
                <a:lnTo>
                  <a:pt x="173" y="1242573"/>
                </a:lnTo>
                <a:lnTo>
                  <a:pt x="173" y="1226408"/>
                </a:lnTo>
                <a:lnTo>
                  <a:pt x="173" y="1104427"/>
                </a:lnTo>
                <a:lnTo>
                  <a:pt x="173" y="1095506"/>
                </a:lnTo>
                <a:lnTo>
                  <a:pt x="0" y="1095375"/>
                </a:lnTo>
                <a:close/>
              </a:path>
            </a:pathLst>
          </a:custGeom>
          <a:solidFill>
            <a:srgbClr val="000000">
              <a:alpha val="17000"/>
            </a:srgb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fr-FR"/>
          </a:p>
        </p:txBody>
      </p:sp>
      <p:sp>
        <p:nvSpPr>
          <p:cNvPr id="157" name="Espace réservé pour une image  156">
            <a:extLst>
              <a:ext uri="{FF2B5EF4-FFF2-40B4-BE49-F238E27FC236}">
                <a16:creationId xmlns:a16="http://schemas.microsoft.com/office/drawing/2014/main" id="{8528845B-0C4E-DC2A-3CAF-8553F69D0F28}"/>
              </a:ext>
            </a:extLst>
          </p:cNvPr>
          <p:cNvSpPr>
            <a:spLocks noGrp="1"/>
          </p:cNvSpPr>
          <p:nvPr>
            <p:ph type="pic" sz="quarter" idx="18" hasCustomPrompt="1"/>
          </p:nvPr>
        </p:nvSpPr>
        <p:spPr>
          <a:xfrm>
            <a:off x="2557463" y="1566863"/>
            <a:ext cx="2076450" cy="4471987"/>
          </a:xfrm>
          <a:custGeom>
            <a:avLst/>
            <a:gdLst>
              <a:gd name="connsiteX0" fmla="*/ 238813 w 2076450"/>
              <a:gd name="connsiteY0" fmla="*/ 0 h 4471987"/>
              <a:gd name="connsiteX1" fmla="*/ 576262 w 2076450"/>
              <a:gd name="connsiteY1" fmla="*/ 0 h 4471987"/>
              <a:gd name="connsiteX2" fmla="*/ 576262 w 2076450"/>
              <a:gd name="connsiteY2" fmla="*/ 62068 h 4471987"/>
              <a:gd name="connsiteX3" fmla="*/ 618970 w 2076450"/>
              <a:gd name="connsiteY3" fmla="*/ 104776 h 4471987"/>
              <a:gd name="connsiteX4" fmla="*/ 1443192 w 2076450"/>
              <a:gd name="connsiteY4" fmla="*/ 104776 h 4471987"/>
              <a:gd name="connsiteX5" fmla="*/ 1485900 w 2076450"/>
              <a:gd name="connsiteY5" fmla="*/ 62068 h 4471987"/>
              <a:gd name="connsiteX6" fmla="*/ 1485900 w 2076450"/>
              <a:gd name="connsiteY6" fmla="*/ 0 h 4471987"/>
              <a:gd name="connsiteX7" fmla="*/ 1837637 w 2076450"/>
              <a:gd name="connsiteY7" fmla="*/ 0 h 4471987"/>
              <a:gd name="connsiteX8" fmla="*/ 2076450 w 2076450"/>
              <a:gd name="connsiteY8" fmla="*/ 238813 h 4471987"/>
              <a:gd name="connsiteX9" fmla="*/ 2076450 w 2076450"/>
              <a:gd name="connsiteY9" fmla="*/ 4233174 h 4471987"/>
              <a:gd name="connsiteX10" fmla="*/ 1837637 w 2076450"/>
              <a:gd name="connsiteY10" fmla="*/ 4471987 h 4471987"/>
              <a:gd name="connsiteX11" fmla="*/ 238813 w 2076450"/>
              <a:gd name="connsiteY11" fmla="*/ 4471987 h 4471987"/>
              <a:gd name="connsiteX12" fmla="*/ 0 w 2076450"/>
              <a:gd name="connsiteY12" fmla="*/ 4233174 h 4471987"/>
              <a:gd name="connsiteX13" fmla="*/ 0 w 2076450"/>
              <a:gd name="connsiteY13" fmla="*/ 238813 h 4471987"/>
              <a:gd name="connsiteX14" fmla="*/ 238813 w 2076450"/>
              <a:gd name="connsiteY14" fmla="*/ 0 h 4471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76450" h="4471987">
                <a:moveTo>
                  <a:pt x="238813" y="0"/>
                </a:moveTo>
                <a:lnTo>
                  <a:pt x="576262" y="0"/>
                </a:lnTo>
                <a:lnTo>
                  <a:pt x="576262" y="62068"/>
                </a:lnTo>
                <a:cubicBezTo>
                  <a:pt x="576262" y="85655"/>
                  <a:pt x="595383" y="104776"/>
                  <a:pt x="618970" y="104776"/>
                </a:cubicBezTo>
                <a:lnTo>
                  <a:pt x="1443192" y="104776"/>
                </a:lnTo>
                <a:cubicBezTo>
                  <a:pt x="1466779" y="104776"/>
                  <a:pt x="1485900" y="85655"/>
                  <a:pt x="1485900" y="62068"/>
                </a:cubicBezTo>
                <a:lnTo>
                  <a:pt x="1485900" y="0"/>
                </a:lnTo>
                <a:lnTo>
                  <a:pt x="1837637" y="0"/>
                </a:lnTo>
                <a:cubicBezTo>
                  <a:pt x="1969530" y="0"/>
                  <a:pt x="2076450" y="106920"/>
                  <a:pt x="2076450" y="238813"/>
                </a:cubicBezTo>
                <a:lnTo>
                  <a:pt x="2076450" y="4233174"/>
                </a:lnTo>
                <a:cubicBezTo>
                  <a:pt x="2076450" y="4365067"/>
                  <a:pt x="1969530" y="4471987"/>
                  <a:pt x="1837637" y="4471987"/>
                </a:cubicBezTo>
                <a:lnTo>
                  <a:pt x="238813" y="4471987"/>
                </a:lnTo>
                <a:cubicBezTo>
                  <a:pt x="106920" y="4471987"/>
                  <a:pt x="0" y="4365067"/>
                  <a:pt x="0" y="4233174"/>
                </a:cubicBezTo>
                <a:lnTo>
                  <a:pt x="0" y="238813"/>
                </a:lnTo>
                <a:cubicBezTo>
                  <a:pt x="0" y="106920"/>
                  <a:pt x="106920" y="0"/>
                  <a:pt x="238813" y="0"/>
                </a:cubicBezTo>
                <a:close/>
              </a:path>
            </a:pathLst>
          </a:custGeom>
          <a:solidFill>
            <a:schemeClr val="bg1">
              <a:lumMod val="85000"/>
            </a:schemeClr>
          </a:solidFill>
        </p:spPr>
        <p:txBody>
          <a:bodyPr wrap="square" bIns="648000" anchor="ctr">
            <a:noAutofit/>
          </a:bodyPr>
          <a:lstStyle>
            <a:lvl1pPr marL="0" indent="0" algn="ctr">
              <a:spcBef>
                <a:spcPts val="0"/>
              </a:spcBef>
              <a:buNone/>
              <a:defRPr sz="1000" b="0"/>
            </a:lvl1pPr>
          </a:lstStyle>
          <a:p>
            <a:r>
              <a:rPr lang="fr-FR"/>
              <a:t>Picture</a:t>
            </a:r>
            <a:br>
              <a:rPr lang="fr-FR"/>
            </a:br>
            <a:r>
              <a:rPr lang="fr-FR"/>
              <a:t>( or delete the block)</a:t>
            </a:r>
          </a:p>
        </p:txBody>
      </p:sp>
      <p:sp>
        <p:nvSpPr>
          <p:cNvPr id="158" name="Espace réservé du texte 5">
            <a:extLst>
              <a:ext uri="{FF2B5EF4-FFF2-40B4-BE49-F238E27FC236}">
                <a16:creationId xmlns:a16="http://schemas.microsoft.com/office/drawing/2014/main" id="{C66F713B-F234-E044-3667-B987C0ACDC1D}"/>
              </a:ext>
            </a:extLst>
          </p:cNvPr>
          <p:cNvSpPr>
            <a:spLocks noGrp="1"/>
          </p:cNvSpPr>
          <p:nvPr>
            <p:ph type="body" sz="quarter" idx="39" hasCustomPrompt="1"/>
          </p:nvPr>
        </p:nvSpPr>
        <p:spPr>
          <a:xfrm>
            <a:off x="8385464" y="4512708"/>
            <a:ext cx="922995" cy="720000"/>
          </a:xfrm>
          <a:prstGeom prst="homePlate">
            <a:avLst>
              <a:gd name="adj" fmla="val 65532"/>
            </a:avLst>
          </a:prstGeom>
          <a:solidFill>
            <a:schemeClr val="accent4"/>
          </a:solidFill>
        </p:spPr>
        <p:txBody>
          <a:bodyPr anchor="ctr">
            <a:normAutofit/>
          </a:bodyPr>
          <a:lstStyle>
            <a:lvl2pPr marL="0" indent="0" algn="ctr">
              <a:buFont typeface="Source Sans Pro" panose="020B0503030403020204" pitchFamily="34" charset="0"/>
              <a:buNone/>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XX%</a:t>
            </a:r>
          </a:p>
        </p:txBody>
      </p:sp>
      <p:sp>
        <p:nvSpPr>
          <p:cNvPr id="159" name="Espace réservé du texte 5">
            <a:extLst>
              <a:ext uri="{FF2B5EF4-FFF2-40B4-BE49-F238E27FC236}">
                <a16:creationId xmlns:a16="http://schemas.microsoft.com/office/drawing/2014/main" id="{DF036EC2-8019-9F1F-3B8D-86CF48227924}"/>
              </a:ext>
            </a:extLst>
          </p:cNvPr>
          <p:cNvSpPr>
            <a:spLocks noGrp="1"/>
          </p:cNvSpPr>
          <p:nvPr>
            <p:ph type="body" sz="quarter" idx="40" hasCustomPrompt="1"/>
          </p:nvPr>
        </p:nvSpPr>
        <p:spPr>
          <a:xfrm>
            <a:off x="8710700" y="3792797"/>
            <a:ext cx="922995" cy="720000"/>
          </a:xfrm>
          <a:prstGeom prst="homePlate">
            <a:avLst>
              <a:gd name="adj" fmla="val 65532"/>
            </a:avLst>
          </a:prstGeom>
          <a:solidFill>
            <a:schemeClr val="accent3"/>
          </a:solidFill>
        </p:spPr>
        <p:txBody>
          <a:bodyPr anchor="ctr">
            <a:normAutofit/>
          </a:bodyPr>
          <a:lstStyle>
            <a:lvl2pPr marL="0" indent="0" algn="ctr">
              <a:buFont typeface="Source Sans Pro" panose="020B0503030403020204" pitchFamily="34" charset="0"/>
              <a:buNone/>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XX%</a:t>
            </a:r>
          </a:p>
        </p:txBody>
      </p:sp>
      <p:sp>
        <p:nvSpPr>
          <p:cNvPr id="160" name="Espace réservé du texte 5">
            <a:extLst>
              <a:ext uri="{FF2B5EF4-FFF2-40B4-BE49-F238E27FC236}">
                <a16:creationId xmlns:a16="http://schemas.microsoft.com/office/drawing/2014/main" id="{5A2F3910-DA0E-A45F-86FC-62AE3F4FA7F5}"/>
              </a:ext>
            </a:extLst>
          </p:cNvPr>
          <p:cNvSpPr>
            <a:spLocks noGrp="1"/>
          </p:cNvSpPr>
          <p:nvPr>
            <p:ph type="body" sz="quarter" idx="41" hasCustomPrompt="1"/>
          </p:nvPr>
        </p:nvSpPr>
        <p:spPr>
          <a:xfrm>
            <a:off x="10066513" y="3076458"/>
            <a:ext cx="922995" cy="720000"/>
          </a:xfrm>
          <a:prstGeom prst="homePlate">
            <a:avLst>
              <a:gd name="adj" fmla="val 65532"/>
            </a:avLst>
          </a:prstGeom>
          <a:solidFill>
            <a:schemeClr val="tx1"/>
          </a:solidFill>
        </p:spPr>
        <p:txBody>
          <a:bodyPr anchor="ctr">
            <a:normAutofit/>
          </a:bodyPr>
          <a:lstStyle>
            <a:lvl2pPr marL="0" indent="0" algn="ctr">
              <a:buFont typeface="Source Sans Pro" panose="020B0503030403020204" pitchFamily="34" charset="0"/>
              <a:buNone/>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XX%</a:t>
            </a:r>
          </a:p>
        </p:txBody>
      </p:sp>
      <p:sp>
        <p:nvSpPr>
          <p:cNvPr id="161" name="Espace réservé du texte 5">
            <a:extLst>
              <a:ext uri="{FF2B5EF4-FFF2-40B4-BE49-F238E27FC236}">
                <a16:creationId xmlns:a16="http://schemas.microsoft.com/office/drawing/2014/main" id="{A3BA71D5-7C50-530D-D0BD-CDD57BAEF042}"/>
              </a:ext>
            </a:extLst>
          </p:cNvPr>
          <p:cNvSpPr>
            <a:spLocks noGrp="1"/>
          </p:cNvSpPr>
          <p:nvPr>
            <p:ph type="body" sz="quarter" idx="42" hasCustomPrompt="1"/>
          </p:nvPr>
        </p:nvSpPr>
        <p:spPr>
          <a:xfrm>
            <a:off x="10468835" y="2358840"/>
            <a:ext cx="922995" cy="720000"/>
          </a:xfrm>
          <a:prstGeom prst="homePlate">
            <a:avLst>
              <a:gd name="adj" fmla="val 65532"/>
            </a:avLst>
          </a:prstGeom>
          <a:solidFill>
            <a:schemeClr val="tx2"/>
          </a:solidFill>
        </p:spPr>
        <p:txBody>
          <a:bodyPr anchor="ctr">
            <a:normAutofit/>
          </a:bodyPr>
          <a:lstStyle>
            <a:lvl2pPr marL="0" indent="0" algn="ctr">
              <a:buFont typeface="Source Sans Pro" panose="020B0503030403020204" pitchFamily="34" charset="0"/>
              <a:buNone/>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XX%</a:t>
            </a:r>
          </a:p>
        </p:txBody>
      </p:sp>
      <p:sp>
        <p:nvSpPr>
          <p:cNvPr id="13" name="Espace réservé du texte 5">
            <a:extLst>
              <a:ext uri="{FF2B5EF4-FFF2-40B4-BE49-F238E27FC236}">
                <a16:creationId xmlns:a16="http://schemas.microsoft.com/office/drawing/2014/main" id="{AF08F3BC-30B2-5B04-8AAA-E8316C44358B}"/>
              </a:ext>
            </a:extLst>
          </p:cNvPr>
          <p:cNvSpPr>
            <a:spLocks noGrp="1" noChangeAspect="1"/>
          </p:cNvSpPr>
          <p:nvPr>
            <p:ph type="body" sz="quarter" idx="43" hasCustomPrompt="1"/>
          </p:nvPr>
        </p:nvSpPr>
        <p:spPr>
          <a:xfrm>
            <a:off x="181769" y="1758455"/>
            <a:ext cx="739704" cy="738000"/>
          </a:xfrm>
          <a:noFill/>
        </p:spPr>
        <p:txBody>
          <a:bodyPr lIns="0" tIns="0" bIns="0" anchor="ct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01</a:t>
            </a:r>
            <a:endParaRPr lang="en-US" dirty="0"/>
          </a:p>
        </p:txBody>
      </p:sp>
      <p:sp>
        <p:nvSpPr>
          <p:cNvPr id="20" name="Espace réservé du texte 5">
            <a:extLst>
              <a:ext uri="{FF2B5EF4-FFF2-40B4-BE49-F238E27FC236}">
                <a16:creationId xmlns:a16="http://schemas.microsoft.com/office/drawing/2014/main" id="{E941289C-40CD-CD55-F256-08FA7D5B3E12}"/>
              </a:ext>
            </a:extLst>
          </p:cNvPr>
          <p:cNvSpPr>
            <a:spLocks noGrp="1" noChangeAspect="1"/>
          </p:cNvSpPr>
          <p:nvPr>
            <p:ph type="body" sz="quarter" idx="44" hasCustomPrompt="1"/>
          </p:nvPr>
        </p:nvSpPr>
        <p:spPr>
          <a:xfrm>
            <a:off x="181769" y="2867641"/>
            <a:ext cx="739704" cy="738000"/>
          </a:xfrm>
          <a:noFill/>
        </p:spPr>
        <p:txBody>
          <a:bodyPr lIns="0" tIns="0" bIns="0" anchor="ct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02</a:t>
            </a:r>
            <a:endParaRPr lang="en-US" dirty="0"/>
          </a:p>
        </p:txBody>
      </p:sp>
      <p:sp>
        <p:nvSpPr>
          <p:cNvPr id="21" name="Espace réservé du texte 5">
            <a:extLst>
              <a:ext uri="{FF2B5EF4-FFF2-40B4-BE49-F238E27FC236}">
                <a16:creationId xmlns:a16="http://schemas.microsoft.com/office/drawing/2014/main" id="{67B0A7B0-1824-C09A-91B0-FE1918B03382}"/>
              </a:ext>
            </a:extLst>
          </p:cNvPr>
          <p:cNvSpPr>
            <a:spLocks noGrp="1" noChangeAspect="1"/>
          </p:cNvSpPr>
          <p:nvPr>
            <p:ph type="body" sz="quarter" idx="45" hasCustomPrompt="1"/>
          </p:nvPr>
        </p:nvSpPr>
        <p:spPr>
          <a:xfrm>
            <a:off x="181769" y="3958730"/>
            <a:ext cx="739704" cy="738000"/>
          </a:xfrm>
          <a:noFill/>
        </p:spPr>
        <p:txBody>
          <a:bodyPr lIns="0" tIns="0" bIns="0" anchor="ct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03</a:t>
            </a:r>
            <a:endParaRPr lang="en-US" dirty="0"/>
          </a:p>
        </p:txBody>
      </p:sp>
      <p:sp>
        <p:nvSpPr>
          <p:cNvPr id="22" name="Espace réservé du texte 5">
            <a:extLst>
              <a:ext uri="{FF2B5EF4-FFF2-40B4-BE49-F238E27FC236}">
                <a16:creationId xmlns:a16="http://schemas.microsoft.com/office/drawing/2014/main" id="{EFACE2F6-8186-4567-C8DB-4F237E5E4845}"/>
              </a:ext>
            </a:extLst>
          </p:cNvPr>
          <p:cNvSpPr>
            <a:spLocks noGrp="1" noChangeAspect="1"/>
          </p:cNvSpPr>
          <p:nvPr>
            <p:ph type="body" sz="quarter" idx="46" hasCustomPrompt="1"/>
          </p:nvPr>
        </p:nvSpPr>
        <p:spPr>
          <a:xfrm>
            <a:off x="181769" y="5058868"/>
            <a:ext cx="739704" cy="738000"/>
          </a:xfrm>
          <a:noFill/>
        </p:spPr>
        <p:txBody>
          <a:bodyPr lIns="0" tIns="0" bIns="0" anchor="ct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04</a:t>
            </a:r>
            <a:endParaRPr lang="en-US" dirty="0"/>
          </a:p>
        </p:txBody>
      </p:sp>
      <p:sp>
        <p:nvSpPr>
          <p:cNvPr id="24" name="Rectangle 23">
            <a:extLst>
              <a:ext uri="{FF2B5EF4-FFF2-40B4-BE49-F238E27FC236}">
                <a16:creationId xmlns:a16="http://schemas.microsoft.com/office/drawing/2014/main" id="{1812770E-368C-9217-9F03-FA20A947D109}"/>
              </a:ext>
            </a:extLst>
          </p:cNvPr>
          <p:cNvSpPr/>
          <p:nvPr userDrawn="1"/>
        </p:nvSpPr>
        <p:spPr>
          <a:xfrm rot="16200000">
            <a:off x="4495114" y="5469610"/>
            <a:ext cx="1621891" cy="1148080"/>
          </a:xfrm>
          <a:prstGeom prst="rect">
            <a:avLst/>
          </a:prstGeom>
          <a:gradFill>
            <a:gsLst>
              <a:gs pos="0">
                <a:schemeClr val="bg1">
                  <a:alpha val="0"/>
                </a:schemeClr>
              </a:gs>
              <a:gs pos="63000">
                <a:schemeClr val="bg1"/>
              </a:gs>
            </a:gsLst>
            <a:lin ang="5400000" scaled="1"/>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userDrawn="1">
            <p:ph type="ftr" sz="quarter" idx="10"/>
          </p:nvPr>
        </p:nvSpPr>
        <p:spPr>
          <a:xfrm>
            <a:off x="1511300" y="6380372"/>
            <a:ext cx="7099300" cy="365125"/>
          </a:xfrm>
        </p:spPr>
        <p:txBody>
          <a:bodyPr/>
          <a:lstStyle/>
          <a:p>
            <a:r>
              <a:rPr lang="en-US" dirty="0"/>
              <a:t>Name of the document</a:t>
            </a:r>
          </a:p>
        </p:txBody>
      </p:sp>
      <p:cxnSp>
        <p:nvCxnSpPr>
          <p:cNvPr id="9" name="Connecteur droit 8">
            <a:extLst>
              <a:ext uri="{FF2B5EF4-FFF2-40B4-BE49-F238E27FC236}">
                <a16:creationId xmlns:a16="http://schemas.microsoft.com/office/drawing/2014/main" id="{D29C8996-F6D0-986C-B8F3-D44BE8259B15}"/>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541113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x4 wheel">
    <p:spTree>
      <p:nvGrpSpPr>
        <p:cNvPr id="1" name=""/>
        <p:cNvGrpSpPr/>
        <p:nvPr/>
      </p:nvGrpSpPr>
      <p:grpSpPr>
        <a:xfrm>
          <a:off x="0" y="0"/>
          <a:ext cx="0" cy="0"/>
          <a:chOff x="0" y="0"/>
          <a:chExt cx="0" cy="0"/>
        </a:xfrm>
      </p:grpSpPr>
      <p:sp>
        <p:nvSpPr>
          <p:cNvPr id="5" name="373032b6-e5b6-473a-8902-66189b515315">
            <a:extLst>
              <a:ext uri="{FF2B5EF4-FFF2-40B4-BE49-F238E27FC236}">
                <a16:creationId xmlns:a16="http://schemas.microsoft.com/office/drawing/2014/main" id="{FCF3A165-CAF0-0BA7-A3F5-623AC8CBF876}"/>
              </a:ext>
            </a:extLst>
          </p:cNvPr>
          <p:cNvSpPr/>
          <p:nvPr userDrawn="1"/>
        </p:nvSpPr>
        <p:spPr>
          <a:xfrm>
            <a:off x="0" y="3639919"/>
            <a:ext cx="12192000" cy="3218081"/>
          </a:xfrm>
          <a:prstGeom prst="rect">
            <a:avLst/>
          </a:prstGeom>
          <a:solidFill>
            <a:schemeClr val="bg1">
              <a:lumMod val="95000"/>
            </a:schemeClr>
          </a:soli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 name="Titre 1">
            <a:extLst>
              <a:ext uri="{FF2B5EF4-FFF2-40B4-BE49-F238E27FC236}">
                <a16:creationId xmlns:a16="http://schemas.microsoft.com/office/drawing/2014/main" id="{0B3E612B-7586-F068-5191-7BA08DB66C09}"/>
              </a:ext>
            </a:extLst>
          </p:cNvPr>
          <p:cNvSpPr>
            <a:spLocks noGrp="1"/>
          </p:cNvSpPr>
          <p:nvPr userDrawn="1">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userDrawn="1">
            <p:ph type="ftr" sz="quarter" idx="10"/>
          </p:nvPr>
        </p:nvSpPr>
        <p:spPr>
          <a:xfrm>
            <a:off x="1511300" y="6380372"/>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userDrawn="1">
            <p:ph type="sldNum" sz="quarter" idx="11"/>
          </p:nvPr>
        </p:nvSpPr>
        <p:spPr>
          <a:xfrm>
            <a:off x="9220776" y="6380372"/>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userDrawn="1">
            <p:ph type="body" sz="quarter" idx="13" hasCustomPrompt="1"/>
          </p:nvPr>
        </p:nvSpPr>
        <p:spPr>
          <a:xfrm>
            <a:off x="731837" y="966302"/>
            <a:ext cx="10953217" cy="313932"/>
          </a:xfrm>
        </p:spPr>
        <p:txBody>
          <a:bodyPr wrap="square">
            <a:spAutoFit/>
          </a:bodyPr>
          <a:lstStyle>
            <a:lvl1pPr marL="0" indent="0">
              <a:buNone/>
              <a:defRPr b="0"/>
            </a:lvl1pPr>
          </a:lstStyle>
          <a:p>
            <a:pPr lvl="0"/>
            <a:r>
              <a:rPr lang="fr-FR"/>
              <a:t>Subtitle of the slide</a:t>
            </a:r>
            <a:endParaRPr lang="fr-FR" dirty="0"/>
          </a:p>
        </p:txBody>
      </p:sp>
      <p:sp>
        <p:nvSpPr>
          <p:cNvPr id="6" name="Freeform 1">
            <a:extLst>
              <a:ext uri="{FF2B5EF4-FFF2-40B4-BE49-F238E27FC236}">
                <a16:creationId xmlns:a16="http://schemas.microsoft.com/office/drawing/2014/main" id="{63F3B991-24DB-2232-1DA6-8C338B51702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cxnSp>
        <p:nvCxnSpPr>
          <p:cNvPr id="9" name="Connecteur droit 8">
            <a:extLst>
              <a:ext uri="{FF2B5EF4-FFF2-40B4-BE49-F238E27FC236}">
                <a16:creationId xmlns:a16="http://schemas.microsoft.com/office/drawing/2014/main" id="{D29C8996-F6D0-986C-B8F3-D44BE8259B15}"/>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sp>
        <p:nvSpPr>
          <p:cNvPr id="8" name="402f355a-781c-4d51-8927-b05b5f167e4d">
            <a:extLst>
              <a:ext uri="{FF2B5EF4-FFF2-40B4-BE49-F238E27FC236}">
                <a16:creationId xmlns:a16="http://schemas.microsoft.com/office/drawing/2014/main" id="{9472C71C-3084-C030-4573-8EFC4052CB6D}"/>
              </a:ext>
            </a:extLst>
          </p:cNvPr>
          <p:cNvSpPr>
            <a:spLocks noChangeAspect="1"/>
          </p:cNvSpPr>
          <p:nvPr userDrawn="1"/>
        </p:nvSpPr>
        <p:spPr>
          <a:xfrm>
            <a:off x="3954852" y="1508761"/>
            <a:ext cx="1126984" cy="1126980"/>
          </a:xfrm>
          <a:prstGeom prst="ellipse">
            <a:avLst/>
          </a:prstGeom>
          <a:solidFill>
            <a:schemeClr val="accent3"/>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dirty="0">
              <a:latin typeface="Source Sans Pro" panose="020B0503030403020204" pitchFamily="34" charset="77"/>
            </a:endParaRPr>
          </a:p>
        </p:txBody>
      </p:sp>
      <p:grpSp>
        <p:nvGrpSpPr>
          <p:cNvPr id="10" name="61d86798-fb11-4cd3-bed7-5298e970c80a">
            <a:extLst>
              <a:ext uri="{FF2B5EF4-FFF2-40B4-BE49-F238E27FC236}">
                <a16:creationId xmlns:a16="http://schemas.microsoft.com/office/drawing/2014/main" id="{4B7D1C36-330A-EB13-7C5C-74C7B1FA62D5}"/>
              </a:ext>
            </a:extLst>
          </p:cNvPr>
          <p:cNvGrpSpPr/>
          <p:nvPr userDrawn="1"/>
        </p:nvGrpSpPr>
        <p:grpSpPr>
          <a:xfrm rot="2700000">
            <a:off x="4597400" y="2151380"/>
            <a:ext cx="2997200" cy="2997200"/>
            <a:chOff x="2273300" y="2070100"/>
            <a:chExt cx="2997200" cy="2997200"/>
          </a:xfrm>
        </p:grpSpPr>
        <p:cxnSp>
          <p:nvCxnSpPr>
            <p:cNvPr id="11" name="Connecteur droit 10">
              <a:extLst>
                <a:ext uri="{FF2B5EF4-FFF2-40B4-BE49-F238E27FC236}">
                  <a16:creationId xmlns:a16="http://schemas.microsoft.com/office/drawing/2014/main" id="{34FE6C59-A3B0-4B17-CD30-8CE16E879DAD}"/>
                </a:ext>
              </a:extLst>
            </p:cNvPr>
            <p:cNvCxnSpPr>
              <a:cxnSpLocks/>
            </p:cNvCxnSpPr>
            <p:nvPr/>
          </p:nvCxnSpPr>
          <p:spPr>
            <a:xfrm>
              <a:off x="3771900" y="2070100"/>
              <a:ext cx="0" cy="2997200"/>
            </a:xfrm>
            <a:prstGeom prst="line">
              <a:avLst/>
            </a:prstGeom>
            <a:noFill/>
            <a:ln w="25400" cap="rnd">
              <a:solidFill>
                <a:schemeClr val="bg1">
                  <a:lumMod val="85000"/>
                </a:schemeClr>
              </a:solidFill>
              <a:prstDash val="sysDot"/>
              <a:round/>
            </a:ln>
          </p:spPr>
        </p:cxnSp>
        <p:cxnSp>
          <p:nvCxnSpPr>
            <p:cNvPr id="12" name="Connecteur droit 11">
              <a:extLst>
                <a:ext uri="{FF2B5EF4-FFF2-40B4-BE49-F238E27FC236}">
                  <a16:creationId xmlns:a16="http://schemas.microsoft.com/office/drawing/2014/main" id="{5A5D6DC6-B089-BE41-E111-C9B1C0F64D51}"/>
                </a:ext>
              </a:extLst>
            </p:cNvPr>
            <p:cNvCxnSpPr>
              <a:cxnSpLocks/>
            </p:cNvCxnSpPr>
            <p:nvPr/>
          </p:nvCxnSpPr>
          <p:spPr>
            <a:xfrm rot="5400000">
              <a:off x="3771900" y="2070100"/>
              <a:ext cx="0" cy="2997200"/>
            </a:xfrm>
            <a:prstGeom prst="line">
              <a:avLst/>
            </a:prstGeom>
            <a:noFill/>
            <a:ln w="25400" cap="rnd">
              <a:solidFill>
                <a:schemeClr val="bg1">
                  <a:lumMod val="85000"/>
                </a:schemeClr>
              </a:solidFill>
              <a:prstDash val="sysDot"/>
              <a:round/>
            </a:ln>
          </p:spPr>
        </p:cxnSp>
      </p:grpSp>
      <p:sp>
        <p:nvSpPr>
          <p:cNvPr id="13" name="ae71c7d6-9eba-4d37-a5db-e6ba71c23571">
            <a:extLst>
              <a:ext uri="{FF2B5EF4-FFF2-40B4-BE49-F238E27FC236}">
                <a16:creationId xmlns:a16="http://schemas.microsoft.com/office/drawing/2014/main" id="{610BBE01-C424-4E28-5389-F4BA509226C6}"/>
              </a:ext>
            </a:extLst>
          </p:cNvPr>
          <p:cNvSpPr>
            <a:spLocks noChangeAspect="1"/>
          </p:cNvSpPr>
          <p:nvPr userDrawn="1"/>
        </p:nvSpPr>
        <p:spPr>
          <a:xfrm>
            <a:off x="5295900" y="2849880"/>
            <a:ext cx="1600200" cy="1600200"/>
          </a:xfrm>
          <a:prstGeom prst="ellipse">
            <a:avLst/>
          </a:prstGeom>
          <a:solidFill>
            <a:schemeClr val="tx2"/>
          </a:solidFill>
          <a:ln w="38100"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dirty="0">
              <a:latin typeface="Source Sans Pro" panose="020B0503030403020204" pitchFamily="34" charset="77"/>
            </a:endParaRPr>
          </a:p>
        </p:txBody>
      </p:sp>
      <p:sp>
        <p:nvSpPr>
          <p:cNvPr id="14" name="bde875c7-be53-455d-975f-6e2f9ae3224e">
            <a:extLst>
              <a:ext uri="{FF2B5EF4-FFF2-40B4-BE49-F238E27FC236}">
                <a16:creationId xmlns:a16="http://schemas.microsoft.com/office/drawing/2014/main" id="{9348740C-0F40-EFEA-14DA-154562DCA1B3}"/>
              </a:ext>
            </a:extLst>
          </p:cNvPr>
          <p:cNvSpPr>
            <a:spLocks noChangeAspect="1"/>
          </p:cNvSpPr>
          <p:nvPr userDrawn="1"/>
        </p:nvSpPr>
        <p:spPr>
          <a:xfrm>
            <a:off x="7120431" y="1508761"/>
            <a:ext cx="1126984" cy="1126980"/>
          </a:xfrm>
          <a:prstGeom prst="ellipse">
            <a:avLst/>
          </a:prstGeom>
          <a:solidFill>
            <a:schemeClr val="accent3"/>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dirty="0">
              <a:latin typeface="Source Sans Pro" panose="020B0503030403020204" pitchFamily="34" charset="77"/>
            </a:endParaRPr>
          </a:p>
        </p:txBody>
      </p:sp>
      <p:sp>
        <p:nvSpPr>
          <p:cNvPr id="15" name="f73419af-cd8b-41bf-95fe-1853717643f0">
            <a:extLst>
              <a:ext uri="{FF2B5EF4-FFF2-40B4-BE49-F238E27FC236}">
                <a16:creationId xmlns:a16="http://schemas.microsoft.com/office/drawing/2014/main" id="{94789413-BBF0-649F-5CDD-01A301E585BC}"/>
              </a:ext>
            </a:extLst>
          </p:cNvPr>
          <p:cNvSpPr>
            <a:spLocks noChangeAspect="1"/>
          </p:cNvSpPr>
          <p:nvPr userDrawn="1"/>
        </p:nvSpPr>
        <p:spPr>
          <a:xfrm>
            <a:off x="7120431" y="4648975"/>
            <a:ext cx="1126984" cy="1126980"/>
          </a:xfrm>
          <a:prstGeom prst="ellipse">
            <a:avLst/>
          </a:prstGeom>
          <a:solidFill>
            <a:schemeClr val="accent3"/>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dirty="0">
              <a:latin typeface="Source Sans Pro" panose="020B0503030403020204" pitchFamily="34" charset="77"/>
            </a:endParaRPr>
          </a:p>
        </p:txBody>
      </p:sp>
      <p:sp>
        <p:nvSpPr>
          <p:cNvPr id="16" name="523369a6-29f8-45f0-9e3f-085d04da7717">
            <a:extLst>
              <a:ext uri="{FF2B5EF4-FFF2-40B4-BE49-F238E27FC236}">
                <a16:creationId xmlns:a16="http://schemas.microsoft.com/office/drawing/2014/main" id="{F104721F-A1C3-9EAF-D570-E399CAD38955}"/>
              </a:ext>
            </a:extLst>
          </p:cNvPr>
          <p:cNvSpPr>
            <a:spLocks noChangeAspect="1"/>
          </p:cNvSpPr>
          <p:nvPr userDrawn="1"/>
        </p:nvSpPr>
        <p:spPr>
          <a:xfrm>
            <a:off x="3954852" y="4648975"/>
            <a:ext cx="1126984" cy="1126980"/>
          </a:xfrm>
          <a:prstGeom prst="ellipse">
            <a:avLst/>
          </a:prstGeom>
          <a:solidFill>
            <a:schemeClr val="accent3"/>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dirty="0">
              <a:latin typeface="Source Sans Pro" panose="020B0503030403020204" pitchFamily="34" charset="77"/>
            </a:endParaRPr>
          </a:p>
        </p:txBody>
      </p:sp>
      <p:sp>
        <p:nvSpPr>
          <p:cNvPr id="17" name="Espace réservé du texte 5">
            <a:extLst>
              <a:ext uri="{FF2B5EF4-FFF2-40B4-BE49-F238E27FC236}">
                <a16:creationId xmlns:a16="http://schemas.microsoft.com/office/drawing/2014/main" id="{1D66E11D-60EA-4521-94E4-87DF166D74D5}"/>
              </a:ext>
            </a:extLst>
          </p:cNvPr>
          <p:cNvSpPr>
            <a:spLocks noGrp="1"/>
          </p:cNvSpPr>
          <p:nvPr>
            <p:ph type="body" sz="quarter" idx="30" hasCustomPrompt="1"/>
          </p:nvPr>
        </p:nvSpPr>
        <p:spPr>
          <a:xfrm>
            <a:off x="8256939" y="1813140"/>
            <a:ext cx="3935061" cy="516552"/>
          </a:xfrm>
        </p:spPr>
        <p:txBody>
          <a:bodyPr wrap="square" anchor="ctr" anchorCtr="0">
            <a:spAutoFit/>
          </a:bodyPr>
          <a:lstStyle>
            <a:lvl2pPr marL="174625" indent="-174625">
              <a:buFont typeface="Source Sans Pro" panose="020B0503030403020204" pitchFamily="34" charset="0"/>
              <a:buChar char=" "/>
              <a:defRPr/>
            </a:lvl2pPr>
            <a:lvl3pPr marL="174625" indent="-174625">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18" name="Espace réservé du texte 5">
            <a:extLst>
              <a:ext uri="{FF2B5EF4-FFF2-40B4-BE49-F238E27FC236}">
                <a16:creationId xmlns:a16="http://schemas.microsoft.com/office/drawing/2014/main" id="{EA9F77C1-3452-13B2-8AAD-8A0E672E9A49}"/>
              </a:ext>
            </a:extLst>
          </p:cNvPr>
          <p:cNvSpPr>
            <a:spLocks noGrp="1"/>
          </p:cNvSpPr>
          <p:nvPr>
            <p:ph type="body" sz="quarter" idx="31" hasCustomPrompt="1"/>
          </p:nvPr>
        </p:nvSpPr>
        <p:spPr>
          <a:xfrm>
            <a:off x="8256939" y="4954189"/>
            <a:ext cx="3106385" cy="516552"/>
          </a:xfrm>
        </p:spPr>
        <p:txBody>
          <a:bodyPr wrap="square" anchor="ctr" anchorCtr="0">
            <a:spAutoFit/>
          </a:bodyPr>
          <a:lstStyle>
            <a:lvl2pPr marL="174625" indent="-174625">
              <a:buFont typeface="Source Sans Pro" panose="020B0503030403020204" pitchFamily="34" charset="0"/>
              <a:buChar char=" "/>
              <a:defRPr/>
            </a:lvl2pPr>
            <a:lvl3pPr marL="174625" indent="-174625">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19" name="Espace réservé du texte 5">
            <a:extLst>
              <a:ext uri="{FF2B5EF4-FFF2-40B4-BE49-F238E27FC236}">
                <a16:creationId xmlns:a16="http://schemas.microsoft.com/office/drawing/2014/main" id="{CBDE7918-8E07-B69E-F0AA-C255573824F3}"/>
              </a:ext>
            </a:extLst>
          </p:cNvPr>
          <p:cNvSpPr>
            <a:spLocks noGrp="1"/>
          </p:cNvSpPr>
          <p:nvPr>
            <p:ph type="body" sz="quarter" idx="32" hasCustomPrompt="1"/>
          </p:nvPr>
        </p:nvSpPr>
        <p:spPr>
          <a:xfrm>
            <a:off x="731837" y="1813139"/>
            <a:ext cx="3223015" cy="516552"/>
          </a:xfrm>
        </p:spPr>
        <p:txBody>
          <a:bodyPr wrap="square" rIns="180000" anchor="ctr" anchorCtr="0">
            <a:spAutoFit/>
          </a:bodyPr>
          <a:lstStyle>
            <a:lvl2pPr marL="180975" indent="-90488" algn="r">
              <a:buFont typeface="Source Sans Pro" panose="020B0503030403020204" pitchFamily="34" charset="0"/>
              <a:buChar char=" "/>
              <a:defRPr/>
            </a:lvl2pPr>
            <a:lvl3pPr marL="147638" indent="0" algn="r">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20" name="Espace réservé du texte 5">
            <a:extLst>
              <a:ext uri="{FF2B5EF4-FFF2-40B4-BE49-F238E27FC236}">
                <a16:creationId xmlns:a16="http://schemas.microsoft.com/office/drawing/2014/main" id="{6EA7B52A-D6E4-ECD8-8606-5FC4786EA048}"/>
              </a:ext>
            </a:extLst>
          </p:cNvPr>
          <p:cNvSpPr>
            <a:spLocks noGrp="1"/>
          </p:cNvSpPr>
          <p:nvPr>
            <p:ph type="body" sz="quarter" idx="33" hasCustomPrompt="1"/>
          </p:nvPr>
        </p:nvSpPr>
        <p:spPr>
          <a:xfrm>
            <a:off x="731837" y="4954189"/>
            <a:ext cx="3223015" cy="516552"/>
          </a:xfrm>
        </p:spPr>
        <p:txBody>
          <a:bodyPr wrap="square" rIns="180000" anchor="ctr" anchorCtr="0">
            <a:spAutoFit/>
          </a:bodyPr>
          <a:lstStyle>
            <a:lvl2pPr marL="180975" indent="-90488" algn="r">
              <a:buFont typeface="Source Sans Pro" panose="020B0503030403020204" pitchFamily="34" charset="0"/>
              <a:buChar char=" "/>
              <a:defRPr/>
            </a:lvl2pPr>
            <a:lvl3pPr marL="147638" indent="0" algn="r">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21" name="Espace réservé du texte 5">
            <a:extLst>
              <a:ext uri="{FF2B5EF4-FFF2-40B4-BE49-F238E27FC236}">
                <a16:creationId xmlns:a16="http://schemas.microsoft.com/office/drawing/2014/main" id="{373CA7D6-7CE6-013E-20A9-50F6CC2E3AD0}"/>
              </a:ext>
            </a:extLst>
          </p:cNvPr>
          <p:cNvSpPr>
            <a:spLocks noGrp="1"/>
          </p:cNvSpPr>
          <p:nvPr>
            <p:ph type="body" sz="quarter" idx="34" hasCustomPrompt="1"/>
          </p:nvPr>
        </p:nvSpPr>
        <p:spPr>
          <a:xfrm>
            <a:off x="5416168" y="3649980"/>
            <a:ext cx="1358056" cy="513539"/>
          </a:xfrm>
        </p:spPr>
        <p:txBody>
          <a:bodyPr wrap="square" rIns="108000" anchor="ctr" anchorCtr="0">
            <a:spAutoFit/>
          </a:bodyPr>
          <a:lstStyle>
            <a:lvl2pPr marL="180975" indent="-90488" algn="ctr">
              <a:lnSpc>
                <a:spcPct val="80000"/>
              </a:lnSpc>
              <a:spcBef>
                <a:spcPts val="0"/>
              </a:spcBef>
              <a:buFont typeface="Source Sans Pro" panose="020B0503030403020204" pitchFamily="34" charset="0"/>
              <a:buChar char=" "/>
              <a:defRPr>
                <a:solidFill>
                  <a:schemeClr val="bg1"/>
                </a:solidFill>
              </a:defRPr>
            </a:lvl2pPr>
            <a:lvl3pPr marL="147638" indent="0" algn="ctr">
              <a:lnSpc>
                <a:spcPct val="80000"/>
              </a:lnSpc>
              <a:spcBef>
                <a:spcPts val="0"/>
              </a:spcBef>
              <a:buFont typeface="Source Sans Pro" panose="020B0503030403020204" pitchFamily="34" charset="0"/>
              <a:buChar char=" "/>
              <a:defRPr sz="1000">
                <a:solidFill>
                  <a:schemeClr val="bg1"/>
                </a:solidFill>
              </a:defRPr>
            </a:lvl3pPr>
          </a:lstStyle>
          <a:p>
            <a:pPr lvl="1"/>
            <a:r>
              <a:rPr lang="fr-FR"/>
              <a:t>Your text</a:t>
            </a:r>
          </a:p>
          <a:p>
            <a:pPr lvl="2"/>
            <a:r>
              <a:rPr lang="fr-FR"/>
              <a:t>Complementary text</a:t>
            </a:r>
            <a:endParaRPr lang="en-US" dirty="0"/>
          </a:p>
        </p:txBody>
      </p:sp>
      <p:sp>
        <p:nvSpPr>
          <p:cNvPr id="25" name="Espace réservé pour une image  24">
            <a:extLst>
              <a:ext uri="{FF2B5EF4-FFF2-40B4-BE49-F238E27FC236}">
                <a16:creationId xmlns:a16="http://schemas.microsoft.com/office/drawing/2014/main" id="{23CADAFB-20A3-EDFE-5923-A2D2DBE5D52A}"/>
              </a:ext>
            </a:extLst>
          </p:cNvPr>
          <p:cNvSpPr>
            <a:spLocks noGrp="1"/>
          </p:cNvSpPr>
          <p:nvPr>
            <p:ph type="pic" sz="quarter" idx="14" hasCustomPrompt="1"/>
          </p:nvPr>
        </p:nvSpPr>
        <p:spPr>
          <a:xfrm>
            <a:off x="4275387" y="1829295"/>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26" name="Espace réservé pour une image  25">
            <a:extLst>
              <a:ext uri="{FF2B5EF4-FFF2-40B4-BE49-F238E27FC236}">
                <a16:creationId xmlns:a16="http://schemas.microsoft.com/office/drawing/2014/main" id="{D7D6660E-D3E4-F3E5-77DD-2868C5B0C5A6}"/>
              </a:ext>
            </a:extLst>
          </p:cNvPr>
          <p:cNvSpPr>
            <a:spLocks noGrp="1"/>
          </p:cNvSpPr>
          <p:nvPr>
            <p:ph type="pic" sz="quarter" idx="35" hasCustomPrompt="1"/>
          </p:nvPr>
        </p:nvSpPr>
        <p:spPr>
          <a:xfrm>
            <a:off x="7440966" y="1829295"/>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27" name="Espace réservé pour une image  26">
            <a:extLst>
              <a:ext uri="{FF2B5EF4-FFF2-40B4-BE49-F238E27FC236}">
                <a16:creationId xmlns:a16="http://schemas.microsoft.com/office/drawing/2014/main" id="{7C9D6FE4-B7FC-8C31-8CD3-0631A2DD40D9}"/>
              </a:ext>
            </a:extLst>
          </p:cNvPr>
          <p:cNvSpPr>
            <a:spLocks noGrp="1"/>
          </p:cNvSpPr>
          <p:nvPr>
            <p:ph type="pic" sz="quarter" idx="36" hasCustomPrompt="1"/>
          </p:nvPr>
        </p:nvSpPr>
        <p:spPr>
          <a:xfrm>
            <a:off x="4275387" y="4969509"/>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28" name="Espace réservé pour une image  27">
            <a:extLst>
              <a:ext uri="{FF2B5EF4-FFF2-40B4-BE49-F238E27FC236}">
                <a16:creationId xmlns:a16="http://schemas.microsoft.com/office/drawing/2014/main" id="{15AB2113-852E-5278-41D7-815594E6F638}"/>
              </a:ext>
            </a:extLst>
          </p:cNvPr>
          <p:cNvSpPr>
            <a:spLocks noGrp="1"/>
          </p:cNvSpPr>
          <p:nvPr>
            <p:ph type="pic" sz="quarter" idx="37" hasCustomPrompt="1"/>
          </p:nvPr>
        </p:nvSpPr>
        <p:spPr>
          <a:xfrm>
            <a:off x="7440966" y="4969509"/>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30" name="Espace réservé pour une image  29">
            <a:extLst>
              <a:ext uri="{FF2B5EF4-FFF2-40B4-BE49-F238E27FC236}">
                <a16:creationId xmlns:a16="http://schemas.microsoft.com/office/drawing/2014/main" id="{AE5A65C2-B7FD-C3BF-98C2-1C254F473E1D}"/>
              </a:ext>
            </a:extLst>
          </p:cNvPr>
          <p:cNvSpPr>
            <a:spLocks noGrp="1"/>
          </p:cNvSpPr>
          <p:nvPr>
            <p:ph type="pic" sz="quarter" idx="38" hasCustomPrompt="1"/>
          </p:nvPr>
        </p:nvSpPr>
        <p:spPr>
          <a:xfrm>
            <a:off x="5853043" y="3131184"/>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Tree>
    <p:extLst>
      <p:ext uri="{BB962C8B-B14F-4D97-AF65-F5344CB8AC3E}">
        <p14:creationId xmlns:p14="http://schemas.microsoft.com/office/powerpoint/2010/main" val="17291629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x5 wheel">
    <p:spTree>
      <p:nvGrpSpPr>
        <p:cNvPr id="1" name=""/>
        <p:cNvGrpSpPr/>
        <p:nvPr/>
      </p:nvGrpSpPr>
      <p:grpSpPr>
        <a:xfrm>
          <a:off x="0" y="0"/>
          <a:ext cx="0" cy="0"/>
          <a:chOff x="0" y="0"/>
          <a:chExt cx="0" cy="0"/>
        </a:xfrm>
      </p:grpSpPr>
      <p:sp>
        <p:nvSpPr>
          <p:cNvPr id="5" name="373032b6-e5b6-473a-8902-66189b515315">
            <a:extLst>
              <a:ext uri="{FF2B5EF4-FFF2-40B4-BE49-F238E27FC236}">
                <a16:creationId xmlns:a16="http://schemas.microsoft.com/office/drawing/2014/main" id="{FCF3A165-CAF0-0BA7-A3F5-623AC8CBF876}"/>
              </a:ext>
            </a:extLst>
          </p:cNvPr>
          <p:cNvSpPr/>
          <p:nvPr userDrawn="1"/>
        </p:nvSpPr>
        <p:spPr>
          <a:xfrm>
            <a:off x="0" y="3639919"/>
            <a:ext cx="12192000" cy="3218081"/>
          </a:xfrm>
          <a:prstGeom prst="rect">
            <a:avLst/>
          </a:prstGeom>
          <a:solidFill>
            <a:schemeClr val="bg1">
              <a:lumMod val="95000"/>
            </a:schemeClr>
          </a:soli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grpSp>
        <p:nvGrpSpPr>
          <p:cNvPr id="22" name="c56e5c01-ced9-4439-a935-e40fe32a3a96">
            <a:extLst>
              <a:ext uri="{FF2B5EF4-FFF2-40B4-BE49-F238E27FC236}">
                <a16:creationId xmlns:a16="http://schemas.microsoft.com/office/drawing/2014/main" id="{CE2F18C0-FE5A-A5BD-7BA6-18AF8E3A7160}"/>
              </a:ext>
            </a:extLst>
          </p:cNvPr>
          <p:cNvGrpSpPr/>
          <p:nvPr userDrawn="1"/>
        </p:nvGrpSpPr>
        <p:grpSpPr>
          <a:xfrm>
            <a:off x="5137605" y="2649735"/>
            <a:ext cx="1958520" cy="1858468"/>
            <a:chOff x="4504642" y="1810983"/>
            <a:chExt cx="3224445" cy="3059722"/>
          </a:xfrm>
        </p:grpSpPr>
        <p:cxnSp>
          <p:nvCxnSpPr>
            <p:cNvPr id="23" name="Connecteur droit 22">
              <a:extLst>
                <a:ext uri="{FF2B5EF4-FFF2-40B4-BE49-F238E27FC236}">
                  <a16:creationId xmlns:a16="http://schemas.microsoft.com/office/drawing/2014/main" id="{293D5DEE-8075-7650-6A78-C049B47624CE}"/>
                </a:ext>
              </a:extLst>
            </p:cNvPr>
            <p:cNvCxnSpPr>
              <a:cxnSpLocks/>
            </p:cNvCxnSpPr>
            <p:nvPr/>
          </p:nvCxnSpPr>
          <p:spPr>
            <a:xfrm flipH="1">
              <a:off x="6096001" y="2972208"/>
              <a:ext cx="1633086" cy="456793"/>
            </a:xfrm>
            <a:prstGeom prst="line">
              <a:avLst/>
            </a:prstGeom>
            <a:noFill/>
            <a:ln w="25400" cap="rnd">
              <a:solidFill>
                <a:schemeClr val="bg1">
                  <a:lumMod val="85000"/>
                </a:schemeClr>
              </a:solidFill>
              <a:prstDash val="sysDot"/>
              <a:round/>
            </a:ln>
          </p:spPr>
        </p:cxnSp>
        <p:cxnSp>
          <p:nvCxnSpPr>
            <p:cNvPr id="24" name="Connecteur droit 23">
              <a:extLst>
                <a:ext uri="{FF2B5EF4-FFF2-40B4-BE49-F238E27FC236}">
                  <a16:creationId xmlns:a16="http://schemas.microsoft.com/office/drawing/2014/main" id="{4138DD00-1C3D-8FA9-C814-ECCDA67A8D06}"/>
                </a:ext>
              </a:extLst>
            </p:cNvPr>
            <p:cNvCxnSpPr>
              <a:cxnSpLocks/>
            </p:cNvCxnSpPr>
            <p:nvPr/>
          </p:nvCxnSpPr>
          <p:spPr>
            <a:xfrm flipH="1" flipV="1">
              <a:off x="6114221" y="3435251"/>
              <a:ext cx="1003784" cy="1435454"/>
            </a:xfrm>
            <a:prstGeom prst="line">
              <a:avLst/>
            </a:prstGeom>
            <a:noFill/>
            <a:ln w="25400" cap="rnd">
              <a:solidFill>
                <a:schemeClr val="bg1">
                  <a:lumMod val="75000"/>
                  <a:alpha val="80000"/>
                </a:schemeClr>
              </a:solidFill>
              <a:prstDash val="sysDot"/>
              <a:round/>
            </a:ln>
          </p:spPr>
        </p:cxnSp>
        <p:cxnSp>
          <p:nvCxnSpPr>
            <p:cNvPr id="29" name="Connecteur droit 28">
              <a:extLst>
                <a:ext uri="{FF2B5EF4-FFF2-40B4-BE49-F238E27FC236}">
                  <a16:creationId xmlns:a16="http://schemas.microsoft.com/office/drawing/2014/main" id="{5CA3DC2A-FBD5-5908-69EA-72B16F05728C}"/>
                </a:ext>
              </a:extLst>
            </p:cNvPr>
            <p:cNvCxnSpPr>
              <a:cxnSpLocks/>
            </p:cNvCxnSpPr>
            <p:nvPr/>
          </p:nvCxnSpPr>
          <p:spPr>
            <a:xfrm flipV="1">
              <a:off x="5136012" y="3422750"/>
              <a:ext cx="951371" cy="1447955"/>
            </a:xfrm>
            <a:prstGeom prst="line">
              <a:avLst/>
            </a:prstGeom>
            <a:noFill/>
            <a:ln w="25400" cap="rnd">
              <a:solidFill>
                <a:schemeClr val="bg1">
                  <a:lumMod val="75000"/>
                  <a:alpha val="80000"/>
                </a:schemeClr>
              </a:solidFill>
              <a:prstDash val="sysDot"/>
              <a:round/>
            </a:ln>
          </p:spPr>
        </p:cxnSp>
        <p:cxnSp>
          <p:nvCxnSpPr>
            <p:cNvPr id="31" name="Connecteur droit 30">
              <a:extLst>
                <a:ext uri="{FF2B5EF4-FFF2-40B4-BE49-F238E27FC236}">
                  <a16:creationId xmlns:a16="http://schemas.microsoft.com/office/drawing/2014/main" id="{619D32F4-A77A-A9D3-618A-A2A5219724B6}"/>
                </a:ext>
              </a:extLst>
            </p:cNvPr>
            <p:cNvCxnSpPr>
              <a:cxnSpLocks/>
            </p:cNvCxnSpPr>
            <p:nvPr/>
          </p:nvCxnSpPr>
          <p:spPr>
            <a:xfrm>
              <a:off x="4504642" y="2996512"/>
              <a:ext cx="1589788" cy="445339"/>
            </a:xfrm>
            <a:prstGeom prst="line">
              <a:avLst/>
            </a:prstGeom>
            <a:noFill/>
            <a:ln w="25400" cap="rnd">
              <a:solidFill>
                <a:schemeClr val="bg1">
                  <a:lumMod val="85000"/>
                </a:schemeClr>
              </a:solidFill>
              <a:prstDash val="sysDot"/>
              <a:round/>
            </a:ln>
          </p:spPr>
        </p:cxnSp>
        <p:cxnSp>
          <p:nvCxnSpPr>
            <p:cNvPr id="32" name="Connecteur droit 31">
              <a:extLst>
                <a:ext uri="{FF2B5EF4-FFF2-40B4-BE49-F238E27FC236}">
                  <a16:creationId xmlns:a16="http://schemas.microsoft.com/office/drawing/2014/main" id="{91856A9D-4363-5A83-1FE2-DD034CD3DD81}"/>
                </a:ext>
              </a:extLst>
            </p:cNvPr>
            <p:cNvCxnSpPr>
              <a:cxnSpLocks/>
            </p:cNvCxnSpPr>
            <p:nvPr/>
          </p:nvCxnSpPr>
          <p:spPr>
            <a:xfrm flipH="1">
              <a:off x="6104618" y="1810983"/>
              <a:ext cx="18389" cy="1630868"/>
            </a:xfrm>
            <a:prstGeom prst="line">
              <a:avLst/>
            </a:prstGeom>
            <a:noFill/>
            <a:ln w="25400" cap="rnd">
              <a:solidFill>
                <a:schemeClr val="bg1">
                  <a:lumMod val="85000"/>
                </a:schemeClr>
              </a:solidFill>
              <a:prstDash val="sysDot"/>
              <a:round/>
            </a:ln>
          </p:spPr>
        </p:cxnSp>
      </p:grpSp>
      <p:sp>
        <p:nvSpPr>
          <p:cNvPr id="33" name="b4aa551e-d1a7-4893-968d-f7ed394c4509">
            <a:extLst>
              <a:ext uri="{FF2B5EF4-FFF2-40B4-BE49-F238E27FC236}">
                <a16:creationId xmlns:a16="http://schemas.microsoft.com/office/drawing/2014/main" id="{28068C05-10C8-9B4F-24DC-5DD44CE79688}"/>
              </a:ext>
            </a:extLst>
          </p:cNvPr>
          <p:cNvSpPr/>
          <p:nvPr userDrawn="1"/>
        </p:nvSpPr>
        <p:spPr>
          <a:xfrm>
            <a:off x="5578510" y="1511904"/>
            <a:ext cx="1031840" cy="1032028"/>
          </a:xfrm>
          <a:custGeom>
            <a:avLst/>
            <a:gdLst>
              <a:gd name="connsiteX0" fmla="*/ 498931 w 994353"/>
              <a:gd name="connsiteY0" fmla="*/ 994534 h 994536"/>
              <a:gd name="connsiteX1" fmla="*/ 651637 w 994353"/>
              <a:gd name="connsiteY1" fmla="*/ 970160 h 994536"/>
              <a:gd name="connsiteX2" fmla="*/ 994350 w 994353"/>
              <a:gd name="connsiteY2" fmla="*/ 495606 h 994536"/>
              <a:gd name="connsiteX3" fmla="*/ 495607 w 994353"/>
              <a:gd name="connsiteY3" fmla="*/ 2 h 994536"/>
              <a:gd name="connsiteX4" fmla="*/ 3 w 994353"/>
              <a:gd name="connsiteY4" fmla="*/ 498930 h 994536"/>
              <a:gd name="connsiteX5" fmla="*/ 498931 w 994353"/>
              <a:gd name="connsiteY5" fmla="*/ 994534 h 994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4353" h="994536">
                <a:moveTo>
                  <a:pt x="498931" y="994534"/>
                </a:moveTo>
                <a:cubicBezTo>
                  <a:pt x="552110" y="994349"/>
                  <a:pt x="603443" y="985670"/>
                  <a:pt x="651637" y="970160"/>
                </a:cubicBezTo>
                <a:cubicBezTo>
                  <a:pt x="851430" y="904978"/>
                  <a:pt x="995089" y="716818"/>
                  <a:pt x="994350" y="495606"/>
                </a:cubicBezTo>
                <a:cubicBezTo>
                  <a:pt x="993612" y="221029"/>
                  <a:pt x="770184" y="-737"/>
                  <a:pt x="495607" y="2"/>
                </a:cubicBezTo>
                <a:cubicBezTo>
                  <a:pt x="220846" y="925"/>
                  <a:pt x="-920" y="224168"/>
                  <a:pt x="3" y="498930"/>
                </a:cubicBezTo>
                <a:cubicBezTo>
                  <a:pt x="741" y="773506"/>
                  <a:pt x="224170" y="995457"/>
                  <a:pt x="498931" y="994534"/>
                </a:cubicBezTo>
                <a:close/>
              </a:path>
            </a:pathLst>
          </a:custGeom>
          <a:solidFill>
            <a:schemeClr val="accent3"/>
          </a:solidFill>
          <a:ln w="18465" cap="flat">
            <a:noFill/>
            <a:prstDash val="solid"/>
            <a:miter/>
          </a:ln>
        </p:spPr>
        <p:txBody>
          <a:bodyPr rtlCol="0" anchor="ctr"/>
          <a:lstStyle/>
          <a:p>
            <a:endParaRPr lang="fr-FR"/>
          </a:p>
        </p:txBody>
      </p:sp>
      <p:sp>
        <p:nvSpPr>
          <p:cNvPr id="2" name="Titre 1">
            <a:extLst>
              <a:ext uri="{FF2B5EF4-FFF2-40B4-BE49-F238E27FC236}">
                <a16:creationId xmlns:a16="http://schemas.microsoft.com/office/drawing/2014/main" id="{0B3E612B-7586-F068-5191-7BA08DB66C09}"/>
              </a:ext>
            </a:extLst>
          </p:cNvPr>
          <p:cNvSpPr>
            <a:spLocks noGrp="1"/>
          </p:cNvSpPr>
          <p:nvPr userDrawn="1">
            <p:ph type="title" hasCustomPrompt="1"/>
          </p:nvPr>
        </p:nvSpPr>
        <p:spPr>
          <a:xfrm>
            <a:off x="731838" y="542925"/>
            <a:ext cx="2706688"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userDrawn="1">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userDrawn="1">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userDrawn="1">
            <p:ph type="body" sz="quarter" idx="13" hasCustomPrompt="1"/>
          </p:nvPr>
        </p:nvSpPr>
        <p:spPr>
          <a:xfrm>
            <a:off x="731837" y="966302"/>
            <a:ext cx="2706689" cy="313932"/>
          </a:xfrm>
        </p:spPr>
        <p:txBody>
          <a:bodyPr wrap="square">
            <a:spAutoFit/>
          </a:bodyPr>
          <a:lstStyle>
            <a:lvl1pPr marL="0" indent="0">
              <a:buNone/>
              <a:defRPr b="0"/>
            </a:lvl1pPr>
          </a:lstStyle>
          <a:p>
            <a:pPr lvl="0"/>
            <a:r>
              <a:rPr lang="fr-FR"/>
              <a:t>Subtitle of the slide</a:t>
            </a:r>
            <a:endParaRPr lang="fr-FR" dirty="0"/>
          </a:p>
        </p:txBody>
      </p:sp>
      <p:sp>
        <p:nvSpPr>
          <p:cNvPr id="6" name="Freeform 1">
            <a:extLst>
              <a:ext uri="{FF2B5EF4-FFF2-40B4-BE49-F238E27FC236}">
                <a16:creationId xmlns:a16="http://schemas.microsoft.com/office/drawing/2014/main" id="{63F3B991-24DB-2232-1DA6-8C338B51702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cxnSp>
        <p:nvCxnSpPr>
          <p:cNvPr id="9" name="Connecteur droit 8">
            <a:extLst>
              <a:ext uri="{FF2B5EF4-FFF2-40B4-BE49-F238E27FC236}">
                <a16:creationId xmlns:a16="http://schemas.microsoft.com/office/drawing/2014/main" id="{D29C8996-F6D0-986C-B8F3-D44BE8259B15}"/>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sp>
        <p:nvSpPr>
          <p:cNvPr id="13" name="ae71c7d6-9eba-4d37-a5db-e6ba71c23571">
            <a:extLst>
              <a:ext uri="{FF2B5EF4-FFF2-40B4-BE49-F238E27FC236}">
                <a16:creationId xmlns:a16="http://schemas.microsoft.com/office/drawing/2014/main" id="{610BBE01-C424-4E28-5389-F4BA509226C6}"/>
              </a:ext>
            </a:extLst>
          </p:cNvPr>
          <p:cNvSpPr>
            <a:spLocks noChangeAspect="1"/>
          </p:cNvSpPr>
          <p:nvPr userDrawn="1"/>
        </p:nvSpPr>
        <p:spPr>
          <a:xfrm>
            <a:off x="5295900" y="2849880"/>
            <a:ext cx="1600200" cy="1600200"/>
          </a:xfrm>
          <a:prstGeom prst="ellipse">
            <a:avLst/>
          </a:prstGeom>
          <a:solidFill>
            <a:schemeClr val="tx2"/>
          </a:solidFill>
          <a:ln w="38100"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dirty="0">
              <a:latin typeface="Source Sans Pro" panose="020B0503030403020204" pitchFamily="34" charset="77"/>
            </a:endParaRPr>
          </a:p>
        </p:txBody>
      </p:sp>
      <p:sp>
        <p:nvSpPr>
          <p:cNvPr id="17" name="Espace réservé du texte 5">
            <a:extLst>
              <a:ext uri="{FF2B5EF4-FFF2-40B4-BE49-F238E27FC236}">
                <a16:creationId xmlns:a16="http://schemas.microsoft.com/office/drawing/2014/main" id="{1D66E11D-60EA-4521-94E4-87DF166D74D5}"/>
              </a:ext>
            </a:extLst>
          </p:cNvPr>
          <p:cNvSpPr>
            <a:spLocks noGrp="1"/>
          </p:cNvSpPr>
          <p:nvPr>
            <p:ph type="body" sz="quarter" idx="30" hasCustomPrompt="1"/>
          </p:nvPr>
        </p:nvSpPr>
        <p:spPr>
          <a:xfrm>
            <a:off x="8228366" y="2917469"/>
            <a:ext cx="2992084" cy="516552"/>
          </a:xfrm>
        </p:spPr>
        <p:txBody>
          <a:bodyPr wrap="square" anchor="ctr" anchorCtr="0">
            <a:spAutoFit/>
          </a:bodyPr>
          <a:lstStyle>
            <a:lvl2pPr marL="174625" indent="-174625">
              <a:buFont typeface="Source Sans Pro" panose="020B0503030403020204" pitchFamily="34" charset="0"/>
              <a:buChar char=" "/>
              <a:defRPr/>
            </a:lvl2pPr>
            <a:lvl3pPr marL="174625" indent="-174625">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18" name="Espace réservé du texte 5">
            <a:extLst>
              <a:ext uri="{FF2B5EF4-FFF2-40B4-BE49-F238E27FC236}">
                <a16:creationId xmlns:a16="http://schemas.microsoft.com/office/drawing/2014/main" id="{EA9F77C1-3452-13B2-8AAD-8A0E672E9A49}"/>
              </a:ext>
            </a:extLst>
          </p:cNvPr>
          <p:cNvSpPr>
            <a:spLocks noGrp="1"/>
          </p:cNvSpPr>
          <p:nvPr>
            <p:ph type="body" sz="quarter" idx="31" hasCustomPrompt="1"/>
          </p:nvPr>
        </p:nvSpPr>
        <p:spPr>
          <a:xfrm>
            <a:off x="7605924" y="4806122"/>
            <a:ext cx="2992084" cy="516552"/>
          </a:xfrm>
        </p:spPr>
        <p:txBody>
          <a:bodyPr wrap="square" anchor="ctr" anchorCtr="0">
            <a:spAutoFit/>
          </a:bodyPr>
          <a:lstStyle>
            <a:lvl2pPr marL="147638" indent="-147638">
              <a:buFont typeface="Source Sans Pro" panose="020B0503030403020204" pitchFamily="34" charset="0"/>
              <a:buChar char=" "/>
              <a:defRPr/>
            </a:lvl2pPr>
            <a:lvl3pPr marL="147638" indent="-147638">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19" name="Espace réservé du texte 5">
            <a:extLst>
              <a:ext uri="{FF2B5EF4-FFF2-40B4-BE49-F238E27FC236}">
                <a16:creationId xmlns:a16="http://schemas.microsoft.com/office/drawing/2014/main" id="{CBDE7918-8E07-B69E-F0AA-C255573824F3}"/>
              </a:ext>
            </a:extLst>
          </p:cNvPr>
          <p:cNvSpPr>
            <a:spLocks noGrp="1"/>
          </p:cNvSpPr>
          <p:nvPr>
            <p:ph type="body" sz="quarter" idx="32" hasCustomPrompt="1"/>
          </p:nvPr>
        </p:nvSpPr>
        <p:spPr>
          <a:xfrm>
            <a:off x="731837" y="2917469"/>
            <a:ext cx="3241323" cy="516552"/>
          </a:xfrm>
        </p:spPr>
        <p:txBody>
          <a:bodyPr wrap="square" rIns="180000" anchor="ctr" anchorCtr="0">
            <a:spAutoFit/>
          </a:bodyPr>
          <a:lstStyle>
            <a:lvl2pPr marL="180975" indent="-90488" algn="r">
              <a:buFont typeface="Source Sans Pro" panose="020B0503030403020204" pitchFamily="34" charset="0"/>
              <a:buChar char=" "/>
              <a:defRPr/>
            </a:lvl2pPr>
            <a:lvl3pPr marL="147638" indent="0" algn="r">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20" name="Espace réservé du texte 5">
            <a:extLst>
              <a:ext uri="{FF2B5EF4-FFF2-40B4-BE49-F238E27FC236}">
                <a16:creationId xmlns:a16="http://schemas.microsoft.com/office/drawing/2014/main" id="{6EA7B52A-D6E4-ECD8-8606-5FC4786EA048}"/>
              </a:ext>
            </a:extLst>
          </p:cNvPr>
          <p:cNvSpPr>
            <a:spLocks noGrp="1"/>
          </p:cNvSpPr>
          <p:nvPr>
            <p:ph type="body" sz="quarter" idx="33" hasCustomPrompt="1"/>
          </p:nvPr>
        </p:nvSpPr>
        <p:spPr>
          <a:xfrm>
            <a:off x="1342725" y="4806122"/>
            <a:ext cx="3241323" cy="516552"/>
          </a:xfrm>
        </p:spPr>
        <p:txBody>
          <a:bodyPr wrap="square" rIns="180000" anchor="ctr" anchorCtr="0">
            <a:spAutoFit/>
          </a:bodyPr>
          <a:lstStyle>
            <a:lvl2pPr marL="180975" indent="-90488" algn="r">
              <a:buFont typeface="Source Sans Pro" panose="020B0503030403020204" pitchFamily="34" charset="0"/>
              <a:buChar char=" "/>
              <a:defRPr/>
            </a:lvl2pPr>
            <a:lvl3pPr marL="147638" indent="0" algn="r">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21" name="Espace réservé du texte 5">
            <a:extLst>
              <a:ext uri="{FF2B5EF4-FFF2-40B4-BE49-F238E27FC236}">
                <a16:creationId xmlns:a16="http://schemas.microsoft.com/office/drawing/2014/main" id="{373CA7D6-7CE6-013E-20A9-50F6CC2E3AD0}"/>
              </a:ext>
            </a:extLst>
          </p:cNvPr>
          <p:cNvSpPr>
            <a:spLocks noGrp="1"/>
          </p:cNvSpPr>
          <p:nvPr>
            <p:ph type="body" sz="quarter" idx="34" hasCustomPrompt="1"/>
          </p:nvPr>
        </p:nvSpPr>
        <p:spPr>
          <a:xfrm>
            <a:off x="5416168" y="3649980"/>
            <a:ext cx="1358056" cy="513539"/>
          </a:xfrm>
        </p:spPr>
        <p:txBody>
          <a:bodyPr wrap="square" rIns="108000" anchor="ctr" anchorCtr="0">
            <a:spAutoFit/>
          </a:bodyPr>
          <a:lstStyle>
            <a:lvl2pPr marL="180975" indent="-90488" algn="ctr">
              <a:lnSpc>
                <a:spcPct val="80000"/>
              </a:lnSpc>
              <a:spcBef>
                <a:spcPts val="0"/>
              </a:spcBef>
              <a:buFont typeface="Source Sans Pro" panose="020B0503030403020204" pitchFamily="34" charset="0"/>
              <a:buChar char=" "/>
              <a:defRPr>
                <a:solidFill>
                  <a:schemeClr val="bg1"/>
                </a:solidFill>
              </a:defRPr>
            </a:lvl2pPr>
            <a:lvl3pPr marL="147638" indent="0" algn="ctr">
              <a:lnSpc>
                <a:spcPct val="80000"/>
              </a:lnSpc>
              <a:spcBef>
                <a:spcPts val="0"/>
              </a:spcBef>
              <a:buFont typeface="Source Sans Pro" panose="020B0503030403020204" pitchFamily="34" charset="0"/>
              <a:buChar char=" "/>
              <a:defRPr sz="1000">
                <a:solidFill>
                  <a:schemeClr val="bg1"/>
                </a:solidFill>
              </a:defRPr>
            </a:lvl3pPr>
          </a:lstStyle>
          <a:p>
            <a:pPr lvl="1"/>
            <a:r>
              <a:rPr lang="fr-FR"/>
              <a:t>Your text</a:t>
            </a:r>
          </a:p>
          <a:p>
            <a:pPr lvl="2"/>
            <a:r>
              <a:rPr lang="fr-FR"/>
              <a:t>Complementary text</a:t>
            </a:r>
            <a:endParaRPr lang="en-US" dirty="0"/>
          </a:p>
        </p:txBody>
      </p:sp>
      <p:sp>
        <p:nvSpPr>
          <p:cNvPr id="25" name="Espace réservé pour une image  24">
            <a:extLst>
              <a:ext uri="{FF2B5EF4-FFF2-40B4-BE49-F238E27FC236}">
                <a16:creationId xmlns:a16="http://schemas.microsoft.com/office/drawing/2014/main" id="{23CADAFB-20A3-EDFE-5923-A2D2DBE5D52A}"/>
              </a:ext>
            </a:extLst>
          </p:cNvPr>
          <p:cNvSpPr>
            <a:spLocks noGrp="1"/>
          </p:cNvSpPr>
          <p:nvPr>
            <p:ph type="pic" sz="quarter" idx="14" hasCustomPrompt="1"/>
          </p:nvPr>
        </p:nvSpPr>
        <p:spPr>
          <a:xfrm>
            <a:off x="5851473" y="1784962"/>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30" name="Espace réservé pour une image  29">
            <a:extLst>
              <a:ext uri="{FF2B5EF4-FFF2-40B4-BE49-F238E27FC236}">
                <a16:creationId xmlns:a16="http://schemas.microsoft.com/office/drawing/2014/main" id="{AE5A65C2-B7FD-C3BF-98C2-1C254F473E1D}"/>
              </a:ext>
            </a:extLst>
          </p:cNvPr>
          <p:cNvSpPr>
            <a:spLocks noGrp="1"/>
          </p:cNvSpPr>
          <p:nvPr>
            <p:ph type="pic" sz="quarter" idx="38" hasCustomPrompt="1"/>
          </p:nvPr>
        </p:nvSpPr>
        <p:spPr>
          <a:xfrm>
            <a:off x="5853043" y="3131184"/>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34" name="f6657553-9552-43f6-866f-c4a2feacf02a">
            <a:extLst>
              <a:ext uri="{FF2B5EF4-FFF2-40B4-BE49-F238E27FC236}">
                <a16:creationId xmlns:a16="http://schemas.microsoft.com/office/drawing/2014/main" id="{21EE835C-1C4D-CF1F-EF67-6660B939AACD}"/>
              </a:ext>
            </a:extLst>
          </p:cNvPr>
          <p:cNvSpPr/>
          <p:nvPr userDrawn="1"/>
        </p:nvSpPr>
        <p:spPr>
          <a:xfrm>
            <a:off x="4591600" y="4548368"/>
            <a:ext cx="1032026" cy="1032060"/>
          </a:xfrm>
          <a:custGeom>
            <a:avLst/>
            <a:gdLst>
              <a:gd name="connsiteX0" fmla="*/ 94121 w 994534"/>
              <a:gd name="connsiteY0" fmla="*/ 206204 h 994567"/>
              <a:gd name="connsiteX1" fmla="*/ 206204 w 994534"/>
              <a:gd name="connsiteY1" fmla="*/ 900308 h 994567"/>
              <a:gd name="connsiteX2" fmla="*/ 651953 w 994534"/>
              <a:gd name="connsiteY2" fmla="*/ 969922 h 994567"/>
              <a:gd name="connsiteX3" fmla="*/ 900493 w 994534"/>
              <a:gd name="connsiteY3" fmla="*/ 788410 h 994567"/>
              <a:gd name="connsiteX4" fmla="*/ 788410 w 994534"/>
              <a:gd name="connsiteY4" fmla="*/ 94121 h 994567"/>
              <a:gd name="connsiteX5" fmla="*/ 94121 w 994534"/>
              <a:gd name="connsiteY5" fmla="*/ 206204 h 994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4534" h="994567">
                <a:moveTo>
                  <a:pt x="94121" y="206204"/>
                </a:moveTo>
                <a:cubicBezTo>
                  <a:pt x="-66710" y="428894"/>
                  <a:pt x="-16301" y="739662"/>
                  <a:pt x="206204" y="900308"/>
                </a:cubicBezTo>
                <a:cubicBezTo>
                  <a:pt x="340077" y="997066"/>
                  <a:pt x="506078" y="1017562"/>
                  <a:pt x="651953" y="969922"/>
                </a:cubicBezTo>
                <a:cubicBezTo>
                  <a:pt x="748710" y="938346"/>
                  <a:pt x="836419" y="877042"/>
                  <a:pt x="900493" y="788410"/>
                </a:cubicBezTo>
                <a:cubicBezTo>
                  <a:pt x="1061140" y="565720"/>
                  <a:pt x="1010915" y="254952"/>
                  <a:pt x="788410" y="94121"/>
                </a:cubicBezTo>
                <a:cubicBezTo>
                  <a:pt x="565536" y="-66710"/>
                  <a:pt x="254952" y="-16301"/>
                  <a:pt x="94121" y="206204"/>
                </a:cubicBezTo>
                <a:close/>
              </a:path>
            </a:pathLst>
          </a:custGeom>
          <a:solidFill>
            <a:schemeClr val="accent3"/>
          </a:solidFill>
          <a:ln w="18465" cap="flat">
            <a:noFill/>
            <a:prstDash val="solid"/>
            <a:miter/>
          </a:ln>
        </p:spPr>
        <p:txBody>
          <a:bodyPr rtlCol="0" anchor="ctr"/>
          <a:lstStyle/>
          <a:p>
            <a:endParaRPr lang="fr-FR"/>
          </a:p>
        </p:txBody>
      </p:sp>
      <p:sp>
        <p:nvSpPr>
          <p:cNvPr id="35" name="1b6c805d-4d88-4a29-84ce-0a781dabdb23">
            <a:extLst>
              <a:ext uri="{FF2B5EF4-FFF2-40B4-BE49-F238E27FC236}">
                <a16:creationId xmlns:a16="http://schemas.microsoft.com/office/drawing/2014/main" id="{611943E2-3EA3-305E-993D-336DCE5F7D6F}"/>
              </a:ext>
            </a:extLst>
          </p:cNvPr>
          <p:cNvSpPr/>
          <p:nvPr userDrawn="1"/>
        </p:nvSpPr>
        <p:spPr>
          <a:xfrm>
            <a:off x="3972127" y="2659535"/>
            <a:ext cx="1032228" cy="1032420"/>
          </a:xfrm>
          <a:custGeom>
            <a:avLst/>
            <a:gdLst>
              <a:gd name="connsiteX0" fmla="*/ 344657 w 994727"/>
              <a:gd name="connsiteY0" fmla="*/ 970711 h 994913"/>
              <a:gd name="connsiteX1" fmla="*/ 651363 w 994727"/>
              <a:gd name="connsiteY1" fmla="*/ 970342 h 994913"/>
              <a:gd name="connsiteX2" fmla="*/ 970625 w 994727"/>
              <a:gd name="connsiteY2" fmla="*/ 650157 h 994913"/>
              <a:gd name="connsiteX3" fmla="*/ 650255 w 994727"/>
              <a:gd name="connsiteY3" fmla="*/ 24189 h 994913"/>
              <a:gd name="connsiteX4" fmla="*/ 24102 w 994727"/>
              <a:gd name="connsiteY4" fmla="*/ 344559 h 994913"/>
              <a:gd name="connsiteX5" fmla="*/ 344472 w 994727"/>
              <a:gd name="connsiteY5" fmla="*/ 970527 h 994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4727" h="994913">
                <a:moveTo>
                  <a:pt x="344657" y="970711"/>
                </a:moveTo>
                <a:cubicBezTo>
                  <a:pt x="448431" y="1004318"/>
                  <a:pt x="555344" y="1001733"/>
                  <a:pt x="651363" y="970342"/>
                </a:cubicBezTo>
                <a:cubicBezTo>
                  <a:pt x="797607" y="922702"/>
                  <a:pt x="919846" y="807849"/>
                  <a:pt x="970625" y="650157"/>
                </a:cubicBezTo>
                <a:cubicBezTo>
                  <a:pt x="1054826" y="388875"/>
                  <a:pt x="911352" y="108574"/>
                  <a:pt x="650255" y="24189"/>
                </a:cubicBezTo>
                <a:cubicBezTo>
                  <a:pt x="388789" y="-60197"/>
                  <a:pt x="108488" y="83277"/>
                  <a:pt x="24102" y="344559"/>
                </a:cubicBezTo>
                <a:cubicBezTo>
                  <a:pt x="-60099" y="605840"/>
                  <a:pt x="83375" y="886141"/>
                  <a:pt x="344472" y="970527"/>
                </a:cubicBezTo>
                <a:close/>
              </a:path>
            </a:pathLst>
          </a:custGeom>
          <a:solidFill>
            <a:schemeClr val="accent3"/>
          </a:solidFill>
          <a:ln w="18465" cap="flat">
            <a:noFill/>
            <a:prstDash val="solid"/>
            <a:miter/>
          </a:ln>
        </p:spPr>
        <p:txBody>
          <a:bodyPr rtlCol="0" anchor="ctr"/>
          <a:lstStyle/>
          <a:p>
            <a:endParaRPr lang="fr-FR"/>
          </a:p>
        </p:txBody>
      </p:sp>
      <p:sp>
        <p:nvSpPr>
          <p:cNvPr id="36" name="e77ef643-5674-4fc3-a003-cb7c20032c38">
            <a:extLst>
              <a:ext uri="{FF2B5EF4-FFF2-40B4-BE49-F238E27FC236}">
                <a16:creationId xmlns:a16="http://schemas.microsoft.com/office/drawing/2014/main" id="{7D0730D1-BC9E-5250-56D5-5FB089BE8B1E}"/>
              </a:ext>
            </a:extLst>
          </p:cNvPr>
          <p:cNvSpPr/>
          <p:nvPr userDrawn="1"/>
        </p:nvSpPr>
        <p:spPr>
          <a:xfrm>
            <a:off x="6581174" y="4548281"/>
            <a:ext cx="1032194" cy="1032234"/>
          </a:xfrm>
          <a:custGeom>
            <a:avLst/>
            <a:gdLst>
              <a:gd name="connsiteX0" fmla="*/ 204398 w 994693"/>
              <a:gd name="connsiteY0" fmla="*/ 95453 h 994732"/>
              <a:gd name="connsiteX1" fmla="*/ 95453 w 994693"/>
              <a:gd name="connsiteY1" fmla="*/ 790296 h 994732"/>
              <a:gd name="connsiteX2" fmla="*/ 651439 w 994693"/>
              <a:gd name="connsiteY2" fmla="*/ 970331 h 994732"/>
              <a:gd name="connsiteX3" fmla="*/ 790296 w 994693"/>
              <a:gd name="connsiteY3" fmla="*/ 899240 h 994732"/>
              <a:gd name="connsiteX4" fmla="*/ 899241 w 994693"/>
              <a:gd name="connsiteY4" fmla="*/ 204397 h 994732"/>
              <a:gd name="connsiteX5" fmla="*/ 204398 w 994693"/>
              <a:gd name="connsiteY5" fmla="*/ 95453 h 99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4693" h="994732">
                <a:moveTo>
                  <a:pt x="204398" y="95453"/>
                </a:moveTo>
                <a:cubicBezTo>
                  <a:pt x="-17553" y="257208"/>
                  <a:pt x="-66301" y="568345"/>
                  <a:pt x="95453" y="790296"/>
                </a:cubicBezTo>
                <a:cubicBezTo>
                  <a:pt x="225632" y="968854"/>
                  <a:pt x="452200" y="1035328"/>
                  <a:pt x="651439" y="970331"/>
                </a:cubicBezTo>
                <a:cubicBezTo>
                  <a:pt x="699817" y="954451"/>
                  <a:pt x="746718" y="930815"/>
                  <a:pt x="790296" y="899240"/>
                </a:cubicBezTo>
                <a:cubicBezTo>
                  <a:pt x="1012247" y="737486"/>
                  <a:pt x="1060995" y="426533"/>
                  <a:pt x="899241" y="204397"/>
                </a:cubicBezTo>
                <a:cubicBezTo>
                  <a:pt x="737486" y="-17553"/>
                  <a:pt x="426348" y="-66301"/>
                  <a:pt x="204398" y="95453"/>
                </a:cubicBezTo>
                <a:close/>
              </a:path>
            </a:pathLst>
          </a:custGeom>
          <a:solidFill>
            <a:schemeClr val="accent3"/>
          </a:solidFill>
          <a:ln w="18465" cap="flat">
            <a:noFill/>
            <a:prstDash val="solid"/>
            <a:miter/>
          </a:ln>
        </p:spPr>
        <p:txBody>
          <a:bodyPr rtlCol="0" anchor="ctr"/>
          <a:lstStyle/>
          <a:p>
            <a:endParaRPr lang="fr-FR"/>
          </a:p>
        </p:txBody>
      </p:sp>
      <p:sp>
        <p:nvSpPr>
          <p:cNvPr id="37" name="80674358-f011-4083-9347-7124b3e49ed9">
            <a:extLst>
              <a:ext uri="{FF2B5EF4-FFF2-40B4-BE49-F238E27FC236}">
                <a16:creationId xmlns:a16="http://schemas.microsoft.com/office/drawing/2014/main" id="{FC7DF4D9-2CD7-8F3B-A034-794FA5C13993}"/>
              </a:ext>
            </a:extLst>
          </p:cNvPr>
          <p:cNvSpPr/>
          <p:nvPr userDrawn="1"/>
        </p:nvSpPr>
        <p:spPr>
          <a:xfrm>
            <a:off x="7191471" y="2659535"/>
            <a:ext cx="1033764" cy="1035814"/>
          </a:xfrm>
          <a:custGeom>
            <a:avLst/>
            <a:gdLst>
              <a:gd name="connsiteX0" fmla="*/ 342095 w 996207"/>
              <a:gd name="connsiteY0" fmla="*/ 24794 h 998185"/>
              <a:gd name="connsiteX1" fmla="*/ 25049 w 996207"/>
              <a:gd name="connsiteY1" fmla="*/ 652424 h 998185"/>
              <a:gd name="connsiteX2" fmla="*/ 25419 w 996207"/>
              <a:gd name="connsiteY2" fmla="*/ 653347 h 998185"/>
              <a:gd name="connsiteX3" fmla="*/ 25972 w 996207"/>
              <a:gd name="connsiteY3" fmla="*/ 655009 h 998185"/>
              <a:gd name="connsiteX4" fmla="*/ 653048 w 996207"/>
              <a:gd name="connsiteY4" fmla="*/ 973532 h 998185"/>
              <a:gd name="connsiteX5" fmla="*/ 971572 w 996207"/>
              <a:gd name="connsiteY5" fmla="*/ 346641 h 998185"/>
              <a:gd name="connsiteX6" fmla="*/ 971203 w 996207"/>
              <a:gd name="connsiteY6" fmla="*/ 345164 h 998185"/>
              <a:gd name="connsiteX7" fmla="*/ 970095 w 996207"/>
              <a:gd name="connsiteY7" fmla="*/ 342025 h 998185"/>
              <a:gd name="connsiteX8" fmla="*/ 342465 w 996207"/>
              <a:gd name="connsiteY8" fmla="*/ 24979 h 998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6207" h="998185">
                <a:moveTo>
                  <a:pt x="342095" y="24794"/>
                </a:moveTo>
                <a:cubicBezTo>
                  <a:pt x="81183" y="110472"/>
                  <a:pt x="-60814" y="391511"/>
                  <a:pt x="25049" y="652424"/>
                </a:cubicBezTo>
                <a:lnTo>
                  <a:pt x="25419" y="653347"/>
                </a:lnTo>
                <a:lnTo>
                  <a:pt x="25972" y="655009"/>
                </a:lnTo>
                <a:cubicBezTo>
                  <a:pt x="111281" y="916291"/>
                  <a:pt x="391952" y="1058657"/>
                  <a:pt x="653048" y="973532"/>
                </a:cubicBezTo>
                <a:cubicBezTo>
                  <a:pt x="914145" y="888408"/>
                  <a:pt x="1056696" y="607738"/>
                  <a:pt x="971572" y="346641"/>
                </a:cubicBezTo>
                <a:lnTo>
                  <a:pt x="971203" y="345164"/>
                </a:lnTo>
                <a:lnTo>
                  <a:pt x="970095" y="342025"/>
                </a:lnTo>
                <a:cubicBezTo>
                  <a:pt x="884417" y="81113"/>
                  <a:pt x="603192" y="-60699"/>
                  <a:pt x="342465" y="24979"/>
                </a:cubicBezTo>
                <a:close/>
              </a:path>
            </a:pathLst>
          </a:custGeom>
          <a:solidFill>
            <a:schemeClr val="accent3"/>
          </a:solidFill>
          <a:ln w="18465" cap="flat">
            <a:noFill/>
            <a:prstDash val="solid"/>
            <a:miter/>
          </a:ln>
        </p:spPr>
        <p:txBody>
          <a:bodyPr rtlCol="0" anchor="ctr"/>
          <a:lstStyle/>
          <a:p>
            <a:endParaRPr lang="fr-FR"/>
          </a:p>
        </p:txBody>
      </p:sp>
      <p:sp>
        <p:nvSpPr>
          <p:cNvPr id="26" name="Espace réservé pour une image  25">
            <a:extLst>
              <a:ext uri="{FF2B5EF4-FFF2-40B4-BE49-F238E27FC236}">
                <a16:creationId xmlns:a16="http://schemas.microsoft.com/office/drawing/2014/main" id="{D7D6660E-D3E4-F3E5-77DD-2868C5B0C5A6}"/>
              </a:ext>
            </a:extLst>
          </p:cNvPr>
          <p:cNvSpPr>
            <a:spLocks noGrp="1"/>
          </p:cNvSpPr>
          <p:nvPr>
            <p:ph type="pic" sz="quarter" idx="35" hasCustomPrompt="1"/>
          </p:nvPr>
        </p:nvSpPr>
        <p:spPr>
          <a:xfrm>
            <a:off x="7465396" y="2932789"/>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27" name="Espace réservé pour une image  26">
            <a:extLst>
              <a:ext uri="{FF2B5EF4-FFF2-40B4-BE49-F238E27FC236}">
                <a16:creationId xmlns:a16="http://schemas.microsoft.com/office/drawing/2014/main" id="{7C9D6FE4-B7FC-8C31-8CD3-0631A2DD40D9}"/>
              </a:ext>
            </a:extLst>
          </p:cNvPr>
          <p:cNvSpPr>
            <a:spLocks noGrp="1"/>
          </p:cNvSpPr>
          <p:nvPr>
            <p:ph type="pic" sz="quarter" idx="36" hasCustomPrompt="1"/>
          </p:nvPr>
        </p:nvSpPr>
        <p:spPr>
          <a:xfrm>
            <a:off x="4864656" y="4821442"/>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28" name="Espace réservé pour une image  27">
            <a:extLst>
              <a:ext uri="{FF2B5EF4-FFF2-40B4-BE49-F238E27FC236}">
                <a16:creationId xmlns:a16="http://schemas.microsoft.com/office/drawing/2014/main" id="{15AB2113-852E-5278-41D7-815594E6F638}"/>
              </a:ext>
            </a:extLst>
          </p:cNvPr>
          <p:cNvSpPr>
            <a:spLocks noGrp="1"/>
          </p:cNvSpPr>
          <p:nvPr>
            <p:ph type="pic" sz="quarter" idx="37" hasCustomPrompt="1"/>
          </p:nvPr>
        </p:nvSpPr>
        <p:spPr>
          <a:xfrm>
            <a:off x="6854314" y="4821442"/>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38" name="Espace réservé pour une image  24">
            <a:extLst>
              <a:ext uri="{FF2B5EF4-FFF2-40B4-BE49-F238E27FC236}">
                <a16:creationId xmlns:a16="http://schemas.microsoft.com/office/drawing/2014/main" id="{FF90D71D-3EC2-1F4A-23AD-17EF68D14585}"/>
              </a:ext>
            </a:extLst>
          </p:cNvPr>
          <p:cNvSpPr>
            <a:spLocks noGrp="1"/>
          </p:cNvSpPr>
          <p:nvPr>
            <p:ph type="pic" sz="quarter" idx="39" hasCustomPrompt="1"/>
          </p:nvPr>
        </p:nvSpPr>
        <p:spPr>
          <a:xfrm>
            <a:off x="4245284" y="2932789"/>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39" name="Espace réservé du texte 5">
            <a:extLst>
              <a:ext uri="{FF2B5EF4-FFF2-40B4-BE49-F238E27FC236}">
                <a16:creationId xmlns:a16="http://schemas.microsoft.com/office/drawing/2014/main" id="{5FE0073B-F4F3-27F9-9C1F-463DAE574B62}"/>
              </a:ext>
            </a:extLst>
          </p:cNvPr>
          <p:cNvSpPr>
            <a:spLocks noGrp="1"/>
          </p:cNvSpPr>
          <p:nvPr>
            <p:ph type="body" sz="quarter" idx="40" hasCustomPrompt="1"/>
          </p:nvPr>
        </p:nvSpPr>
        <p:spPr>
          <a:xfrm>
            <a:off x="4445035" y="772559"/>
            <a:ext cx="3298790" cy="516552"/>
          </a:xfrm>
        </p:spPr>
        <p:txBody>
          <a:bodyPr wrap="square" rIns="108000" anchor="ctr" anchorCtr="0">
            <a:spAutoFit/>
          </a:bodyPr>
          <a:lstStyle>
            <a:lvl2pPr marL="180975" indent="-90488" algn="ctr">
              <a:buFont typeface="Source Sans Pro" panose="020B0503030403020204" pitchFamily="34" charset="0"/>
              <a:buChar char=" "/>
              <a:defRPr/>
            </a:lvl2pPr>
            <a:lvl3pPr marL="147638" indent="0" algn="ctr">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Tree>
    <p:extLst>
      <p:ext uri="{BB962C8B-B14F-4D97-AF65-F5344CB8AC3E}">
        <p14:creationId xmlns:p14="http://schemas.microsoft.com/office/powerpoint/2010/main" val="11203431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x6 wheel">
    <p:spTree>
      <p:nvGrpSpPr>
        <p:cNvPr id="1" name=""/>
        <p:cNvGrpSpPr/>
        <p:nvPr/>
      </p:nvGrpSpPr>
      <p:grpSpPr>
        <a:xfrm>
          <a:off x="0" y="0"/>
          <a:ext cx="0" cy="0"/>
          <a:chOff x="0" y="0"/>
          <a:chExt cx="0" cy="0"/>
        </a:xfrm>
      </p:grpSpPr>
      <p:sp>
        <p:nvSpPr>
          <p:cNvPr id="5" name="373032b6-e5b6-473a-8902-66189b515315">
            <a:extLst>
              <a:ext uri="{FF2B5EF4-FFF2-40B4-BE49-F238E27FC236}">
                <a16:creationId xmlns:a16="http://schemas.microsoft.com/office/drawing/2014/main" id="{FCF3A165-CAF0-0BA7-A3F5-623AC8CBF876}"/>
              </a:ext>
            </a:extLst>
          </p:cNvPr>
          <p:cNvSpPr/>
          <p:nvPr userDrawn="1"/>
        </p:nvSpPr>
        <p:spPr>
          <a:xfrm>
            <a:off x="0" y="3639919"/>
            <a:ext cx="12192000" cy="3218081"/>
          </a:xfrm>
          <a:prstGeom prst="rect">
            <a:avLst/>
          </a:prstGeom>
          <a:solidFill>
            <a:schemeClr val="bg1">
              <a:lumMod val="95000"/>
            </a:schemeClr>
          </a:soli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dirty="0">
              <a:ln>
                <a:noFill/>
              </a:ln>
              <a:solidFill>
                <a:prstClr val="white"/>
              </a:solidFill>
              <a:effectLst/>
              <a:uLnTx/>
              <a:uFillTx/>
              <a:latin typeface="Source Sans Pro"/>
              <a:ea typeface="+mn-ea"/>
              <a:cs typeface="+mn-cs"/>
            </a:endParaRPr>
          </a:p>
        </p:txBody>
      </p:sp>
      <p:grpSp>
        <p:nvGrpSpPr>
          <p:cNvPr id="8" name="f0339f9d-7461-4433-bc7b-aa1fba19d426">
            <a:extLst>
              <a:ext uri="{FF2B5EF4-FFF2-40B4-BE49-F238E27FC236}">
                <a16:creationId xmlns:a16="http://schemas.microsoft.com/office/drawing/2014/main" id="{FD81C133-CBB9-5984-68AF-9FD055E8627D}"/>
              </a:ext>
            </a:extLst>
          </p:cNvPr>
          <p:cNvGrpSpPr/>
          <p:nvPr userDrawn="1"/>
        </p:nvGrpSpPr>
        <p:grpSpPr>
          <a:xfrm flipV="1">
            <a:off x="5521097" y="3629858"/>
            <a:ext cx="1203857" cy="963938"/>
            <a:chOff x="5521097" y="2438257"/>
            <a:chExt cx="1203857" cy="963938"/>
          </a:xfrm>
        </p:grpSpPr>
        <p:cxnSp>
          <p:nvCxnSpPr>
            <p:cNvPr id="10" name="Connecteur droit 9">
              <a:extLst>
                <a:ext uri="{FF2B5EF4-FFF2-40B4-BE49-F238E27FC236}">
                  <a16:creationId xmlns:a16="http://schemas.microsoft.com/office/drawing/2014/main" id="{18DF02B3-8F82-B3D6-79FA-0C5F732EC182}"/>
                </a:ext>
              </a:extLst>
            </p:cNvPr>
            <p:cNvCxnSpPr>
              <a:cxnSpLocks/>
            </p:cNvCxnSpPr>
            <p:nvPr/>
          </p:nvCxnSpPr>
          <p:spPr>
            <a:xfrm flipH="1">
              <a:off x="6104192" y="2438257"/>
              <a:ext cx="620762" cy="956133"/>
            </a:xfrm>
            <a:prstGeom prst="line">
              <a:avLst/>
            </a:prstGeom>
            <a:noFill/>
            <a:ln w="25400" cap="rnd">
              <a:solidFill>
                <a:schemeClr val="bg1">
                  <a:lumMod val="75000"/>
                </a:schemeClr>
              </a:solidFill>
              <a:prstDash val="sysDot"/>
              <a:round/>
            </a:ln>
          </p:spPr>
        </p:cxnSp>
        <p:cxnSp>
          <p:nvCxnSpPr>
            <p:cNvPr id="11" name="Connecteur droit 10">
              <a:extLst>
                <a:ext uri="{FF2B5EF4-FFF2-40B4-BE49-F238E27FC236}">
                  <a16:creationId xmlns:a16="http://schemas.microsoft.com/office/drawing/2014/main" id="{0A580835-3742-1411-3FA6-56ADD7C52740}"/>
                </a:ext>
              </a:extLst>
            </p:cNvPr>
            <p:cNvCxnSpPr>
              <a:cxnSpLocks/>
            </p:cNvCxnSpPr>
            <p:nvPr/>
          </p:nvCxnSpPr>
          <p:spPr>
            <a:xfrm>
              <a:off x="5521097" y="2438257"/>
              <a:ext cx="588329" cy="963938"/>
            </a:xfrm>
            <a:prstGeom prst="line">
              <a:avLst/>
            </a:prstGeom>
            <a:noFill/>
            <a:ln w="25400" cap="rnd">
              <a:solidFill>
                <a:schemeClr val="bg1">
                  <a:lumMod val="75000"/>
                </a:schemeClr>
              </a:solidFill>
              <a:prstDash val="sysDot"/>
              <a:round/>
            </a:ln>
          </p:spPr>
        </p:cxnSp>
      </p:grpSp>
      <p:grpSp>
        <p:nvGrpSpPr>
          <p:cNvPr id="12" name="78b1c40b-99d1-4832-b5bf-9d6baea0369b">
            <a:extLst>
              <a:ext uri="{FF2B5EF4-FFF2-40B4-BE49-F238E27FC236}">
                <a16:creationId xmlns:a16="http://schemas.microsoft.com/office/drawing/2014/main" id="{71D33E57-8271-B5A9-066B-2EFD43AB3DCD}"/>
              </a:ext>
            </a:extLst>
          </p:cNvPr>
          <p:cNvGrpSpPr/>
          <p:nvPr userDrawn="1"/>
        </p:nvGrpSpPr>
        <p:grpSpPr>
          <a:xfrm>
            <a:off x="5521097" y="2658534"/>
            <a:ext cx="1203857" cy="963938"/>
            <a:chOff x="5521097" y="2438257"/>
            <a:chExt cx="1203857" cy="963938"/>
          </a:xfrm>
        </p:grpSpPr>
        <p:cxnSp>
          <p:nvCxnSpPr>
            <p:cNvPr id="14" name="Connecteur droit 13">
              <a:extLst>
                <a:ext uri="{FF2B5EF4-FFF2-40B4-BE49-F238E27FC236}">
                  <a16:creationId xmlns:a16="http://schemas.microsoft.com/office/drawing/2014/main" id="{B72661D8-F899-F738-30B8-1EE7E06E7591}"/>
                </a:ext>
              </a:extLst>
            </p:cNvPr>
            <p:cNvCxnSpPr>
              <a:cxnSpLocks/>
            </p:cNvCxnSpPr>
            <p:nvPr/>
          </p:nvCxnSpPr>
          <p:spPr>
            <a:xfrm flipH="1">
              <a:off x="6104192" y="2438257"/>
              <a:ext cx="620762" cy="956133"/>
            </a:xfrm>
            <a:prstGeom prst="line">
              <a:avLst/>
            </a:prstGeom>
            <a:noFill/>
            <a:ln w="25400" cap="rnd">
              <a:solidFill>
                <a:schemeClr val="bg1">
                  <a:lumMod val="85000"/>
                </a:schemeClr>
              </a:solidFill>
              <a:prstDash val="sysDot"/>
              <a:round/>
            </a:ln>
          </p:spPr>
        </p:cxnSp>
        <p:cxnSp>
          <p:nvCxnSpPr>
            <p:cNvPr id="15" name="Connecteur droit 14">
              <a:extLst>
                <a:ext uri="{FF2B5EF4-FFF2-40B4-BE49-F238E27FC236}">
                  <a16:creationId xmlns:a16="http://schemas.microsoft.com/office/drawing/2014/main" id="{A8A699C0-FAA8-7CC2-6731-90FD6B9D9101}"/>
                </a:ext>
              </a:extLst>
            </p:cNvPr>
            <p:cNvCxnSpPr>
              <a:cxnSpLocks/>
            </p:cNvCxnSpPr>
            <p:nvPr/>
          </p:nvCxnSpPr>
          <p:spPr>
            <a:xfrm>
              <a:off x="5521097" y="2438257"/>
              <a:ext cx="588329" cy="963938"/>
            </a:xfrm>
            <a:prstGeom prst="line">
              <a:avLst/>
            </a:prstGeom>
            <a:noFill/>
            <a:ln w="25400" cap="rnd">
              <a:solidFill>
                <a:schemeClr val="bg1">
                  <a:lumMod val="85000"/>
                </a:schemeClr>
              </a:solidFill>
              <a:prstDash val="sysDot"/>
              <a:round/>
            </a:ln>
          </p:spPr>
        </p:cxnSp>
      </p:grpSp>
      <p:cxnSp>
        <p:nvCxnSpPr>
          <p:cNvPr id="16" name="0accfb1b-3915-4622-b54a-93f344a3ebc4">
            <a:extLst>
              <a:ext uri="{FF2B5EF4-FFF2-40B4-BE49-F238E27FC236}">
                <a16:creationId xmlns:a16="http://schemas.microsoft.com/office/drawing/2014/main" id="{1D96A8B0-17D3-DDCF-0197-3D0657823EB1}"/>
              </a:ext>
            </a:extLst>
          </p:cNvPr>
          <p:cNvCxnSpPr>
            <a:cxnSpLocks/>
          </p:cNvCxnSpPr>
          <p:nvPr userDrawn="1"/>
        </p:nvCxnSpPr>
        <p:spPr>
          <a:xfrm>
            <a:off x="5004354" y="3622471"/>
            <a:ext cx="2173913" cy="0"/>
          </a:xfrm>
          <a:prstGeom prst="line">
            <a:avLst/>
          </a:prstGeom>
          <a:noFill/>
          <a:ln w="25400" cap="rnd">
            <a:solidFill>
              <a:schemeClr val="bg1">
                <a:lumMod val="85000"/>
              </a:schemeClr>
            </a:solidFill>
            <a:prstDash val="sysDot"/>
            <a:round/>
          </a:ln>
        </p:spPr>
      </p:cxnSp>
      <p:sp>
        <p:nvSpPr>
          <p:cNvPr id="40" name="3b4311d9-3047-40aa-b8e4-ec0cb4c42513">
            <a:extLst>
              <a:ext uri="{FF2B5EF4-FFF2-40B4-BE49-F238E27FC236}">
                <a16:creationId xmlns:a16="http://schemas.microsoft.com/office/drawing/2014/main" id="{EFB56874-D43B-47CE-6503-FCBD7F158DEA}"/>
              </a:ext>
            </a:extLst>
          </p:cNvPr>
          <p:cNvSpPr/>
          <p:nvPr userDrawn="1"/>
        </p:nvSpPr>
        <p:spPr>
          <a:xfrm>
            <a:off x="3771899" y="3086901"/>
            <a:ext cx="1138714" cy="1138522"/>
          </a:xfrm>
          <a:custGeom>
            <a:avLst/>
            <a:gdLst>
              <a:gd name="connsiteX0" fmla="*/ 1138714 w 1138714"/>
              <a:gd name="connsiteY0" fmla="*/ 568688 h 1138522"/>
              <a:gd name="connsiteX1" fmla="*/ 568688 w 1138714"/>
              <a:gd name="connsiteY1" fmla="*/ 0 h 1138522"/>
              <a:gd name="connsiteX2" fmla="*/ 0 w 1138714"/>
              <a:gd name="connsiteY2" fmla="*/ 569835 h 1138522"/>
              <a:gd name="connsiteX3" fmla="*/ 569453 w 1138714"/>
              <a:gd name="connsiteY3" fmla="*/ 1138522 h 1138522"/>
              <a:gd name="connsiteX4" fmla="*/ 570027 w 1138714"/>
              <a:gd name="connsiteY4" fmla="*/ 1138522 h 1138522"/>
              <a:gd name="connsiteX5" fmla="*/ 1138714 w 1138714"/>
              <a:gd name="connsiteY5" fmla="*/ 568688 h 1138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8714" h="1138522">
                <a:moveTo>
                  <a:pt x="1138714" y="568688"/>
                </a:moveTo>
                <a:cubicBezTo>
                  <a:pt x="1138331" y="254217"/>
                  <a:pt x="883158" y="-382"/>
                  <a:pt x="568688" y="0"/>
                </a:cubicBezTo>
                <a:cubicBezTo>
                  <a:pt x="254408" y="192"/>
                  <a:pt x="-382" y="255556"/>
                  <a:pt x="0" y="569835"/>
                </a:cubicBezTo>
                <a:cubicBezTo>
                  <a:pt x="383" y="884115"/>
                  <a:pt x="255173" y="1138522"/>
                  <a:pt x="569453" y="1138522"/>
                </a:cubicBezTo>
                <a:lnTo>
                  <a:pt x="570027" y="1138522"/>
                </a:lnTo>
                <a:cubicBezTo>
                  <a:pt x="884497" y="1138522"/>
                  <a:pt x="1139096" y="883158"/>
                  <a:pt x="1138714" y="568688"/>
                </a:cubicBezTo>
                <a:close/>
              </a:path>
            </a:pathLst>
          </a:custGeom>
          <a:solidFill>
            <a:schemeClr val="accent3"/>
          </a:solidFill>
          <a:ln w="19128" cap="flat">
            <a:noFill/>
            <a:prstDash val="solid"/>
            <a:miter/>
          </a:ln>
        </p:spPr>
        <p:txBody>
          <a:bodyPr rtlCol="0" anchor="ctr"/>
          <a:lstStyle/>
          <a:p>
            <a:endParaRPr lang="fr-FR"/>
          </a:p>
        </p:txBody>
      </p:sp>
      <p:sp>
        <p:nvSpPr>
          <p:cNvPr id="41" name="89a9b620-1abc-4fe9-8256-f8e7639bad6d">
            <a:extLst>
              <a:ext uri="{FF2B5EF4-FFF2-40B4-BE49-F238E27FC236}">
                <a16:creationId xmlns:a16="http://schemas.microsoft.com/office/drawing/2014/main" id="{0D8DA315-E417-513E-2708-6D29BE2A3BA4}"/>
              </a:ext>
            </a:extLst>
          </p:cNvPr>
          <p:cNvSpPr/>
          <p:nvPr userDrawn="1"/>
        </p:nvSpPr>
        <p:spPr>
          <a:xfrm>
            <a:off x="4649606" y="4603715"/>
            <a:ext cx="1138862" cy="1138809"/>
          </a:xfrm>
          <a:custGeom>
            <a:avLst/>
            <a:gdLst>
              <a:gd name="connsiteX0" fmla="*/ 854178 w 1138862"/>
              <a:gd name="connsiteY0" fmla="*/ 76418 h 1138809"/>
              <a:gd name="connsiteX1" fmla="*/ 76418 w 1138862"/>
              <a:gd name="connsiteY1" fmla="*/ 284726 h 1138809"/>
              <a:gd name="connsiteX2" fmla="*/ 284726 w 1138862"/>
              <a:gd name="connsiteY2" fmla="*/ 1062487 h 1138809"/>
              <a:gd name="connsiteX3" fmla="*/ 568974 w 1138862"/>
              <a:gd name="connsiteY3" fmla="*/ 1138809 h 1138809"/>
              <a:gd name="connsiteX4" fmla="*/ 1062487 w 1138862"/>
              <a:gd name="connsiteY4" fmla="*/ 854178 h 1138809"/>
              <a:gd name="connsiteX5" fmla="*/ 854178 w 1138862"/>
              <a:gd name="connsiteY5" fmla="*/ 76418 h 1138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8862" h="1138809">
                <a:moveTo>
                  <a:pt x="854178" y="76418"/>
                </a:moveTo>
                <a:cubicBezTo>
                  <a:pt x="581981" y="-80818"/>
                  <a:pt x="233653" y="12338"/>
                  <a:pt x="76418" y="284726"/>
                </a:cubicBezTo>
                <a:cubicBezTo>
                  <a:pt x="-80818" y="556923"/>
                  <a:pt x="12338" y="905251"/>
                  <a:pt x="284726" y="1062487"/>
                </a:cubicBezTo>
                <a:cubicBezTo>
                  <a:pt x="374438" y="1114133"/>
                  <a:pt x="472376" y="1138809"/>
                  <a:pt x="568974" y="1138809"/>
                </a:cubicBezTo>
                <a:cubicBezTo>
                  <a:pt x="765614" y="1138809"/>
                  <a:pt x="956898" y="1036855"/>
                  <a:pt x="1062487" y="854178"/>
                </a:cubicBezTo>
                <a:cubicBezTo>
                  <a:pt x="1219722" y="581790"/>
                  <a:pt x="1126375" y="233653"/>
                  <a:pt x="854178" y="76418"/>
                </a:cubicBezTo>
                <a:close/>
              </a:path>
            </a:pathLst>
          </a:custGeom>
          <a:solidFill>
            <a:schemeClr val="accent3"/>
          </a:solidFill>
          <a:ln w="19128" cap="flat">
            <a:noFill/>
            <a:prstDash val="solid"/>
            <a:miter/>
          </a:ln>
        </p:spPr>
        <p:txBody>
          <a:bodyPr rtlCol="0" anchor="ctr"/>
          <a:lstStyle/>
          <a:p>
            <a:endParaRPr lang="fr-FR"/>
          </a:p>
        </p:txBody>
      </p:sp>
      <p:sp>
        <p:nvSpPr>
          <p:cNvPr id="42" name="5c078290-7b20-44c9-8d36-eecce6611fd0">
            <a:extLst>
              <a:ext uri="{FF2B5EF4-FFF2-40B4-BE49-F238E27FC236}">
                <a16:creationId xmlns:a16="http://schemas.microsoft.com/office/drawing/2014/main" id="{C9EC064C-2C97-6087-22B3-C848AC6B4AF4}"/>
              </a:ext>
            </a:extLst>
          </p:cNvPr>
          <p:cNvSpPr/>
          <p:nvPr userDrawn="1"/>
        </p:nvSpPr>
        <p:spPr>
          <a:xfrm>
            <a:off x="4646184" y="1565742"/>
            <a:ext cx="1138862" cy="1138937"/>
          </a:xfrm>
          <a:custGeom>
            <a:avLst/>
            <a:gdLst>
              <a:gd name="connsiteX0" fmla="*/ 569909 w 1138862"/>
              <a:gd name="connsiteY0" fmla="*/ 1138937 h 1138937"/>
              <a:gd name="connsiteX1" fmla="*/ 855305 w 1138862"/>
              <a:gd name="connsiteY1" fmla="*/ 1061850 h 1138937"/>
              <a:gd name="connsiteX2" fmla="*/ 1061701 w 1138862"/>
              <a:gd name="connsiteY2" fmla="*/ 283515 h 1138937"/>
              <a:gd name="connsiteX3" fmla="*/ 283557 w 1138862"/>
              <a:gd name="connsiteY3" fmla="*/ 77120 h 1138937"/>
              <a:gd name="connsiteX4" fmla="*/ 77162 w 1138862"/>
              <a:gd name="connsiteY4" fmla="*/ 855263 h 1138937"/>
              <a:gd name="connsiteX5" fmla="*/ 569909 w 1138862"/>
              <a:gd name="connsiteY5" fmla="*/ 1138937 h 1138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8862" h="1138937">
                <a:moveTo>
                  <a:pt x="569909" y="1138937"/>
                </a:moveTo>
                <a:cubicBezTo>
                  <a:pt x="667082" y="1138937"/>
                  <a:pt x="765402" y="1114070"/>
                  <a:pt x="855305" y="1061850"/>
                </a:cubicBezTo>
                <a:cubicBezTo>
                  <a:pt x="1127311" y="903849"/>
                  <a:pt x="1219701" y="555521"/>
                  <a:pt x="1061701" y="283515"/>
                </a:cubicBezTo>
                <a:cubicBezTo>
                  <a:pt x="903891" y="11701"/>
                  <a:pt x="555563" y="-80881"/>
                  <a:pt x="283557" y="77120"/>
                </a:cubicBezTo>
                <a:cubicBezTo>
                  <a:pt x="11552" y="234929"/>
                  <a:pt x="-80839" y="583257"/>
                  <a:pt x="77162" y="855263"/>
                </a:cubicBezTo>
                <a:cubicBezTo>
                  <a:pt x="182751" y="1037365"/>
                  <a:pt x="373652" y="1138937"/>
                  <a:pt x="569909" y="1138937"/>
                </a:cubicBezTo>
                <a:close/>
              </a:path>
            </a:pathLst>
          </a:custGeom>
          <a:solidFill>
            <a:schemeClr val="accent3"/>
          </a:solidFill>
          <a:ln w="19128" cap="flat">
            <a:noFill/>
            <a:prstDash val="solid"/>
            <a:miter/>
          </a:ln>
        </p:spPr>
        <p:txBody>
          <a:bodyPr rtlCol="0" anchor="ctr"/>
          <a:lstStyle/>
          <a:p>
            <a:endParaRPr lang="fr-FR"/>
          </a:p>
        </p:txBody>
      </p:sp>
      <p:sp>
        <p:nvSpPr>
          <p:cNvPr id="43" name="fbfa98ac-0605-47f4-a9cd-0171efd0bbae">
            <a:extLst>
              <a:ext uri="{FF2B5EF4-FFF2-40B4-BE49-F238E27FC236}">
                <a16:creationId xmlns:a16="http://schemas.microsoft.com/office/drawing/2014/main" id="{4C25ABC4-6123-BDBF-9303-1C23A057E304}"/>
              </a:ext>
            </a:extLst>
          </p:cNvPr>
          <p:cNvSpPr/>
          <p:nvPr userDrawn="1"/>
        </p:nvSpPr>
        <p:spPr>
          <a:xfrm>
            <a:off x="7278898" y="3080971"/>
            <a:ext cx="1138523" cy="1142540"/>
          </a:xfrm>
          <a:custGeom>
            <a:avLst/>
            <a:gdLst>
              <a:gd name="connsiteX0" fmla="*/ 567924 w 1138523"/>
              <a:gd name="connsiteY0" fmla="*/ 1 h 1142540"/>
              <a:gd name="connsiteX1" fmla="*/ 2 w 1138523"/>
              <a:gd name="connsiteY1" fmla="*/ 570601 h 1142540"/>
              <a:gd name="connsiteX2" fmla="*/ 2 w 1138523"/>
              <a:gd name="connsiteY2" fmla="*/ 573279 h 1142540"/>
              <a:gd name="connsiteX3" fmla="*/ 569263 w 1138523"/>
              <a:gd name="connsiteY3" fmla="*/ 1142540 h 1142540"/>
              <a:gd name="connsiteX4" fmla="*/ 1138524 w 1138523"/>
              <a:gd name="connsiteY4" fmla="*/ 573279 h 1142540"/>
              <a:gd name="connsiteX5" fmla="*/ 1138524 w 1138523"/>
              <a:gd name="connsiteY5" fmla="*/ 565245 h 1142540"/>
              <a:gd name="connsiteX6" fmla="*/ 567924 w 1138523"/>
              <a:gd name="connsiteY6" fmla="*/ 1 h 1142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8523" h="1142540">
                <a:moveTo>
                  <a:pt x="567924" y="1"/>
                </a:moveTo>
                <a:cubicBezTo>
                  <a:pt x="253644" y="766"/>
                  <a:pt x="-763" y="256130"/>
                  <a:pt x="2" y="570601"/>
                </a:cubicBezTo>
                <a:lnTo>
                  <a:pt x="2" y="573279"/>
                </a:lnTo>
                <a:cubicBezTo>
                  <a:pt x="2" y="887750"/>
                  <a:pt x="254792" y="1142540"/>
                  <a:pt x="569263" y="1142540"/>
                </a:cubicBezTo>
                <a:cubicBezTo>
                  <a:pt x="883734" y="1142540"/>
                  <a:pt x="1138524" y="887750"/>
                  <a:pt x="1138524" y="573279"/>
                </a:cubicBezTo>
                <a:lnTo>
                  <a:pt x="1138524" y="565245"/>
                </a:lnTo>
                <a:cubicBezTo>
                  <a:pt x="1136420" y="252113"/>
                  <a:pt x="881438" y="-573"/>
                  <a:pt x="567924" y="1"/>
                </a:cubicBezTo>
                <a:close/>
              </a:path>
            </a:pathLst>
          </a:custGeom>
          <a:solidFill>
            <a:schemeClr val="accent3"/>
          </a:solidFill>
          <a:ln w="19128" cap="flat">
            <a:noFill/>
            <a:prstDash val="solid"/>
            <a:miter/>
          </a:ln>
        </p:spPr>
        <p:txBody>
          <a:bodyPr rtlCol="0" anchor="ctr"/>
          <a:lstStyle/>
          <a:p>
            <a:endParaRPr lang="fr-FR"/>
          </a:p>
        </p:txBody>
      </p:sp>
      <p:sp>
        <p:nvSpPr>
          <p:cNvPr id="44" name="ae4584dd-eeab-46a5-8588-f7d2b7e1ff5a">
            <a:extLst>
              <a:ext uri="{FF2B5EF4-FFF2-40B4-BE49-F238E27FC236}">
                <a16:creationId xmlns:a16="http://schemas.microsoft.com/office/drawing/2014/main" id="{F1E75521-7BFD-994F-2C36-B59F42AA0FFD}"/>
              </a:ext>
            </a:extLst>
          </p:cNvPr>
          <p:cNvSpPr/>
          <p:nvPr userDrawn="1"/>
        </p:nvSpPr>
        <p:spPr>
          <a:xfrm>
            <a:off x="6399269" y="1565800"/>
            <a:ext cx="1138828" cy="1138820"/>
          </a:xfrm>
          <a:custGeom>
            <a:avLst/>
            <a:gdLst>
              <a:gd name="connsiteX0" fmla="*/ 285312 w 1138828"/>
              <a:gd name="connsiteY0" fmla="*/ 1062690 h 1138820"/>
              <a:gd name="connsiteX1" fmla="*/ 568794 w 1138828"/>
              <a:gd name="connsiteY1" fmla="*/ 1138821 h 1138820"/>
              <a:gd name="connsiteX2" fmla="*/ 1062690 w 1138828"/>
              <a:gd name="connsiteY2" fmla="*/ 853616 h 1138820"/>
              <a:gd name="connsiteX3" fmla="*/ 853616 w 1138828"/>
              <a:gd name="connsiteY3" fmla="*/ 76047 h 1138820"/>
              <a:gd name="connsiteX4" fmla="*/ 76047 w 1138828"/>
              <a:gd name="connsiteY4" fmla="*/ 285312 h 1138820"/>
              <a:gd name="connsiteX5" fmla="*/ 285312 w 1138828"/>
              <a:gd name="connsiteY5" fmla="*/ 1062690 h 113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8828" h="1138820">
                <a:moveTo>
                  <a:pt x="285312" y="1062690"/>
                </a:moveTo>
                <a:cubicBezTo>
                  <a:pt x="374832" y="1114336"/>
                  <a:pt x="472387" y="1138821"/>
                  <a:pt x="568794" y="1138821"/>
                </a:cubicBezTo>
                <a:cubicBezTo>
                  <a:pt x="765817" y="1138821"/>
                  <a:pt x="957292" y="1036484"/>
                  <a:pt x="1062690" y="853616"/>
                </a:cubicBezTo>
                <a:cubicBezTo>
                  <a:pt x="1219734" y="581228"/>
                  <a:pt x="1126005" y="233091"/>
                  <a:pt x="853616" y="76047"/>
                </a:cubicBezTo>
                <a:cubicBezTo>
                  <a:pt x="581228" y="-80806"/>
                  <a:pt x="233091" y="12732"/>
                  <a:pt x="76047" y="285312"/>
                </a:cubicBezTo>
                <a:cubicBezTo>
                  <a:pt x="-80806" y="557700"/>
                  <a:pt x="12732" y="905837"/>
                  <a:pt x="285312" y="1062690"/>
                </a:cubicBezTo>
                <a:close/>
              </a:path>
            </a:pathLst>
          </a:custGeom>
          <a:solidFill>
            <a:schemeClr val="accent3"/>
          </a:solidFill>
          <a:ln w="19128" cap="flat">
            <a:noFill/>
            <a:prstDash val="solid"/>
            <a:miter/>
          </a:ln>
        </p:spPr>
        <p:txBody>
          <a:bodyPr rtlCol="0" anchor="ctr"/>
          <a:lstStyle/>
          <a:p>
            <a:endParaRPr lang="fr-FR"/>
          </a:p>
        </p:txBody>
      </p:sp>
      <p:sp>
        <p:nvSpPr>
          <p:cNvPr id="45" name="b6721f73-6853-4de4-8441-9123542ba76e">
            <a:extLst>
              <a:ext uri="{FF2B5EF4-FFF2-40B4-BE49-F238E27FC236}">
                <a16:creationId xmlns:a16="http://schemas.microsoft.com/office/drawing/2014/main" id="{23C5E3F6-38A2-259D-EF05-B12146906D41}"/>
              </a:ext>
            </a:extLst>
          </p:cNvPr>
          <p:cNvSpPr/>
          <p:nvPr userDrawn="1"/>
        </p:nvSpPr>
        <p:spPr>
          <a:xfrm>
            <a:off x="6402734" y="4603646"/>
            <a:ext cx="1138840" cy="1138947"/>
          </a:xfrm>
          <a:custGeom>
            <a:avLst/>
            <a:gdLst>
              <a:gd name="connsiteX0" fmla="*/ 284141 w 1138840"/>
              <a:gd name="connsiteY0" fmla="*/ 76748 h 1138947"/>
              <a:gd name="connsiteX1" fmla="*/ 76790 w 1138840"/>
              <a:gd name="connsiteY1" fmla="*/ 854699 h 1138947"/>
              <a:gd name="connsiteX2" fmla="*/ 569920 w 1138840"/>
              <a:gd name="connsiteY2" fmla="*/ 1138947 h 1138947"/>
              <a:gd name="connsiteX3" fmla="*/ 854741 w 1138840"/>
              <a:gd name="connsiteY3" fmla="*/ 1062242 h 1138947"/>
              <a:gd name="connsiteX4" fmla="*/ 1062093 w 1138840"/>
              <a:gd name="connsiteY4" fmla="*/ 284099 h 1138947"/>
              <a:gd name="connsiteX5" fmla="*/ 284141 w 1138840"/>
              <a:gd name="connsiteY5" fmla="*/ 76748 h 113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8840" h="1138947">
                <a:moveTo>
                  <a:pt x="284141" y="76748"/>
                </a:moveTo>
                <a:cubicBezTo>
                  <a:pt x="11944" y="234365"/>
                  <a:pt x="-80829" y="582694"/>
                  <a:pt x="76790" y="854699"/>
                </a:cubicBezTo>
                <a:cubicBezTo>
                  <a:pt x="182187" y="1037184"/>
                  <a:pt x="373471" y="1138947"/>
                  <a:pt x="569920" y="1138947"/>
                </a:cubicBezTo>
                <a:cubicBezTo>
                  <a:pt x="666709" y="1138947"/>
                  <a:pt x="764838" y="1114272"/>
                  <a:pt x="854741" y="1062242"/>
                </a:cubicBezTo>
                <a:cubicBezTo>
                  <a:pt x="1126747" y="904625"/>
                  <a:pt x="1219711" y="556296"/>
                  <a:pt x="1062093" y="284099"/>
                </a:cubicBezTo>
                <a:cubicBezTo>
                  <a:pt x="904475" y="12094"/>
                  <a:pt x="556147" y="-80870"/>
                  <a:pt x="284141" y="76748"/>
                </a:cubicBezTo>
                <a:close/>
              </a:path>
            </a:pathLst>
          </a:custGeom>
          <a:solidFill>
            <a:schemeClr val="accent3"/>
          </a:solidFill>
          <a:ln w="19128" cap="flat">
            <a:noFill/>
            <a:prstDash val="solid"/>
            <a:miter/>
          </a:ln>
        </p:spPr>
        <p:txBody>
          <a:bodyPr rtlCol="0" anchor="ctr"/>
          <a:lstStyle/>
          <a:p>
            <a:endParaRPr lang="fr-FR"/>
          </a:p>
        </p:txBody>
      </p:sp>
      <p:sp>
        <p:nvSpPr>
          <p:cNvPr id="2" name="Titre 1">
            <a:extLst>
              <a:ext uri="{FF2B5EF4-FFF2-40B4-BE49-F238E27FC236}">
                <a16:creationId xmlns:a16="http://schemas.microsoft.com/office/drawing/2014/main" id="{0B3E612B-7586-F068-5191-7BA08DB66C09}"/>
              </a:ext>
            </a:extLst>
          </p:cNvPr>
          <p:cNvSpPr>
            <a:spLocks noGrp="1"/>
          </p:cNvSpPr>
          <p:nvPr userDrawn="1">
            <p:ph type="title" hasCustomPrompt="1"/>
          </p:nvPr>
        </p:nvSpPr>
        <p:spPr>
          <a:xfrm>
            <a:off x="731838" y="542925"/>
            <a:ext cx="2706688"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userDrawn="1">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userDrawn="1">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userDrawn="1">
            <p:ph type="body" sz="quarter" idx="13" hasCustomPrompt="1"/>
          </p:nvPr>
        </p:nvSpPr>
        <p:spPr>
          <a:xfrm>
            <a:off x="731837" y="966302"/>
            <a:ext cx="2706689" cy="313932"/>
          </a:xfrm>
        </p:spPr>
        <p:txBody>
          <a:bodyPr wrap="square">
            <a:spAutoFit/>
          </a:bodyPr>
          <a:lstStyle>
            <a:lvl1pPr marL="0" indent="0">
              <a:buNone/>
              <a:defRPr b="0"/>
            </a:lvl1pPr>
          </a:lstStyle>
          <a:p>
            <a:pPr lvl="0"/>
            <a:r>
              <a:rPr lang="fr-FR"/>
              <a:t>Subtitle of the slide</a:t>
            </a:r>
            <a:endParaRPr lang="fr-FR" dirty="0"/>
          </a:p>
        </p:txBody>
      </p:sp>
      <p:sp>
        <p:nvSpPr>
          <p:cNvPr id="6" name="Freeform 1">
            <a:extLst>
              <a:ext uri="{FF2B5EF4-FFF2-40B4-BE49-F238E27FC236}">
                <a16:creationId xmlns:a16="http://schemas.microsoft.com/office/drawing/2014/main" id="{63F3B991-24DB-2232-1DA6-8C338B51702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cxnSp>
        <p:nvCxnSpPr>
          <p:cNvPr id="9" name="Connecteur droit 8">
            <a:extLst>
              <a:ext uri="{FF2B5EF4-FFF2-40B4-BE49-F238E27FC236}">
                <a16:creationId xmlns:a16="http://schemas.microsoft.com/office/drawing/2014/main" id="{D29C8996-F6D0-986C-B8F3-D44BE8259B15}"/>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sp>
        <p:nvSpPr>
          <p:cNvPr id="13" name="ae71c7d6-9eba-4d37-a5db-e6ba71c23571">
            <a:extLst>
              <a:ext uri="{FF2B5EF4-FFF2-40B4-BE49-F238E27FC236}">
                <a16:creationId xmlns:a16="http://schemas.microsoft.com/office/drawing/2014/main" id="{610BBE01-C424-4E28-5389-F4BA509226C6}"/>
              </a:ext>
            </a:extLst>
          </p:cNvPr>
          <p:cNvSpPr>
            <a:spLocks noChangeAspect="1"/>
          </p:cNvSpPr>
          <p:nvPr userDrawn="1"/>
        </p:nvSpPr>
        <p:spPr>
          <a:xfrm>
            <a:off x="5295900" y="2849880"/>
            <a:ext cx="1600200" cy="1600200"/>
          </a:xfrm>
          <a:prstGeom prst="ellipse">
            <a:avLst/>
          </a:prstGeom>
          <a:solidFill>
            <a:schemeClr val="tx2"/>
          </a:solidFill>
          <a:ln w="38100"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dirty="0">
              <a:latin typeface="Source Sans Pro" panose="020B0503030403020204" pitchFamily="34" charset="77"/>
            </a:endParaRPr>
          </a:p>
        </p:txBody>
      </p:sp>
      <p:sp>
        <p:nvSpPr>
          <p:cNvPr id="17" name="Espace réservé du texte 5">
            <a:extLst>
              <a:ext uri="{FF2B5EF4-FFF2-40B4-BE49-F238E27FC236}">
                <a16:creationId xmlns:a16="http://schemas.microsoft.com/office/drawing/2014/main" id="{1D66E11D-60EA-4521-94E4-87DF166D74D5}"/>
              </a:ext>
            </a:extLst>
          </p:cNvPr>
          <p:cNvSpPr>
            <a:spLocks noGrp="1"/>
          </p:cNvSpPr>
          <p:nvPr>
            <p:ph type="body" sz="quarter" idx="30" hasCustomPrompt="1"/>
          </p:nvPr>
        </p:nvSpPr>
        <p:spPr>
          <a:xfrm>
            <a:off x="8417420" y="3383666"/>
            <a:ext cx="3082278" cy="516552"/>
          </a:xfrm>
        </p:spPr>
        <p:txBody>
          <a:bodyPr wrap="square" anchor="ctr" anchorCtr="0">
            <a:spAutoFit/>
          </a:bodyPr>
          <a:lstStyle>
            <a:lvl2pPr marL="180975" indent="-90488">
              <a:buFont typeface="Source Sans Pro" panose="020B0503030403020204" pitchFamily="34" charset="0"/>
              <a:buChar char=" "/>
              <a:defRPr/>
            </a:lvl2pPr>
            <a:lvl3pPr marL="147638" indent="-147638">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18" name="Espace réservé du texte 5">
            <a:extLst>
              <a:ext uri="{FF2B5EF4-FFF2-40B4-BE49-F238E27FC236}">
                <a16:creationId xmlns:a16="http://schemas.microsoft.com/office/drawing/2014/main" id="{EA9F77C1-3452-13B2-8AAD-8A0E672E9A49}"/>
              </a:ext>
            </a:extLst>
          </p:cNvPr>
          <p:cNvSpPr>
            <a:spLocks noGrp="1"/>
          </p:cNvSpPr>
          <p:nvPr>
            <p:ph type="body" sz="quarter" idx="31" hasCustomPrompt="1"/>
          </p:nvPr>
        </p:nvSpPr>
        <p:spPr>
          <a:xfrm>
            <a:off x="7550977" y="4914843"/>
            <a:ext cx="3082278" cy="516552"/>
          </a:xfrm>
        </p:spPr>
        <p:txBody>
          <a:bodyPr wrap="square" anchor="ctr" anchorCtr="0">
            <a:spAutoFit/>
          </a:bodyPr>
          <a:lstStyle>
            <a:lvl2pPr marL="180975" indent="-90488">
              <a:buFont typeface="Source Sans Pro" panose="020B0503030403020204" pitchFamily="34" charset="0"/>
              <a:buChar char=" "/>
              <a:defRPr/>
            </a:lvl2pPr>
            <a:lvl3pPr marL="147638" indent="-147638">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19" name="Espace réservé du texte 5">
            <a:extLst>
              <a:ext uri="{FF2B5EF4-FFF2-40B4-BE49-F238E27FC236}">
                <a16:creationId xmlns:a16="http://schemas.microsoft.com/office/drawing/2014/main" id="{CBDE7918-8E07-B69E-F0AA-C255573824F3}"/>
              </a:ext>
            </a:extLst>
          </p:cNvPr>
          <p:cNvSpPr>
            <a:spLocks noGrp="1"/>
          </p:cNvSpPr>
          <p:nvPr>
            <p:ph type="body" sz="quarter" idx="32" hasCustomPrompt="1"/>
          </p:nvPr>
        </p:nvSpPr>
        <p:spPr>
          <a:xfrm>
            <a:off x="637146" y="3375441"/>
            <a:ext cx="3117519" cy="516552"/>
          </a:xfrm>
        </p:spPr>
        <p:txBody>
          <a:bodyPr wrap="square" rIns="180000" anchor="ctr" anchorCtr="0">
            <a:spAutoFit/>
          </a:bodyPr>
          <a:lstStyle>
            <a:lvl2pPr marL="180975" indent="-90488" algn="r">
              <a:buFont typeface="Source Sans Pro" panose="020B0503030403020204" pitchFamily="34" charset="0"/>
              <a:buChar char=" "/>
              <a:defRPr/>
            </a:lvl2pPr>
            <a:lvl3pPr marL="147638" indent="0" algn="r">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20" name="Espace réservé du texte 5">
            <a:extLst>
              <a:ext uri="{FF2B5EF4-FFF2-40B4-BE49-F238E27FC236}">
                <a16:creationId xmlns:a16="http://schemas.microsoft.com/office/drawing/2014/main" id="{6EA7B52A-D6E4-ECD8-8606-5FC4786EA048}"/>
              </a:ext>
            </a:extLst>
          </p:cNvPr>
          <p:cNvSpPr>
            <a:spLocks noGrp="1"/>
          </p:cNvSpPr>
          <p:nvPr>
            <p:ph type="body" sz="quarter" idx="33" hasCustomPrompt="1"/>
          </p:nvPr>
        </p:nvSpPr>
        <p:spPr>
          <a:xfrm>
            <a:off x="1525405" y="4914843"/>
            <a:ext cx="3117519" cy="516552"/>
          </a:xfrm>
        </p:spPr>
        <p:txBody>
          <a:bodyPr wrap="square" rIns="180000" anchor="ctr" anchorCtr="0">
            <a:spAutoFit/>
          </a:bodyPr>
          <a:lstStyle>
            <a:lvl2pPr marL="180975" indent="-90488" algn="r">
              <a:buFont typeface="Source Sans Pro" panose="020B0503030403020204" pitchFamily="34" charset="0"/>
              <a:buChar char=" "/>
              <a:defRPr/>
            </a:lvl2pPr>
            <a:lvl3pPr marL="147638" indent="0" algn="r">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21" name="Espace réservé du texte 5">
            <a:extLst>
              <a:ext uri="{FF2B5EF4-FFF2-40B4-BE49-F238E27FC236}">
                <a16:creationId xmlns:a16="http://schemas.microsoft.com/office/drawing/2014/main" id="{373CA7D6-7CE6-013E-20A9-50F6CC2E3AD0}"/>
              </a:ext>
            </a:extLst>
          </p:cNvPr>
          <p:cNvSpPr>
            <a:spLocks noGrp="1"/>
          </p:cNvSpPr>
          <p:nvPr>
            <p:ph type="body" sz="quarter" idx="34" hasCustomPrompt="1"/>
          </p:nvPr>
        </p:nvSpPr>
        <p:spPr>
          <a:xfrm>
            <a:off x="5416168" y="3649980"/>
            <a:ext cx="1358056" cy="513539"/>
          </a:xfrm>
        </p:spPr>
        <p:txBody>
          <a:bodyPr wrap="square" rIns="108000" anchor="ctr" anchorCtr="0">
            <a:spAutoFit/>
          </a:bodyPr>
          <a:lstStyle>
            <a:lvl2pPr marL="180975" indent="-90488" algn="ctr">
              <a:lnSpc>
                <a:spcPct val="80000"/>
              </a:lnSpc>
              <a:spcBef>
                <a:spcPts val="0"/>
              </a:spcBef>
              <a:buFont typeface="Source Sans Pro" panose="020B0503030403020204" pitchFamily="34" charset="0"/>
              <a:buChar char=" "/>
              <a:defRPr>
                <a:solidFill>
                  <a:schemeClr val="bg1"/>
                </a:solidFill>
              </a:defRPr>
            </a:lvl2pPr>
            <a:lvl3pPr marL="147638" indent="0" algn="ctr">
              <a:lnSpc>
                <a:spcPct val="80000"/>
              </a:lnSpc>
              <a:spcBef>
                <a:spcPts val="0"/>
              </a:spcBef>
              <a:buFont typeface="Source Sans Pro" panose="020B0503030403020204" pitchFamily="34" charset="0"/>
              <a:buChar char=" "/>
              <a:defRPr sz="1000">
                <a:solidFill>
                  <a:schemeClr val="bg1"/>
                </a:solidFill>
              </a:defRPr>
            </a:lvl3pPr>
          </a:lstStyle>
          <a:p>
            <a:pPr lvl="1"/>
            <a:r>
              <a:rPr lang="fr-FR"/>
              <a:t>Your text</a:t>
            </a:r>
          </a:p>
          <a:p>
            <a:pPr lvl="2"/>
            <a:r>
              <a:rPr lang="fr-FR"/>
              <a:t>Complementary text</a:t>
            </a:r>
            <a:endParaRPr lang="en-US" dirty="0"/>
          </a:p>
        </p:txBody>
      </p:sp>
      <p:sp>
        <p:nvSpPr>
          <p:cNvPr id="25" name="Espace réservé pour une image  24">
            <a:extLst>
              <a:ext uri="{FF2B5EF4-FFF2-40B4-BE49-F238E27FC236}">
                <a16:creationId xmlns:a16="http://schemas.microsoft.com/office/drawing/2014/main" id="{23CADAFB-20A3-EDFE-5923-A2D2DBE5D52A}"/>
              </a:ext>
            </a:extLst>
          </p:cNvPr>
          <p:cNvSpPr>
            <a:spLocks noGrp="1"/>
          </p:cNvSpPr>
          <p:nvPr>
            <p:ph type="pic" sz="quarter" idx="14" hasCustomPrompt="1"/>
          </p:nvPr>
        </p:nvSpPr>
        <p:spPr>
          <a:xfrm>
            <a:off x="6725726" y="1892254"/>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30" name="Espace réservé pour une image  29">
            <a:extLst>
              <a:ext uri="{FF2B5EF4-FFF2-40B4-BE49-F238E27FC236}">
                <a16:creationId xmlns:a16="http://schemas.microsoft.com/office/drawing/2014/main" id="{AE5A65C2-B7FD-C3BF-98C2-1C254F473E1D}"/>
              </a:ext>
            </a:extLst>
          </p:cNvPr>
          <p:cNvSpPr>
            <a:spLocks noGrp="1"/>
          </p:cNvSpPr>
          <p:nvPr>
            <p:ph type="pic" sz="quarter" idx="38" hasCustomPrompt="1"/>
          </p:nvPr>
        </p:nvSpPr>
        <p:spPr>
          <a:xfrm>
            <a:off x="5853043" y="3131184"/>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26" name="Espace réservé pour une image  25">
            <a:extLst>
              <a:ext uri="{FF2B5EF4-FFF2-40B4-BE49-F238E27FC236}">
                <a16:creationId xmlns:a16="http://schemas.microsoft.com/office/drawing/2014/main" id="{D7D6660E-D3E4-F3E5-77DD-2868C5B0C5A6}"/>
              </a:ext>
            </a:extLst>
          </p:cNvPr>
          <p:cNvSpPr>
            <a:spLocks noGrp="1"/>
          </p:cNvSpPr>
          <p:nvPr>
            <p:ph type="pic" sz="quarter" idx="35" hasCustomPrompt="1"/>
          </p:nvPr>
        </p:nvSpPr>
        <p:spPr>
          <a:xfrm>
            <a:off x="7605202" y="3409285"/>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27" name="Espace réservé pour une image  26">
            <a:extLst>
              <a:ext uri="{FF2B5EF4-FFF2-40B4-BE49-F238E27FC236}">
                <a16:creationId xmlns:a16="http://schemas.microsoft.com/office/drawing/2014/main" id="{7C9D6FE4-B7FC-8C31-8CD3-0631A2DD40D9}"/>
              </a:ext>
            </a:extLst>
          </p:cNvPr>
          <p:cNvSpPr>
            <a:spLocks noGrp="1"/>
          </p:cNvSpPr>
          <p:nvPr>
            <p:ph type="pic" sz="quarter" idx="36" hasCustomPrompt="1"/>
          </p:nvPr>
        </p:nvSpPr>
        <p:spPr>
          <a:xfrm>
            <a:off x="4976080" y="4930163"/>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28" name="Espace réservé pour une image  27">
            <a:extLst>
              <a:ext uri="{FF2B5EF4-FFF2-40B4-BE49-F238E27FC236}">
                <a16:creationId xmlns:a16="http://schemas.microsoft.com/office/drawing/2014/main" id="{15AB2113-852E-5278-41D7-815594E6F638}"/>
              </a:ext>
            </a:extLst>
          </p:cNvPr>
          <p:cNvSpPr>
            <a:spLocks noGrp="1"/>
          </p:cNvSpPr>
          <p:nvPr>
            <p:ph type="pic" sz="quarter" idx="37" hasCustomPrompt="1"/>
          </p:nvPr>
        </p:nvSpPr>
        <p:spPr>
          <a:xfrm>
            <a:off x="6729197" y="4930163"/>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38" name="Espace réservé pour une image  24">
            <a:extLst>
              <a:ext uri="{FF2B5EF4-FFF2-40B4-BE49-F238E27FC236}">
                <a16:creationId xmlns:a16="http://schemas.microsoft.com/office/drawing/2014/main" id="{FF90D71D-3EC2-1F4A-23AD-17EF68D14585}"/>
              </a:ext>
            </a:extLst>
          </p:cNvPr>
          <p:cNvSpPr>
            <a:spLocks noGrp="1"/>
          </p:cNvSpPr>
          <p:nvPr>
            <p:ph type="pic" sz="quarter" idx="39" hasCustomPrompt="1"/>
          </p:nvPr>
        </p:nvSpPr>
        <p:spPr>
          <a:xfrm>
            <a:off x="4098299" y="3413206"/>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46" name="Espace réservé pour une image  24">
            <a:extLst>
              <a:ext uri="{FF2B5EF4-FFF2-40B4-BE49-F238E27FC236}">
                <a16:creationId xmlns:a16="http://schemas.microsoft.com/office/drawing/2014/main" id="{0FF7B472-1564-05EA-1574-13BFB0C90468}"/>
              </a:ext>
            </a:extLst>
          </p:cNvPr>
          <p:cNvSpPr>
            <a:spLocks noGrp="1"/>
          </p:cNvSpPr>
          <p:nvPr>
            <p:ph type="pic" sz="quarter" idx="41" hasCustomPrompt="1"/>
          </p:nvPr>
        </p:nvSpPr>
        <p:spPr>
          <a:xfrm>
            <a:off x="4972658" y="1892254"/>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47" name="Espace réservé du texte 5">
            <a:extLst>
              <a:ext uri="{FF2B5EF4-FFF2-40B4-BE49-F238E27FC236}">
                <a16:creationId xmlns:a16="http://schemas.microsoft.com/office/drawing/2014/main" id="{3CC96258-88EA-04A7-13E5-042AFCDE5625}"/>
              </a:ext>
            </a:extLst>
          </p:cNvPr>
          <p:cNvSpPr>
            <a:spLocks noGrp="1"/>
          </p:cNvSpPr>
          <p:nvPr>
            <p:ph type="body" sz="quarter" idx="42" hasCustomPrompt="1"/>
          </p:nvPr>
        </p:nvSpPr>
        <p:spPr>
          <a:xfrm>
            <a:off x="7538097" y="1876934"/>
            <a:ext cx="3082278" cy="516552"/>
          </a:xfrm>
        </p:spPr>
        <p:txBody>
          <a:bodyPr wrap="square" anchor="ctr" anchorCtr="0">
            <a:spAutoFit/>
          </a:bodyPr>
          <a:lstStyle>
            <a:lvl2pPr marL="147638" indent="-147638">
              <a:buFont typeface="Source Sans Pro" panose="020B0503030403020204" pitchFamily="34" charset="0"/>
              <a:buChar char=" "/>
              <a:defRPr/>
            </a:lvl2pPr>
            <a:lvl3pPr marL="147638" indent="-147638">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48" name="Espace réservé du texte 5">
            <a:extLst>
              <a:ext uri="{FF2B5EF4-FFF2-40B4-BE49-F238E27FC236}">
                <a16:creationId xmlns:a16="http://schemas.microsoft.com/office/drawing/2014/main" id="{629EE873-2B00-DCF0-4024-56B32A34753A}"/>
              </a:ext>
            </a:extLst>
          </p:cNvPr>
          <p:cNvSpPr>
            <a:spLocks noGrp="1"/>
          </p:cNvSpPr>
          <p:nvPr>
            <p:ph type="body" sz="quarter" idx="43" hasCustomPrompt="1"/>
          </p:nvPr>
        </p:nvSpPr>
        <p:spPr>
          <a:xfrm>
            <a:off x="1521737" y="1876934"/>
            <a:ext cx="3117519" cy="516552"/>
          </a:xfrm>
        </p:spPr>
        <p:txBody>
          <a:bodyPr wrap="square" rIns="180000" anchor="ctr" anchorCtr="0">
            <a:spAutoFit/>
          </a:bodyPr>
          <a:lstStyle>
            <a:lvl2pPr marL="180975" indent="-90488" algn="r">
              <a:buFont typeface="Source Sans Pro" panose="020B0503030403020204" pitchFamily="34" charset="0"/>
              <a:buChar char=" "/>
              <a:defRPr/>
            </a:lvl2pPr>
            <a:lvl3pPr marL="147638" indent="0" algn="r">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Tree>
    <p:extLst>
      <p:ext uri="{BB962C8B-B14F-4D97-AF65-F5344CB8AC3E}">
        <p14:creationId xmlns:p14="http://schemas.microsoft.com/office/powerpoint/2010/main" val="18141486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eoples quotes">
    <p:spTree>
      <p:nvGrpSpPr>
        <p:cNvPr id="1" name=""/>
        <p:cNvGrpSpPr/>
        <p:nvPr/>
      </p:nvGrpSpPr>
      <p:grpSpPr>
        <a:xfrm>
          <a:off x="0" y="0"/>
          <a:ext cx="0" cy="0"/>
          <a:chOff x="0" y="0"/>
          <a:chExt cx="0" cy="0"/>
        </a:xfrm>
      </p:grpSpPr>
      <p:sp>
        <p:nvSpPr>
          <p:cNvPr id="5" name="373032b6-e5b6-473a-8902-66189b515315">
            <a:extLst>
              <a:ext uri="{FF2B5EF4-FFF2-40B4-BE49-F238E27FC236}">
                <a16:creationId xmlns:a16="http://schemas.microsoft.com/office/drawing/2014/main" id="{FCF3A165-CAF0-0BA7-A3F5-623AC8CBF876}"/>
              </a:ext>
            </a:extLst>
          </p:cNvPr>
          <p:cNvSpPr/>
          <p:nvPr userDrawn="1"/>
        </p:nvSpPr>
        <p:spPr>
          <a:xfrm>
            <a:off x="0" y="5090160"/>
            <a:ext cx="12192000" cy="1767840"/>
          </a:xfrm>
          <a:prstGeom prst="rect">
            <a:avLst/>
          </a:prstGeom>
          <a:solidFill>
            <a:schemeClr val="bg1">
              <a:lumMod val="95000"/>
            </a:schemeClr>
          </a:soli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2" name="Ellipse 51">
            <a:extLst>
              <a:ext uri="{FF2B5EF4-FFF2-40B4-BE49-F238E27FC236}">
                <a16:creationId xmlns:a16="http://schemas.microsoft.com/office/drawing/2014/main" id="{5AF055C9-5E9C-EC5C-1C8E-1BBC19B09A5D}"/>
              </a:ext>
            </a:extLst>
          </p:cNvPr>
          <p:cNvSpPr/>
          <p:nvPr userDrawn="1"/>
        </p:nvSpPr>
        <p:spPr>
          <a:xfrm>
            <a:off x="205740" y="5768390"/>
            <a:ext cx="11826240" cy="365125"/>
          </a:xfrm>
          <a:prstGeom prst="ellipse">
            <a:avLst/>
          </a:prstGeom>
          <a:solidFill>
            <a:schemeClr val="bg1">
              <a:lumMod val="85000"/>
            </a:schemeClr>
          </a:soli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userDrawn="1">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userDrawn="1">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6" name="Freeform 1">
            <a:extLst>
              <a:ext uri="{FF2B5EF4-FFF2-40B4-BE49-F238E27FC236}">
                <a16:creationId xmlns:a16="http://schemas.microsoft.com/office/drawing/2014/main" id="{63F3B991-24DB-2232-1DA6-8C338B51702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cxnSp>
        <p:nvCxnSpPr>
          <p:cNvPr id="9" name="Connecteur droit 8">
            <a:extLst>
              <a:ext uri="{FF2B5EF4-FFF2-40B4-BE49-F238E27FC236}">
                <a16:creationId xmlns:a16="http://schemas.microsoft.com/office/drawing/2014/main" id="{D29C8996-F6D0-986C-B8F3-D44BE8259B15}"/>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sp>
        <p:nvSpPr>
          <p:cNvPr id="22" name="Titre 1">
            <a:extLst>
              <a:ext uri="{FF2B5EF4-FFF2-40B4-BE49-F238E27FC236}">
                <a16:creationId xmlns:a16="http://schemas.microsoft.com/office/drawing/2014/main" id="{26C81BA3-BBC8-6236-18F7-CE020162F1F2}"/>
              </a:ext>
            </a:extLst>
          </p:cNvPr>
          <p:cNvSpPr>
            <a:spLocks noGrp="1"/>
          </p:cNvSpPr>
          <p:nvPr>
            <p:ph type="title" hasCustomPrompt="1"/>
          </p:nvPr>
        </p:nvSpPr>
        <p:spPr>
          <a:xfrm>
            <a:off x="731837" y="542925"/>
            <a:ext cx="10953217" cy="462434"/>
          </a:xfrm>
        </p:spPr>
        <p:txBody>
          <a:bodyPr/>
          <a:lstStyle>
            <a:lvl1pPr>
              <a:defRPr/>
            </a:lvl1pPr>
          </a:lstStyle>
          <a:p>
            <a:r>
              <a:rPr lang="fr-FR" dirty="0" err="1"/>
              <a:t>Title</a:t>
            </a:r>
            <a:r>
              <a:rPr lang="fr-FR" dirty="0"/>
              <a:t> of the slide</a:t>
            </a:r>
            <a:endParaRPr lang="en-US" dirty="0"/>
          </a:p>
        </p:txBody>
      </p:sp>
      <p:sp>
        <p:nvSpPr>
          <p:cNvPr id="23" name="Espace réservé du texte 5">
            <a:extLst>
              <a:ext uri="{FF2B5EF4-FFF2-40B4-BE49-F238E27FC236}">
                <a16:creationId xmlns:a16="http://schemas.microsoft.com/office/drawing/2014/main" id="{2C8AD7F9-8F24-80A9-0BB6-84C3B51CDEFE}"/>
              </a:ext>
            </a:extLst>
          </p:cNvPr>
          <p:cNvSpPr>
            <a:spLocks noGrp="1"/>
          </p:cNvSpPr>
          <p:nvPr>
            <p:ph type="body" sz="quarter" idx="13" hasCustomPrompt="1"/>
          </p:nvPr>
        </p:nvSpPr>
        <p:spPr>
          <a:xfrm>
            <a:off x="731837" y="966302"/>
            <a:ext cx="10953217" cy="313932"/>
          </a:xfrm>
        </p:spPr>
        <p:txBody>
          <a:bodyPr wrap="square">
            <a:spAutoFit/>
          </a:bodyPr>
          <a:lstStyle>
            <a:lvl1pPr marL="0" indent="0">
              <a:buNone/>
              <a:defRPr b="0"/>
            </a:lvl1pPr>
          </a:lstStyle>
          <a:p>
            <a:pPr lvl="0"/>
            <a:r>
              <a:rPr lang="fr-FR"/>
              <a:t>Subtitle of the slide</a:t>
            </a:r>
            <a:endParaRPr lang="fr-FR" dirty="0"/>
          </a:p>
        </p:txBody>
      </p:sp>
      <p:pic>
        <p:nvPicPr>
          <p:cNvPr id="24" name="Image 23">
            <a:extLst>
              <a:ext uri="{FF2B5EF4-FFF2-40B4-BE49-F238E27FC236}">
                <a16:creationId xmlns:a16="http://schemas.microsoft.com/office/drawing/2014/main" id="{341336B5-7E60-D974-C265-0A0704F74D0C}"/>
              </a:ext>
            </a:extLst>
          </p:cNvPr>
          <p:cNvPicPr>
            <a:picLocks noChangeAspect="1"/>
          </p:cNvPicPr>
          <p:nvPr userDrawn="1"/>
        </p:nvPicPr>
        <p:blipFill>
          <a:blip r:embed="rId2"/>
          <a:stretch>
            <a:fillRect/>
          </a:stretch>
        </p:blipFill>
        <p:spPr>
          <a:xfrm>
            <a:off x="2513107" y="3493770"/>
            <a:ext cx="939800" cy="2400300"/>
          </a:xfrm>
          <a:prstGeom prst="rect">
            <a:avLst/>
          </a:prstGeom>
        </p:spPr>
      </p:pic>
      <p:pic>
        <p:nvPicPr>
          <p:cNvPr id="29" name="Image 28">
            <a:extLst>
              <a:ext uri="{FF2B5EF4-FFF2-40B4-BE49-F238E27FC236}">
                <a16:creationId xmlns:a16="http://schemas.microsoft.com/office/drawing/2014/main" id="{830E2747-947F-2FBA-DC56-A3DE0980F9D0}"/>
              </a:ext>
            </a:extLst>
          </p:cNvPr>
          <p:cNvPicPr>
            <a:picLocks noChangeAspect="1"/>
          </p:cNvPicPr>
          <p:nvPr userDrawn="1"/>
        </p:nvPicPr>
        <p:blipFill>
          <a:blip r:embed="rId3"/>
          <a:stretch>
            <a:fillRect/>
          </a:stretch>
        </p:blipFill>
        <p:spPr>
          <a:xfrm>
            <a:off x="3301076" y="3462020"/>
            <a:ext cx="1054100" cy="2463800"/>
          </a:xfrm>
          <a:prstGeom prst="rect">
            <a:avLst/>
          </a:prstGeom>
        </p:spPr>
      </p:pic>
      <p:pic>
        <p:nvPicPr>
          <p:cNvPr id="31" name="Image 30">
            <a:extLst>
              <a:ext uri="{FF2B5EF4-FFF2-40B4-BE49-F238E27FC236}">
                <a16:creationId xmlns:a16="http://schemas.microsoft.com/office/drawing/2014/main" id="{33D0BD1F-550C-3180-C791-0754D34CB67D}"/>
              </a:ext>
            </a:extLst>
          </p:cNvPr>
          <p:cNvPicPr>
            <a:picLocks noChangeAspect="1"/>
          </p:cNvPicPr>
          <p:nvPr userDrawn="1"/>
        </p:nvPicPr>
        <p:blipFill>
          <a:blip r:embed="rId4"/>
          <a:stretch>
            <a:fillRect/>
          </a:stretch>
        </p:blipFill>
        <p:spPr>
          <a:xfrm>
            <a:off x="4203345" y="3455670"/>
            <a:ext cx="1282700" cy="2476500"/>
          </a:xfrm>
          <a:prstGeom prst="rect">
            <a:avLst/>
          </a:prstGeom>
        </p:spPr>
      </p:pic>
      <p:pic>
        <p:nvPicPr>
          <p:cNvPr id="32" name="Image 31">
            <a:extLst>
              <a:ext uri="{FF2B5EF4-FFF2-40B4-BE49-F238E27FC236}">
                <a16:creationId xmlns:a16="http://schemas.microsoft.com/office/drawing/2014/main" id="{2E3FFDBF-DCC8-FDB3-704C-9E3D6472AC3F}"/>
              </a:ext>
            </a:extLst>
          </p:cNvPr>
          <p:cNvPicPr>
            <a:picLocks noChangeAspect="1"/>
          </p:cNvPicPr>
          <p:nvPr userDrawn="1"/>
        </p:nvPicPr>
        <p:blipFill>
          <a:blip r:embed="rId5"/>
          <a:stretch>
            <a:fillRect/>
          </a:stretch>
        </p:blipFill>
        <p:spPr>
          <a:xfrm>
            <a:off x="5334214" y="3500120"/>
            <a:ext cx="1104900" cy="2387600"/>
          </a:xfrm>
          <a:prstGeom prst="rect">
            <a:avLst/>
          </a:prstGeom>
        </p:spPr>
      </p:pic>
      <p:pic>
        <p:nvPicPr>
          <p:cNvPr id="33" name="Image 32">
            <a:extLst>
              <a:ext uri="{FF2B5EF4-FFF2-40B4-BE49-F238E27FC236}">
                <a16:creationId xmlns:a16="http://schemas.microsoft.com/office/drawing/2014/main" id="{2F2DCD48-C71A-8403-671F-5606E486C8DE}"/>
              </a:ext>
            </a:extLst>
          </p:cNvPr>
          <p:cNvPicPr>
            <a:picLocks noChangeAspect="1"/>
          </p:cNvPicPr>
          <p:nvPr userDrawn="1"/>
        </p:nvPicPr>
        <p:blipFill>
          <a:blip r:embed="rId6"/>
          <a:stretch>
            <a:fillRect/>
          </a:stretch>
        </p:blipFill>
        <p:spPr>
          <a:xfrm>
            <a:off x="6287283" y="3442970"/>
            <a:ext cx="990600" cy="2501900"/>
          </a:xfrm>
          <a:prstGeom prst="rect">
            <a:avLst/>
          </a:prstGeom>
        </p:spPr>
      </p:pic>
      <p:pic>
        <p:nvPicPr>
          <p:cNvPr id="34" name="Image 33">
            <a:extLst>
              <a:ext uri="{FF2B5EF4-FFF2-40B4-BE49-F238E27FC236}">
                <a16:creationId xmlns:a16="http://schemas.microsoft.com/office/drawing/2014/main" id="{2E6F9C8F-3381-D736-1029-3D7C9B256E0A}"/>
              </a:ext>
            </a:extLst>
          </p:cNvPr>
          <p:cNvPicPr>
            <a:picLocks noChangeAspect="1"/>
          </p:cNvPicPr>
          <p:nvPr userDrawn="1"/>
        </p:nvPicPr>
        <p:blipFill>
          <a:blip r:embed="rId7"/>
          <a:stretch>
            <a:fillRect/>
          </a:stretch>
        </p:blipFill>
        <p:spPr>
          <a:xfrm>
            <a:off x="7126052" y="3544570"/>
            <a:ext cx="1003300" cy="2298700"/>
          </a:xfrm>
          <a:prstGeom prst="rect">
            <a:avLst/>
          </a:prstGeom>
        </p:spPr>
      </p:pic>
      <p:pic>
        <p:nvPicPr>
          <p:cNvPr id="35" name="Image 34">
            <a:extLst>
              <a:ext uri="{FF2B5EF4-FFF2-40B4-BE49-F238E27FC236}">
                <a16:creationId xmlns:a16="http://schemas.microsoft.com/office/drawing/2014/main" id="{2CF978BB-277B-BDA3-8B45-683921E0FCE6}"/>
              </a:ext>
            </a:extLst>
          </p:cNvPr>
          <p:cNvPicPr>
            <a:picLocks noChangeAspect="1"/>
          </p:cNvPicPr>
          <p:nvPr userDrawn="1"/>
        </p:nvPicPr>
        <p:blipFill>
          <a:blip r:embed="rId8"/>
          <a:stretch>
            <a:fillRect/>
          </a:stretch>
        </p:blipFill>
        <p:spPr>
          <a:xfrm>
            <a:off x="7977521" y="3474720"/>
            <a:ext cx="1117600" cy="2438400"/>
          </a:xfrm>
          <a:prstGeom prst="rect">
            <a:avLst/>
          </a:prstGeom>
        </p:spPr>
      </p:pic>
      <p:pic>
        <p:nvPicPr>
          <p:cNvPr id="36" name="Image 35">
            <a:extLst>
              <a:ext uri="{FF2B5EF4-FFF2-40B4-BE49-F238E27FC236}">
                <a16:creationId xmlns:a16="http://schemas.microsoft.com/office/drawing/2014/main" id="{9FB95341-432D-C9E9-0CCB-3BEF56A20862}"/>
              </a:ext>
            </a:extLst>
          </p:cNvPr>
          <p:cNvPicPr>
            <a:picLocks noChangeAspect="1"/>
          </p:cNvPicPr>
          <p:nvPr userDrawn="1"/>
        </p:nvPicPr>
        <p:blipFill>
          <a:blip r:embed="rId9"/>
          <a:stretch>
            <a:fillRect/>
          </a:stretch>
        </p:blipFill>
        <p:spPr>
          <a:xfrm>
            <a:off x="8943290" y="3493770"/>
            <a:ext cx="850900" cy="2400300"/>
          </a:xfrm>
          <a:prstGeom prst="rect">
            <a:avLst/>
          </a:prstGeom>
        </p:spPr>
      </p:pic>
      <p:pic>
        <p:nvPicPr>
          <p:cNvPr id="37" name="Image 36">
            <a:extLst>
              <a:ext uri="{FF2B5EF4-FFF2-40B4-BE49-F238E27FC236}">
                <a16:creationId xmlns:a16="http://schemas.microsoft.com/office/drawing/2014/main" id="{6E5AE515-487A-B756-D73D-E3D6EE278C19}"/>
              </a:ext>
            </a:extLst>
          </p:cNvPr>
          <p:cNvPicPr>
            <a:picLocks noChangeAspect="1"/>
          </p:cNvPicPr>
          <p:nvPr userDrawn="1"/>
        </p:nvPicPr>
        <p:blipFill>
          <a:blip r:embed="rId10"/>
          <a:stretch>
            <a:fillRect/>
          </a:stretch>
        </p:blipFill>
        <p:spPr>
          <a:xfrm>
            <a:off x="9642359" y="3436620"/>
            <a:ext cx="1016000" cy="2514600"/>
          </a:xfrm>
          <a:prstGeom prst="rect">
            <a:avLst/>
          </a:prstGeom>
        </p:spPr>
      </p:pic>
      <p:pic>
        <p:nvPicPr>
          <p:cNvPr id="39" name="Image 38">
            <a:extLst>
              <a:ext uri="{FF2B5EF4-FFF2-40B4-BE49-F238E27FC236}">
                <a16:creationId xmlns:a16="http://schemas.microsoft.com/office/drawing/2014/main" id="{F531A51C-EB0C-2324-9361-F357A52C51A8}"/>
              </a:ext>
            </a:extLst>
          </p:cNvPr>
          <p:cNvPicPr>
            <a:picLocks noChangeAspect="1"/>
          </p:cNvPicPr>
          <p:nvPr userDrawn="1"/>
        </p:nvPicPr>
        <p:blipFill>
          <a:blip r:embed="rId11"/>
          <a:stretch>
            <a:fillRect/>
          </a:stretch>
        </p:blipFill>
        <p:spPr>
          <a:xfrm>
            <a:off x="1402704" y="3502790"/>
            <a:ext cx="1262234" cy="2448430"/>
          </a:xfrm>
          <a:prstGeom prst="rect">
            <a:avLst/>
          </a:prstGeom>
        </p:spPr>
      </p:pic>
      <p:pic>
        <p:nvPicPr>
          <p:cNvPr id="49" name="Image 48">
            <a:extLst>
              <a:ext uri="{FF2B5EF4-FFF2-40B4-BE49-F238E27FC236}">
                <a16:creationId xmlns:a16="http://schemas.microsoft.com/office/drawing/2014/main" id="{4B5F412D-04C2-18F0-2A8B-FCA7B49D238D}"/>
              </a:ext>
            </a:extLst>
          </p:cNvPr>
          <p:cNvPicPr>
            <a:picLocks noChangeAspect="1"/>
          </p:cNvPicPr>
          <p:nvPr userDrawn="1"/>
        </p:nvPicPr>
        <p:blipFill>
          <a:blip r:embed="rId12"/>
          <a:stretch>
            <a:fillRect/>
          </a:stretch>
        </p:blipFill>
        <p:spPr>
          <a:xfrm>
            <a:off x="322716" y="3405357"/>
            <a:ext cx="1231819" cy="2615713"/>
          </a:xfrm>
          <a:prstGeom prst="rect">
            <a:avLst/>
          </a:prstGeom>
        </p:spPr>
      </p:pic>
      <p:pic>
        <p:nvPicPr>
          <p:cNvPr id="50" name="Image 49">
            <a:extLst>
              <a:ext uri="{FF2B5EF4-FFF2-40B4-BE49-F238E27FC236}">
                <a16:creationId xmlns:a16="http://schemas.microsoft.com/office/drawing/2014/main" id="{1B237D3B-7470-E0B1-C4C2-0BEC52516369}"/>
              </a:ext>
            </a:extLst>
          </p:cNvPr>
          <p:cNvPicPr>
            <a:picLocks noChangeAspect="1"/>
          </p:cNvPicPr>
          <p:nvPr userDrawn="1"/>
        </p:nvPicPr>
        <p:blipFill>
          <a:blip r:embed="rId13"/>
          <a:stretch>
            <a:fillRect/>
          </a:stretch>
        </p:blipFill>
        <p:spPr>
          <a:xfrm>
            <a:off x="10506528" y="3538221"/>
            <a:ext cx="1307857" cy="2387599"/>
          </a:xfrm>
          <a:prstGeom prst="rect">
            <a:avLst/>
          </a:prstGeom>
        </p:spPr>
      </p:pic>
      <p:sp>
        <p:nvSpPr>
          <p:cNvPr id="55" name="Espace réservé du texte 53">
            <a:extLst>
              <a:ext uri="{FF2B5EF4-FFF2-40B4-BE49-F238E27FC236}">
                <a16:creationId xmlns:a16="http://schemas.microsoft.com/office/drawing/2014/main" id="{68149BC8-F2BF-DEBF-95F6-3C4382F72396}"/>
              </a:ext>
            </a:extLst>
          </p:cNvPr>
          <p:cNvSpPr>
            <a:spLocks noGrp="1"/>
          </p:cNvSpPr>
          <p:nvPr>
            <p:ph type="body" sz="quarter" idx="15" hasCustomPrompt="1"/>
          </p:nvPr>
        </p:nvSpPr>
        <p:spPr>
          <a:xfrm>
            <a:off x="4293581" y="2180623"/>
            <a:ext cx="1704975" cy="905477"/>
          </a:xfrm>
          <a:prstGeom prst="wedgeRectCallout">
            <a:avLst>
              <a:gd name="adj1" fmla="val -20833"/>
              <a:gd name="adj2" fmla="val 83929"/>
            </a:avLst>
          </a:prstGeom>
          <a:solidFill>
            <a:schemeClr val="accent3"/>
          </a:solidFill>
        </p:spPr>
        <p:txBody>
          <a:bodyPr lIns="72000" tIns="108000" rIns="108000" bIns="108000" anchor="b">
            <a:spAutoFit/>
          </a:bodyPr>
          <a:lstStyle>
            <a:lvl2pPr marL="92075" indent="-92075">
              <a:buFont typeface="Source Sans Pro" panose="020B0503030403020204" pitchFamily="34" charset="0"/>
              <a:buChar char=" "/>
              <a:defRPr sz="1200">
                <a:solidFill>
                  <a:schemeClr val="bg1"/>
                </a:solidFill>
              </a:defRPr>
            </a:lvl2pPr>
            <a:lvl3pPr marL="92075" indent="-92075">
              <a:buFont typeface="Source Sans Pro" panose="020B0503030403020204" pitchFamily="34" charset="0"/>
              <a:buChar char=" "/>
              <a:defRPr sz="1100">
                <a:solidFill>
                  <a:schemeClr val="bg1"/>
                </a:solidFill>
              </a:defRPr>
            </a:lvl3pPr>
          </a:lstStyle>
          <a:p>
            <a:pPr lvl="1"/>
            <a:r>
              <a:rPr lang="fr-FR" dirty="0"/>
              <a:t>Click to </a:t>
            </a:r>
            <a:r>
              <a:rPr lang="fr-FR" dirty="0" err="1"/>
              <a:t>add</a:t>
            </a:r>
            <a:r>
              <a:rPr lang="fr-FR" dirty="0"/>
              <a:t> </a:t>
            </a:r>
            <a:r>
              <a:rPr lang="fr-FR" dirty="0" err="1"/>
              <a:t>your</a:t>
            </a:r>
            <a:r>
              <a:rPr lang="fr-FR" dirty="0"/>
              <a:t> </a:t>
            </a:r>
            <a:r>
              <a:rPr lang="fr-FR" dirty="0" err="1"/>
              <a:t>text</a:t>
            </a:r>
            <a:endParaRPr lang="fr-FR" dirty="0"/>
          </a:p>
          <a:p>
            <a:pPr lvl="2"/>
            <a:r>
              <a:rPr lang="en-US" dirty="0"/>
              <a:t>Additional text, </a:t>
            </a:r>
            <a:br>
              <a:rPr lang="en-US" dirty="0"/>
            </a:br>
            <a:r>
              <a:rPr lang="en-US" dirty="0"/>
              <a:t>on several lines</a:t>
            </a:r>
            <a:br>
              <a:rPr lang="en-US" dirty="0"/>
            </a:br>
            <a:r>
              <a:rPr lang="en-US" dirty="0"/>
              <a:t>if necessary</a:t>
            </a:r>
            <a:endParaRPr lang="fr-FR" dirty="0"/>
          </a:p>
        </p:txBody>
      </p:sp>
      <p:sp>
        <p:nvSpPr>
          <p:cNvPr id="57" name="Espace réservé du texte 53">
            <a:extLst>
              <a:ext uri="{FF2B5EF4-FFF2-40B4-BE49-F238E27FC236}">
                <a16:creationId xmlns:a16="http://schemas.microsoft.com/office/drawing/2014/main" id="{6BE88D2D-92DD-576A-AAAD-9E30BE232627}"/>
              </a:ext>
            </a:extLst>
          </p:cNvPr>
          <p:cNvSpPr>
            <a:spLocks noGrp="1"/>
          </p:cNvSpPr>
          <p:nvPr>
            <p:ph type="body" sz="quarter" idx="17" hasCustomPrompt="1"/>
          </p:nvPr>
        </p:nvSpPr>
        <p:spPr>
          <a:xfrm>
            <a:off x="1600338" y="2180623"/>
            <a:ext cx="1704975" cy="905477"/>
          </a:xfrm>
          <a:prstGeom prst="wedgeRectCallout">
            <a:avLst>
              <a:gd name="adj1" fmla="val -20833"/>
              <a:gd name="adj2" fmla="val 83929"/>
            </a:avLst>
          </a:prstGeom>
          <a:solidFill>
            <a:schemeClr val="tx1"/>
          </a:solidFill>
        </p:spPr>
        <p:txBody>
          <a:bodyPr lIns="72000" tIns="108000" rIns="108000" bIns="108000" anchor="b">
            <a:spAutoFit/>
          </a:bodyPr>
          <a:lstStyle>
            <a:lvl2pPr marL="92075" indent="-92075">
              <a:buFont typeface="Source Sans Pro" panose="020B0503030403020204" pitchFamily="34" charset="0"/>
              <a:buChar char=" "/>
              <a:defRPr sz="1200">
                <a:solidFill>
                  <a:schemeClr val="bg1"/>
                </a:solidFill>
              </a:defRPr>
            </a:lvl2pPr>
            <a:lvl3pPr marL="92075" indent="-92075">
              <a:buFont typeface="Source Sans Pro" panose="020B0503030403020204" pitchFamily="34" charset="0"/>
              <a:buChar char=" "/>
              <a:defRPr sz="1100">
                <a:solidFill>
                  <a:schemeClr val="bg1"/>
                </a:solidFill>
              </a:defRPr>
            </a:lvl3pPr>
          </a:lstStyle>
          <a:p>
            <a:pPr lvl="1"/>
            <a:r>
              <a:rPr lang="fr-FR"/>
              <a:t>Click to add your text</a:t>
            </a:r>
          </a:p>
          <a:p>
            <a:pPr lvl="2"/>
            <a:r>
              <a:rPr lang="en-US"/>
              <a:t>Additional text, </a:t>
            </a:r>
            <a:br>
              <a:rPr lang="en-US"/>
            </a:br>
            <a:r>
              <a:rPr lang="en-US"/>
              <a:t>on several lines</a:t>
            </a:r>
            <a:br>
              <a:rPr lang="en-US"/>
            </a:br>
            <a:r>
              <a:rPr lang="en-US"/>
              <a:t>if necessary</a:t>
            </a:r>
            <a:endParaRPr lang="fr-FR"/>
          </a:p>
        </p:txBody>
      </p:sp>
      <p:sp>
        <p:nvSpPr>
          <p:cNvPr id="58" name="Espace réservé du texte 53">
            <a:extLst>
              <a:ext uri="{FF2B5EF4-FFF2-40B4-BE49-F238E27FC236}">
                <a16:creationId xmlns:a16="http://schemas.microsoft.com/office/drawing/2014/main" id="{95EF6EBB-F968-5F0E-F013-68DE1C056C7B}"/>
              </a:ext>
            </a:extLst>
          </p:cNvPr>
          <p:cNvSpPr>
            <a:spLocks noGrp="1"/>
          </p:cNvSpPr>
          <p:nvPr>
            <p:ph type="body" sz="quarter" idx="18" hasCustomPrompt="1"/>
          </p:nvPr>
        </p:nvSpPr>
        <p:spPr>
          <a:xfrm>
            <a:off x="8129352" y="2180623"/>
            <a:ext cx="1704975" cy="905477"/>
          </a:xfrm>
          <a:prstGeom prst="wedgeRectCallout">
            <a:avLst>
              <a:gd name="adj1" fmla="val -20833"/>
              <a:gd name="adj2" fmla="val 83929"/>
            </a:avLst>
          </a:prstGeom>
          <a:solidFill>
            <a:schemeClr val="accent5"/>
          </a:solidFill>
        </p:spPr>
        <p:txBody>
          <a:bodyPr lIns="72000" tIns="108000" rIns="108000" bIns="108000" anchor="b">
            <a:spAutoFit/>
          </a:bodyPr>
          <a:lstStyle>
            <a:lvl2pPr marL="92075" indent="-92075">
              <a:buFont typeface="Source Sans Pro" panose="020B0503030403020204" pitchFamily="34" charset="0"/>
              <a:buChar char=" "/>
              <a:defRPr sz="1200">
                <a:solidFill>
                  <a:schemeClr val="tx2"/>
                </a:solidFill>
              </a:defRPr>
            </a:lvl2pPr>
            <a:lvl3pPr marL="92075" indent="-92075">
              <a:buFont typeface="Source Sans Pro" panose="020B0503030403020204" pitchFamily="34" charset="0"/>
              <a:buChar char=" "/>
              <a:defRPr sz="1100">
                <a:solidFill>
                  <a:schemeClr val="tx2"/>
                </a:solidFill>
              </a:defRPr>
            </a:lvl3pPr>
          </a:lstStyle>
          <a:p>
            <a:pPr lvl="1"/>
            <a:r>
              <a:rPr lang="fr-FR" dirty="0"/>
              <a:t>Click to </a:t>
            </a:r>
            <a:r>
              <a:rPr lang="fr-FR" dirty="0" err="1"/>
              <a:t>add</a:t>
            </a:r>
            <a:r>
              <a:rPr lang="fr-FR" dirty="0"/>
              <a:t> </a:t>
            </a:r>
            <a:r>
              <a:rPr lang="fr-FR" dirty="0" err="1"/>
              <a:t>your</a:t>
            </a:r>
            <a:r>
              <a:rPr lang="fr-FR" dirty="0"/>
              <a:t> </a:t>
            </a:r>
            <a:r>
              <a:rPr lang="fr-FR" dirty="0" err="1"/>
              <a:t>text</a:t>
            </a:r>
            <a:endParaRPr lang="fr-FR" dirty="0"/>
          </a:p>
          <a:p>
            <a:pPr lvl="2"/>
            <a:r>
              <a:rPr lang="en-US" dirty="0"/>
              <a:t>Additional text, </a:t>
            </a:r>
            <a:br>
              <a:rPr lang="en-US" dirty="0"/>
            </a:br>
            <a:r>
              <a:rPr lang="en-US" dirty="0"/>
              <a:t>on several lines</a:t>
            </a:r>
            <a:br>
              <a:rPr lang="en-US" dirty="0"/>
            </a:br>
            <a:r>
              <a:rPr lang="en-US" dirty="0"/>
              <a:t>if necessary</a:t>
            </a:r>
            <a:endParaRPr lang="fr-FR" dirty="0"/>
          </a:p>
        </p:txBody>
      </p:sp>
    </p:spTree>
    <p:extLst>
      <p:ext uri="{BB962C8B-B14F-4D97-AF65-F5344CB8AC3E}">
        <p14:creationId xmlns:p14="http://schemas.microsoft.com/office/powerpoint/2010/main" val="329103007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tx1"/>
        </a:solidFill>
        <a:effectLst/>
      </p:bgPr>
    </p:bg>
    <p:spTree>
      <p:nvGrpSpPr>
        <p:cNvPr id="1" name=""/>
        <p:cNvGrpSpPr/>
        <p:nvPr/>
      </p:nvGrpSpPr>
      <p:grpSpPr>
        <a:xfrm>
          <a:off x="0" y="0"/>
          <a:ext cx="0" cy="0"/>
          <a:chOff x="0" y="0"/>
          <a:chExt cx="0" cy="0"/>
        </a:xfrm>
      </p:grpSpPr>
      <p:sp>
        <p:nvSpPr>
          <p:cNvPr id="5" name="Graphique 2">
            <a:extLst>
              <a:ext uri="{FF2B5EF4-FFF2-40B4-BE49-F238E27FC236}">
                <a16:creationId xmlns:a16="http://schemas.microsoft.com/office/drawing/2014/main" id="{E2D430C7-B687-BF0D-FE35-515C37426E03}"/>
              </a:ext>
            </a:extLst>
          </p:cNvPr>
          <p:cNvSpPr>
            <a:spLocks/>
          </p:cNvSpPr>
          <p:nvPr userDrawn="1"/>
        </p:nvSpPr>
        <p:spPr>
          <a:xfrm rot="5400000" flipH="1">
            <a:off x="545105" y="601802"/>
            <a:ext cx="2701930" cy="233996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12" name="Forme libre : forme 11">
            <a:extLst>
              <a:ext uri="{FF2B5EF4-FFF2-40B4-BE49-F238E27FC236}">
                <a16:creationId xmlns:a16="http://schemas.microsoft.com/office/drawing/2014/main" id="{911C9CDA-B138-2E76-9B97-EEBD25C4215B}"/>
              </a:ext>
            </a:extLst>
          </p:cNvPr>
          <p:cNvSpPr>
            <a:spLocks/>
          </p:cNvSpPr>
          <p:nvPr userDrawn="1"/>
        </p:nvSpPr>
        <p:spPr>
          <a:xfrm rot="5400000" flipH="1">
            <a:off x="10731162" y="4726878"/>
            <a:ext cx="2152612" cy="769063"/>
          </a:xfrm>
          <a:custGeom>
            <a:avLst/>
            <a:gdLst>
              <a:gd name="connsiteX0" fmla="*/ 2152612 w 2152612"/>
              <a:gd name="connsiteY0" fmla="*/ 769063 h 769063"/>
              <a:gd name="connsiteX1" fmla="*/ 1076306 w 2152612"/>
              <a:gd name="connsiteY1" fmla="*/ 769063 h 769063"/>
              <a:gd name="connsiteX2" fmla="*/ 0 w 2152612"/>
              <a:gd name="connsiteY2" fmla="*/ 769063 h 769063"/>
              <a:gd name="connsiteX3" fmla="*/ 443981 w 2152612"/>
              <a:gd name="connsiteY3" fmla="*/ 0 h 769063"/>
              <a:gd name="connsiteX4" fmla="*/ 1708562 w 2152612"/>
              <a:gd name="connsiteY4" fmla="*/ 0 h 769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2612" h="769063">
                <a:moveTo>
                  <a:pt x="2152612" y="769063"/>
                </a:moveTo>
                <a:lnTo>
                  <a:pt x="1076306" y="769063"/>
                </a:lnTo>
                <a:lnTo>
                  <a:pt x="0" y="769063"/>
                </a:lnTo>
                <a:lnTo>
                  <a:pt x="443981" y="0"/>
                </a:lnTo>
                <a:lnTo>
                  <a:pt x="1708562"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sp>
        <p:nvSpPr>
          <p:cNvPr id="22" name="Ellipse 21">
            <a:extLst>
              <a:ext uri="{FF2B5EF4-FFF2-40B4-BE49-F238E27FC236}">
                <a16:creationId xmlns:a16="http://schemas.microsoft.com/office/drawing/2014/main" id="{0880D9A7-D3DC-ECF1-9907-880828EBD7E0}"/>
              </a:ext>
            </a:extLst>
          </p:cNvPr>
          <p:cNvSpPr/>
          <p:nvPr userDrawn="1"/>
        </p:nvSpPr>
        <p:spPr>
          <a:xfrm>
            <a:off x="9570532" y="4354586"/>
            <a:ext cx="419288" cy="41928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space réservé pour une image  25">
            <a:extLst>
              <a:ext uri="{FF2B5EF4-FFF2-40B4-BE49-F238E27FC236}">
                <a16:creationId xmlns:a16="http://schemas.microsoft.com/office/drawing/2014/main" id="{056FFB86-5F45-E063-0B92-AA7D89BA20E6}"/>
              </a:ext>
            </a:extLst>
          </p:cNvPr>
          <p:cNvSpPr>
            <a:spLocks noGrp="1"/>
          </p:cNvSpPr>
          <p:nvPr>
            <p:ph type="pic" sz="quarter" idx="11" hasCustomPrompt="1"/>
          </p:nvPr>
        </p:nvSpPr>
        <p:spPr>
          <a:xfrm>
            <a:off x="9586642" y="4371193"/>
            <a:ext cx="385800" cy="386076"/>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tIns="0" bIns="144000" anchor="ctr">
            <a:noAutofit/>
          </a:bodyPr>
          <a:lstStyle>
            <a:lvl1pPr marL="0" indent="0" algn="ctr">
              <a:buNone/>
              <a:defRPr sz="800" b="0">
                <a:solidFill>
                  <a:schemeClr val="bg2"/>
                </a:solidFill>
                <a:latin typeface="+mn-lt"/>
              </a:defRPr>
            </a:lvl1pPr>
          </a:lstStyle>
          <a:p>
            <a:r>
              <a:rPr lang="fr-FR"/>
              <a:t>Picture</a:t>
            </a:r>
          </a:p>
        </p:txBody>
      </p:sp>
      <p:sp>
        <p:nvSpPr>
          <p:cNvPr id="27" name="Espace réservé du texte 4">
            <a:extLst>
              <a:ext uri="{FF2B5EF4-FFF2-40B4-BE49-F238E27FC236}">
                <a16:creationId xmlns:a16="http://schemas.microsoft.com/office/drawing/2014/main" id="{CE04097C-808E-6780-92DB-14BBD1F50CB0}"/>
              </a:ext>
            </a:extLst>
          </p:cNvPr>
          <p:cNvSpPr>
            <a:spLocks noGrp="1"/>
          </p:cNvSpPr>
          <p:nvPr>
            <p:ph type="body" sz="quarter" idx="13" hasCustomPrompt="1"/>
          </p:nvPr>
        </p:nvSpPr>
        <p:spPr>
          <a:xfrm>
            <a:off x="1943100" y="2887762"/>
            <a:ext cx="8305800" cy="1082476"/>
          </a:xfrm>
        </p:spPr>
        <p:txBody>
          <a:bodyPr wrap="square" tIns="0" bIns="0" anchor="ctr">
            <a:spAutoFit/>
          </a:bodyPr>
          <a:lstStyle>
            <a:lvl1pPr marL="0" indent="0" algn="ctr">
              <a:lnSpc>
                <a:spcPct val="120000"/>
              </a:lnSpc>
              <a:spcBef>
                <a:spcPts val="0"/>
              </a:spcBef>
              <a:buNone/>
              <a:defRPr sz="2000" b="0" i="1">
                <a:solidFill>
                  <a:schemeClr val="bg1"/>
                </a:solidFill>
                <a:latin typeface="+mn-lt"/>
                <a:ea typeface="Source Sans Pro SemiBold" panose="020B0603030403020204" pitchFamily="34" charset="0"/>
              </a:defRPr>
            </a:lvl1pPr>
          </a:lstStyle>
          <a:p>
            <a:pPr lvl="0"/>
            <a:r>
              <a:rPr lang="fr-FR" dirty="0"/>
              <a:t>Lorem ipsum dolor sit amet, consectetuer adipiscing elit. Maecenas porttitor congue massa. Fusce posuere, magna sed pulvinar ultricies, purus lectus malesuada libero, sit amet commodo magna eros </a:t>
            </a:r>
            <a:r>
              <a:rPr lang="fr-FR"/>
              <a:t>quis urna."</a:t>
            </a:r>
            <a:endParaRPr lang="fr-FR" dirty="0"/>
          </a:p>
        </p:txBody>
      </p:sp>
      <p:sp>
        <p:nvSpPr>
          <p:cNvPr id="28" name="Espace réservé du texte 4">
            <a:extLst>
              <a:ext uri="{FF2B5EF4-FFF2-40B4-BE49-F238E27FC236}">
                <a16:creationId xmlns:a16="http://schemas.microsoft.com/office/drawing/2014/main" id="{676D0FFF-F426-FAC2-B0E4-C9285F97D3A0}"/>
              </a:ext>
            </a:extLst>
          </p:cNvPr>
          <p:cNvSpPr>
            <a:spLocks noGrp="1"/>
          </p:cNvSpPr>
          <p:nvPr>
            <p:ph type="body" sz="quarter" idx="14" hasCustomPrompt="1"/>
          </p:nvPr>
        </p:nvSpPr>
        <p:spPr>
          <a:xfrm>
            <a:off x="7064645" y="4591070"/>
            <a:ext cx="2345150" cy="166199"/>
          </a:xfrm>
        </p:spPr>
        <p:txBody>
          <a:bodyPr wrap="square" tIns="0" bIns="0">
            <a:spAutoFit/>
          </a:bodyPr>
          <a:lstStyle>
            <a:lvl1pPr marL="0" indent="0" algn="r">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Function</a:t>
            </a:r>
          </a:p>
        </p:txBody>
      </p:sp>
      <p:sp>
        <p:nvSpPr>
          <p:cNvPr id="23" name="ZoneTexte 22">
            <a:extLst>
              <a:ext uri="{FF2B5EF4-FFF2-40B4-BE49-F238E27FC236}">
                <a16:creationId xmlns:a16="http://schemas.microsoft.com/office/drawing/2014/main" id="{FCA9F80F-C115-F8AB-4593-C19E39842311}"/>
              </a:ext>
            </a:extLst>
          </p:cNvPr>
          <p:cNvSpPr txBox="1"/>
          <p:nvPr userDrawn="1"/>
        </p:nvSpPr>
        <p:spPr>
          <a:xfrm>
            <a:off x="1896070" y="1797182"/>
            <a:ext cx="965200" cy="1200329"/>
          </a:xfrm>
          <a:prstGeom prst="rect">
            <a:avLst/>
          </a:prstGeom>
          <a:noFill/>
        </p:spPr>
        <p:txBody>
          <a:bodyPr wrap="square" lIns="0" rIns="0" rtlCol="0">
            <a:spAutoFit/>
          </a:bodyPr>
          <a:lstStyle/>
          <a:p>
            <a:pPr algn="l"/>
            <a:r>
              <a:rPr lang="fr-FR" sz="7200">
                <a:solidFill>
                  <a:schemeClr val="bg1"/>
                </a:solidFill>
                <a:latin typeface="+mj-lt"/>
              </a:rPr>
              <a:t>"</a:t>
            </a:r>
            <a:endParaRPr lang="fr-FR" sz="7200" dirty="0">
              <a:solidFill>
                <a:schemeClr val="bg1"/>
              </a:solidFill>
              <a:latin typeface="+mj-lt"/>
            </a:endParaRPr>
          </a:p>
        </p:txBody>
      </p:sp>
      <p:sp>
        <p:nvSpPr>
          <p:cNvPr id="30" name="Espace réservé du texte 4">
            <a:extLst>
              <a:ext uri="{FF2B5EF4-FFF2-40B4-BE49-F238E27FC236}">
                <a16:creationId xmlns:a16="http://schemas.microsoft.com/office/drawing/2014/main" id="{594BDBDB-D6F7-652B-2636-88ABC7084629}"/>
              </a:ext>
            </a:extLst>
          </p:cNvPr>
          <p:cNvSpPr>
            <a:spLocks noGrp="1"/>
          </p:cNvSpPr>
          <p:nvPr>
            <p:ph type="body" sz="quarter" idx="16" hasCustomPrompt="1"/>
          </p:nvPr>
        </p:nvSpPr>
        <p:spPr>
          <a:xfrm>
            <a:off x="7064645" y="4375170"/>
            <a:ext cx="2345150" cy="193899"/>
          </a:xfrm>
        </p:spPr>
        <p:txBody>
          <a:bodyPr wrap="square" tIns="0" bIns="0">
            <a:spAutoFit/>
          </a:bodyPr>
          <a:lstStyle>
            <a:lvl1pPr marL="0" indent="0" algn="r">
              <a:lnSpc>
                <a:spcPct val="90000"/>
              </a:lnSpc>
              <a:spcBef>
                <a:spcPts val="0"/>
              </a:spcBef>
              <a:buNone/>
              <a:defRPr sz="1400" b="1">
                <a:solidFill>
                  <a:schemeClr val="bg1"/>
                </a:solidFill>
                <a:latin typeface="+mn-lt"/>
                <a:ea typeface="Source Sans Pro Semibold" panose="020B0603030403020204" pitchFamily="34" charset="0"/>
              </a:defRPr>
            </a:lvl1pPr>
          </a:lstStyle>
          <a:p>
            <a:pPr lvl="0"/>
            <a:r>
              <a:rPr lang="fr-FR"/>
              <a:t>First name LAST NAME</a:t>
            </a:r>
          </a:p>
        </p:txBody>
      </p:sp>
    </p:spTree>
    <p:extLst>
      <p:ext uri="{BB962C8B-B14F-4D97-AF65-F5344CB8AC3E}">
        <p14:creationId xmlns:p14="http://schemas.microsoft.com/office/powerpoint/2010/main" val="9645882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x1 speaker">
    <p:bg>
      <p:bgPr>
        <a:solidFill>
          <a:schemeClr val="tx1"/>
        </a:solidFill>
        <a:effectLst/>
      </p:bgPr>
    </p:bg>
    <p:spTree>
      <p:nvGrpSpPr>
        <p:cNvPr id="1" name=""/>
        <p:cNvGrpSpPr/>
        <p:nvPr/>
      </p:nvGrpSpPr>
      <p:grpSpPr>
        <a:xfrm>
          <a:off x="0" y="0"/>
          <a:ext cx="0" cy="0"/>
          <a:chOff x="0" y="0"/>
          <a:chExt cx="0" cy="0"/>
        </a:xfrm>
      </p:grpSpPr>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Graphique 2">
            <a:extLst>
              <a:ext uri="{FF2B5EF4-FFF2-40B4-BE49-F238E27FC236}">
                <a16:creationId xmlns:a16="http://schemas.microsoft.com/office/drawing/2014/main" id="{E2D430C7-B687-BF0D-FE35-515C37426E03}"/>
              </a:ext>
            </a:extLst>
          </p:cNvPr>
          <p:cNvSpPr>
            <a:spLocks/>
          </p:cNvSpPr>
          <p:nvPr userDrawn="1"/>
        </p:nvSpPr>
        <p:spPr>
          <a:xfrm rot="16200000">
            <a:off x="9409266" y="3882473"/>
            <a:ext cx="2701930" cy="233996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12" name="Forme libre : forme 11">
            <a:extLst>
              <a:ext uri="{FF2B5EF4-FFF2-40B4-BE49-F238E27FC236}">
                <a16:creationId xmlns:a16="http://schemas.microsoft.com/office/drawing/2014/main" id="{911C9CDA-B138-2E76-9B97-EEBD25C4215B}"/>
              </a:ext>
            </a:extLst>
          </p:cNvPr>
          <p:cNvSpPr>
            <a:spLocks/>
          </p:cNvSpPr>
          <p:nvPr userDrawn="1"/>
        </p:nvSpPr>
        <p:spPr>
          <a:xfrm rot="16200000">
            <a:off x="-691774" y="1006137"/>
            <a:ext cx="2152612" cy="769063"/>
          </a:xfrm>
          <a:custGeom>
            <a:avLst/>
            <a:gdLst>
              <a:gd name="connsiteX0" fmla="*/ 2152612 w 2152612"/>
              <a:gd name="connsiteY0" fmla="*/ 769063 h 769063"/>
              <a:gd name="connsiteX1" fmla="*/ 1076306 w 2152612"/>
              <a:gd name="connsiteY1" fmla="*/ 769063 h 769063"/>
              <a:gd name="connsiteX2" fmla="*/ 0 w 2152612"/>
              <a:gd name="connsiteY2" fmla="*/ 769063 h 769063"/>
              <a:gd name="connsiteX3" fmla="*/ 443981 w 2152612"/>
              <a:gd name="connsiteY3" fmla="*/ 0 h 769063"/>
              <a:gd name="connsiteX4" fmla="*/ 1708562 w 2152612"/>
              <a:gd name="connsiteY4" fmla="*/ 0 h 769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2612" h="769063">
                <a:moveTo>
                  <a:pt x="2152612" y="769063"/>
                </a:moveTo>
                <a:lnTo>
                  <a:pt x="1076306" y="769063"/>
                </a:lnTo>
                <a:lnTo>
                  <a:pt x="0" y="769063"/>
                </a:lnTo>
                <a:lnTo>
                  <a:pt x="443981" y="0"/>
                </a:lnTo>
                <a:lnTo>
                  <a:pt x="1708562"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grpSp>
        <p:nvGrpSpPr>
          <p:cNvPr id="13" name="Groupe 12">
            <a:extLst>
              <a:ext uri="{FF2B5EF4-FFF2-40B4-BE49-F238E27FC236}">
                <a16:creationId xmlns:a16="http://schemas.microsoft.com/office/drawing/2014/main" id="{3ED64516-BA93-F966-645D-74571F3DB2B9}"/>
              </a:ext>
            </a:extLst>
          </p:cNvPr>
          <p:cNvGrpSpPr/>
          <p:nvPr userDrawn="1"/>
        </p:nvGrpSpPr>
        <p:grpSpPr>
          <a:xfrm>
            <a:off x="1493519" y="2826547"/>
            <a:ext cx="9204962" cy="652458"/>
            <a:chOff x="-822961" y="1623523"/>
            <a:chExt cx="9204962" cy="652458"/>
          </a:xfrm>
        </p:grpSpPr>
        <p:grpSp>
          <p:nvGrpSpPr>
            <p:cNvPr id="14" name="Groupe 13">
              <a:extLst>
                <a:ext uri="{FF2B5EF4-FFF2-40B4-BE49-F238E27FC236}">
                  <a16:creationId xmlns:a16="http://schemas.microsoft.com/office/drawing/2014/main" id="{1CA42E00-8075-29CF-3A83-A7F6908F32AE}"/>
                </a:ext>
              </a:extLst>
            </p:cNvPr>
            <p:cNvGrpSpPr/>
            <p:nvPr/>
          </p:nvGrpSpPr>
          <p:grpSpPr>
            <a:xfrm>
              <a:off x="3809999" y="1623523"/>
              <a:ext cx="4572002" cy="652458"/>
              <a:chOff x="4334509" y="3333039"/>
              <a:chExt cx="4259583" cy="607874"/>
            </a:xfrm>
            <a:solidFill>
              <a:schemeClr val="tx2"/>
            </a:solidFill>
          </p:grpSpPr>
          <p:pic>
            <p:nvPicPr>
              <p:cNvPr id="18" name="Graphique 17">
                <a:extLst>
                  <a:ext uri="{FF2B5EF4-FFF2-40B4-BE49-F238E27FC236}">
                    <a16:creationId xmlns:a16="http://schemas.microsoft.com/office/drawing/2014/main" id="{52568DFA-93B1-6BFE-4FD4-37769B29F61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19" name="Graphique 18">
                <a:extLst>
                  <a:ext uri="{FF2B5EF4-FFF2-40B4-BE49-F238E27FC236}">
                    <a16:creationId xmlns:a16="http://schemas.microsoft.com/office/drawing/2014/main" id="{80F43EBE-78BE-CAA1-A3E0-6BEA6488F8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nvGrpSpPr>
            <p:cNvPr id="15" name="Groupe 14">
              <a:extLst>
                <a:ext uri="{FF2B5EF4-FFF2-40B4-BE49-F238E27FC236}">
                  <a16:creationId xmlns:a16="http://schemas.microsoft.com/office/drawing/2014/main" id="{B60574ED-F9E2-9A67-B7D6-B2B936E1FE66}"/>
                </a:ext>
              </a:extLst>
            </p:cNvPr>
            <p:cNvGrpSpPr/>
            <p:nvPr/>
          </p:nvGrpSpPr>
          <p:grpSpPr>
            <a:xfrm>
              <a:off x="-822961" y="1623523"/>
              <a:ext cx="4572002" cy="652458"/>
              <a:chOff x="4334509" y="3333039"/>
              <a:chExt cx="4259583" cy="607874"/>
            </a:xfrm>
            <a:solidFill>
              <a:schemeClr val="tx2"/>
            </a:solidFill>
          </p:grpSpPr>
          <p:pic>
            <p:nvPicPr>
              <p:cNvPr id="16" name="Graphique 15">
                <a:extLst>
                  <a:ext uri="{FF2B5EF4-FFF2-40B4-BE49-F238E27FC236}">
                    <a16:creationId xmlns:a16="http://schemas.microsoft.com/office/drawing/2014/main" id="{88B8893F-3882-6BA5-E4F8-F6B762DF2A0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17" name="Graphique 16">
                <a:extLst>
                  <a:ext uri="{FF2B5EF4-FFF2-40B4-BE49-F238E27FC236}">
                    <a16:creationId xmlns:a16="http://schemas.microsoft.com/office/drawing/2014/main" id="{2530502A-CC8A-4259-3716-1CD9BD4A248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sp>
        <p:nvSpPr>
          <p:cNvPr id="20" name="Rectangle 19">
            <a:extLst>
              <a:ext uri="{FF2B5EF4-FFF2-40B4-BE49-F238E27FC236}">
                <a16:creationId xmlns:a16="http://schemas.microsoft.com/office/drawing/2014/main" id="{B4B8D595-7FE5-26A2-B3FC-3AB56B3569A0}"/>
              </a:ext>
            </a:extLst>
          </p:cNvPr>
          <p:cNvSpPr/>
          <p:nvPr userDrawn="1"/>
        </p:nvSpPr>
        <p:spPr>
          <a:xfrm flipH="1">
            <a:off x="7795258" y="2705670"/>
            <a:ext cx="4396741"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3B4BEE-487E-014A-EC3F-38E702C3C8BC}"/>
              </a:ext>
            </a:extLst>
          </p:cNvPr>
          <p:cNvSpPr/>
          <p:nvPr userDrawn="1"/>
        </p:nvSpPr>
        <p:spPr>
          <a:xfrm>
            <a:off x="0" y="2705670"/>
            <a:ext cx="4396741"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Ellipse 21">
            <a:extLst>
              <a:ext uri="{FF2B5EF4-FFF2-40B4-BE49-F238E27FC236}">
                <a16:creationId xmlns:a16="http://schemas.microsoft.com/office/drawing/2014/main" id="{0880D9A7-D3DC-ECF1-9907-880828EBD7E0}"/>
              </a:ext>
            </a:extLst>
          </p:cNvPr>
          <p:cNvSpPr/>
          <p:nvPr userDrawn="1"/>
        </p:nvSpPr>
        <p:spPr>
          <a:xfrm>
            <a:off x="5133975" y="2190750"/>
            <a:ext cx="1924050" cy="19240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space réservé pour une image  25">
            <a:extLst>
              <a:ext uri="{FF2B5EF4-FFF2-40B4-BE49-F238E27FC236}">
                <a16:creationId xmlns:a16="http://schemas.microsoft.com/office/drawing/2014/main" id="{056FFB86-5F45-E063-0B92-AA7D89BA20E6}"/>
              </a:ext>
            </a:extLst>
          </p:cNvPr>
          <p:cNvSpPr>
            <a:spLocks noGrp="1"/>
          </p:cNvSpPr>
          <p:nvPr>
            <p:ph type="pic" sz="quarter" idx="11" hasCustomPrompt="1"/>
          </p:nvPr>
        </p:nvSpPr>
        <p:spPr>
          <a:xfrm>
            <a:off x="5210176" y="2266953"/>
            <a:ext cx="1770380" cy="1771646"/>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27" name="Espace réservé du texte 4">
            <a:extLst>
              <a:ext uri="{FF2B5EF4-FFF2-40B4-BE49-F238E27FC236}">
                <a16:creationId xmlns:a16="http://schemas.microsoft.com/office/drawing/2014/main" id="{CE04097C-808E-6780-92DB-14BBD1F50CB0}"/>
              </a:ext>
            </a:extLst>
          </p:cNvPr>
          <p:cNvSpPr>
            <a:spLocks noGrp="1"/>
          </p:cNvSpPr>
          <p:nvPr>
            <p:ph type="body" sz="quarter" idx="13" hasCustomPrompt="1"/>
          </p:nvPr>
        </p:nvSpPr>
        <p:spPr>
          <a:xfrm>
            <a:off x="4476750" y="4397395"/>
            <a:ext cx="3238500" cy="276999"/>
          </a:xfrm>
        </p:spPr>
        <p:txBody>
          <a:bodyPr wrap="square" tIns="0" bIns="0">
            <a:spAutoFit/>
          </a:bodyPr>
          <a:lstStyle>
            <a:lvl1pPr marL="0" indent="0" algn="ctr">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a:t>First name LAST NAME</a:t>
            </a:r>
          </a:p>
        </p:txBody>
      </p:sp>
      <p:sp>
        <p:nvSpPr>
          <p:cNvPr id="28" name="Espace réservé du texte 4">
            <a:extLst>
              <a:ext uri="{FF2B5EF4-FFF2-40B4-BE49-F238E27FC236}">
                <a16:creationId xmlns:a16="http://schemas.microsoft.com/office/drawing/2014/main" id="{676D0FFF-F426-FAC2-B0E4-C9285F97D3A0}"/>
              </a:ext>
            </a:extLst>
          </p:cNvPr>
          <p:cNvSpPr>
            <a:spLocks noGrp="1"/>
          </p:cNvSpPr>
          <p:nvPr>
            <p:ph type="body" sz="quarter" idx="14" hasCustomPrompt="1"/>
          </p:nvPr>
        </p:nvSpPr>
        <p:spPr>
          <a:xfrm>
            <a:off x="4923425" y="4692670"/>
            <a:ext cx="2345150" cy="166199"/>
          </a:xfrm>
        </p:spPr>
        <p:txBody>
          <a:bodyPr wrap="square" tIns="0" bIns="0">
            <a:spAutoFit/>
          </a:bodyPr>
          <a:lstStyle>
            <a:lvl1pPr marL="0" indent="0" algn="ctr">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Function</a:t>
            </a:r>
          </a:p>
        </p:txBody>
      </p:sp>
      <p:sp>
        <p:nvSpPr>
          <p:cNvPr id="29" name="Espace réservé du texte 4">
            <a:extLst>
              <a:ext uri="{FF2B5EF4-FFF2-40B4-BE49-F238E27FC236}">
                <a16:creationId xmlns:a16="http://schemas.microsoft.com/office/drawing/2014/main" id="{4FDA04CB-AF46-C1CC-6623-2054729F8F94}"/>
              </a:ext>
            </a:extLst>
          </p:cNvPr>
          <p:cNvSpPr>
            <a:spLocks noGrp="1"/>
          </p:cNvSpPr>
          <p:nvPr>
            <p:ph type="body" sz="quarter" idx="15" hasCustomPrompt="1"/>
          </p:nvPr>
        </p:nvSpPr>
        <p:spPr>
          <a:xfrm>
            <a:off x="4923425" y="5197495"/>
            <a:ext cx="2345150" cy="166199"/>
          </a:xfrm>
        </p:spPr>
        <p:txBody>
          <a:bodyPr wrap="square" tIns="0" bIns="0">
            <a:spAutoFit/>
          </a:bodyPr>
          <a:lstStyle>
            <a:lvl1pPr marL="0" indent="0" algn="ctr">
              <a:lnSpc>
                <a:spcPct val="90000"/>
              </a:lnSpc>
              <a:spcBef>
                <a:spcPts val="0"/>
              </a:spcBef>
              <a:buNone/>
              <a:defRPr sz="1200" b="0">
                <a:solidFill>
                  <a:schemeClr val="accent3"/>
                </a:solidFill>
                <a:latin typeface="+mn-lt"/>
                <a:ea typeface="Source Sans Pro SemiBold" panose="020B0603030403020204" pitchFamily="34" charset="0"/>
              </a:defRPr>
            </a:lvl1pPr>
          </a:lstStyle>
          <a:p>
            <a:pPr lvl="0"/>
            <a:r>
              <a:rPr lang="fr-FR"/>
              <a:t>xx min</a:t>
            </a:r>
          </a:p>
        </p:txBody>
      </p:sp>
    </p:spTree>
    <p:extLst>
      <p:ext uri="{BB962C8B-B14F-4D97-AF65-F5344CB8AC3E}">
        <p14:creationId xmlns:p14="http://schemas.microsoft.com/office/powerpoint/2010/main" val="1654107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repeatCount="indefinite" fill="hold" nodeType="withEffect">
                                  <p:stCondLst>
                                    <p:cond delay="0"/>
                                  </p:stCondLst>
                                  <p:childTnLst>
                                    <p:animMotion origin="layout" path="M 0 -2.59259E-6 L 0.19063 0.00139 " pathEditMode="relative" rAng="0" ptsTypes="AA">
                                      <p:cBhvr>
                                        <p:cTn id="6" dur="10000" fill="hold"/>
                                        <p:tgtEl>
                                          <p:spTgt spid="13"/>
                                        </p:tgtEl>
                                        <p:attrNameLst>
                                          <p:attrName>ppt_x</p:attrName>
                                          <p:attrName>ppt_y</p:attrName>
                                        </p:attrNameLst>
                                      </p:cBhvr>
                                      <p:rCtr x="9531"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x2 speaker">
    <p:bg>
      <p:bgPr>
        <a:solidFill>
          <a:schemeClr val="tx1"/>
        </a:solidFill>
        <a:effectLst/>
      </p:bgPr>
    </p:bg>
    <p:spTree>
      <p:nvGrpSpPr>
        <p:cNvPr id="1" name=""/>
        <p:cNvGrpSpPr/>
        <p:nvPr/>
      </p:nvGrpSpPr>
      <p:grpSpPr>
        <a:xfrm>
          <a:off x="0" y="0"/>
          <a:ext cx="0" cy="0"/>
          <a:chOff x="0" y="0"/>
          <a:chExt cx="0" cy="0"/>
        </a:xfrm>
      </p:grpSpPr>
      <p:grpSp>
        <p:nvGrpSpPr>
          <p:cNvPr id="34" name="Groupe 33">
            <a:extLst>
              <a:ext uri="{FF2B5EF4-FFF2-40B4-BE49-F238E27FC236}">
                <a16:creationId xmlns:a16="http://schemas.microsoft.com/office/drawing/2014/main" id="{272DFAAD-3B8D-53FF-D42A-37AADF41A5BC}"/>
              </a:ext>
            </a:extLst>
          </p:cNvPr>
          <p:cNvGrpSpPr/>
          <p:nvPr userDrawn="1"/>
        </p:nvGrpSpPr>
        <p:grpSpPr>
          <a:xfrm>
            <a:off x="1493519" y="2826547"/>
            <a:ext cx="9204962" cy="652458"/>
            <a:chOff x="-822961" y="1623523"/>
            <a:chExt cx="9204962" cy="652458"/>
          </a:xfrm>
        </p:grpSpPr>
        <p:grpSp>
          <p:nvGrpSpPr>
            <p:cNvPr id="35" name="Groupe 34">
              <a:extLst>
                <a:ext uri="{FF2B5EF4-FFF2-40B4-BE49-F238E27FC236}">
                  <a16:creationId xmlns:a16="http://schemas.microsoft.com/office/drawing/2014/main" id="{574ACB28-1592-54CE-C899-7CADE4595C25}"/>
                </a:ext>
              </a:extLst>
            </p:cNvPr>
            <p:cNvGrpSpPr/>
            <p:nvPr/>
          </p:nvGrpSpPr>
          <p:grpSpPr>
            <a:xfrm>
              <a:off x="3809999" y="1623523"/>
              <a:ext cx="4572002" cy="652458"/>
              <a:chOff x="4334509" y="3333039"/>
              <a:chExt cx="4259583" cy="607874"/>
            </a:xfrm>
            <a:solidFill>
              <a:schemeClr val="tx2"/>
            </a:solidFill>
          </p:grpSpPr>
          <p:pic>
            <p:nvPicPr>
              <p:cNvPr id="39" name="Graphique 38">
                <a:extLst>
                  <a:ext uri="{FF2B5EF4-FFF2-40B4-BE49-F238E27FC236}">
                    <a16:creationId xmlns:a16="http://schemas.microsoft.com/office/drawing/2014/main" id="{C2C87178-8665-F93F-DC36-44DD3C0729C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40" name="Graphique 39">
                <a:extLst>
                  <a:ext uri="{FF2B5EF4-FFF2-40B4-BE49-F238E27FC236}">
                    <a16:creationId xmlns:a16="http://schemas.microsoft.com/office/drawing/2014/main" id="{87B082A7-7372-0A50-28A1-E2038BA80F0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nvGrpSpPr>
            <p:cNvPr id="36" name="Groupe 35">
              <a:extLst>
                <a:ext uri="{FF2B5EF4-FFF2-40B4-BE49-F238E27FC236}">
                  <a16:creationId xmlns:a16="http://schemas.microsoft.com/office/drawing/2014/main" id="{FB97554F-C450-39B2-BCC2-E80AF0FCB823}"/>
                </a:ext>
              </a:extLst>
            </p:cNvPr>
            <p:cNvGrpSpPr/>
            <p:nvPr/>
          </p:nvGrpSpPr>
          <p:grpSpPr>
            <a:xfrm>
              <a:off x="-822961" y="1623523"/>
              <a:ext cx="4572002" cy="652458"/>
              <a:chOff x="4334509" y="3333039"/>
              <a:chExt cx="4259583" cy="607874"/>
            </a:xfrm>
            <a:solidFill>
              <a:schemeClr val="tx2"/>
            </a:solidFill>
          </p:grpSpPr>
          <p:pic>
            <p:nvPicPr>
              <p:cNvPr id="37" name="Graphique 36">
                <a:extLst>
                  <a:ext uri="{FF2B5EF4-FFF2-40B4-BE49-F238E27FC236}">
                    <a16:creationId xmlns:a16="http://schemas.microsoft.com/office/drawing/2014/main" id="{FF1417C1-E2A9-B553-85EB-79AE94ED8E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38" name="Graphique 37">
                <a:extLst>
                  <a:ext uri="{FF2B5EF4-FFF2-40B4-BE49-F238E27FC236}">
                    <a16:creationId xmlns:a16="http://schemas.microsoft.com/office/drawing/2014/main" id="{40A4C64E-ED3E-2FD2-BAF8-B6B7C29A1E7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sp>
        <p:nvSpPr>
          <p:cNvPr id="41" name="Rectangle 40">
            <a:extLst>
              <a:ext uri="{FF2B5EF4-FFF2-40B4-BE49-F238E27FC236}">
                <a16:creationId xmlns:a16="http://schemas.microsoft.com/office/drawing/2014/main" id="{5D40FD16-7031-3920-0B2F-5D7B37CC6E9D}"/>
              </a:ext>
            </a:extLst>
          </p:cNvPr>
          <p:cNvSpPr/>
          <p:nvPr userDrawn="1"/>
        </p:nvSpPr>
        <p:spPr>
          <a:xfrm flipH="1">
            <a:off x="10604400" y="2705670"/>
            <a:ext cx="1587600"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C5A6019-1BB6-9B35-3198-6DF249F86DB1}"/>
              </a:ext>
            </a:extLst>
          </p:cNvPr>
          <p:cNvSpPr/>
          <p:nvPr userDrawn="1"/>
        </p:nvSpPr>
        <p:spPr>
          <a:xfrm>
            <a:off x="1" y="2705670"/>
            <a:ext cx="1585860"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Graphique 2">
            <a:extLst>
              <a:ext uri="{FF2B5EF4-FFF2-40B4-BE49-F238E27FC236}">
                <a16:creationId xmlns:a16="http://schemas.microsoft.com/office/drawing/2014/main" id="{E2D430C7-B687-BF0D-FE35-515C37426E03}"/>
              </a:ext>
            </a:extLst>
          </p:cNvPr>
          <p:cNvSpPr>
            <a:spLocks/>
          </p:cNvSpPr>
          <p:nvPr userDrawn="1"/>
        </p:nvSpPr>
        <p:spPr>
          <a:xfrm rot="16200000">
            <a:off x="9409266" y="3882473"/>
            <a:ext cx="2701930" cy="233996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12" name="Forme libre : forme 11">
            <a:extLst>
              <a:ext uri="{FF2B5EF4-FFF2-40B4-BE49-F238E27FC236}">
                <a16:creationId xmlns:a16="http://schemas.microsoft.com/office/drawing/2014/main" id="{911C9CDA-B138-2E76-9B97-EEBD25C4215B}"/>
              </a:ext>
            </a:extLst>
          </p:cNvPr>
          <p:cNvSpPr>
            <a:spLocks/>
          </p:cNvSpPr>
          <p:nvPr userDrawn="1"/>
        </p:nvSpPr>
        <p:spPr>
          <a:xfrm rot="16200000">
            <a:off x="-691774" y="1006137"/>
            <a:ext cx="2152612" cy="769063"/>
          </a:xfrm>
          <a:custGeom>
            <a:avLst/>
            <a:gdLst>
              <a:gd name="connsiteX0" fmla="*/ 2152612 w 2152612"/>
              <a:gd name="connsiteY0" fmla="*/ 769063 h 769063"/>
              <a:gd name="connsiteX1" fmla="*/ 1076306 w 2152612"/>
              <a:gd name="connsiteY1" fmla="*/ 769063 h 769063"/>
              <a:gd name="connsiteX2" fmla="*/ 0 w 2152612"/>
              <a:gd name="connsiteY2" fmla="*/ 769063 h 769063"/>
              <a:gd name="connsiteX3" fmla="*/ 443981 w 2152612"/>
              <a:gd name="connsiteY3" fmla="*/ 0 h 769063"/>
              <a:gd name="connsiteX4" fmla="*/ 1708562 w 2152612"/>
              <a:gd name="connsiteY4" fmla="*/ 0 h 769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2612" h="769063">
                <a:moveTo>
                  <a:pt x="2152612" y="769063"/>
                </a:moveTo>
                <a:lnTo>
                  <a:pt x="1076306" y="769063"/>
                </a:lnTo>
                <a:lnTo>
                  <a:pt x="0" y="769063"/>
                </a:lnTo>
                <a:lnTo>
                  <a:pt x="443981" y="0"/>
                </a:lnTo>
                <a:lnTo>
                  <a:pt x="1708562"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sp>
        <p:nvSpPr>
          <p:cNvPr id="22" name="Ellipse 21">
            <a:extLst>
              <a:ext uri="{FF2B5EF4-FFF2-40B4-BE49-F238E27FC236}">
                <a16:creationId xmlns:a16="http://schemas.microsoft.com/office/drawing/2014/main" id="{0880D9A7-D3DC-ECF1-9907-880828EBD7E0}"/>
              </a:ext>
            </a:extLst>
          </p:cNvPr>
          <p:cNvSpPr/>
          <p:nvPr userDrawn="1"/>
        </p:nvSpPr>
        <p:spPr>
          <a:xfrm>
            <a:off x="2270712" y="2190750"/>
            <a:ext cx="1924050" cy="19240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space réservé pour une image  25">
            <a:extLst>
              <a:ext uri="{FF2B5EF4-FFF2-40B4-BE49-F238E27FC236}">
                <a16:creationId xmlns:a16="http://schemas.microsoft.com/office/drawing/2014/main" id="{056FFB86-5F45-E063-0B92-AA7D89BA20E6}"/>
              </a:ext>
            </a:extLst>
          </p:cNvPr>
          <p:cNvSpPr>
            <a:spLocks noGrp="1"/>
          </p:cNvSpPr>
          <p:nvPr>
            <p:ph type="pic" sz="quarter" idx="11" hasCustomPrompt="1"/>
          </p:nvPr>
        </p:nvSpPr>
        <p:spPr>
          <a:xfrm>
            <a:off x="2347547" y="2266953"/>
            <a:ext cx="1770380" cy="1771646"/>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27" name="Espace réservé du texte 4">
            <a:extLst>
              <a:ext uri="{FF2B5EF4-FFF2-40B4-BE49-F238E27FC236}">
                <a16:creationId xmlns:a16="http://schemas.microsoft.com/office/drawing/2014/main" id="{CE04097C-808E-6780-92DB-14BBD1F50CB0}"/>
              </a:ext>
            </a:extLst>
          </p:cNvPr>
          <p:cNvSpPr>
            <a:spLocks noGrp="1"/>
          </p:cNvSpPr>
          <p:nvPr>
            <p:ph type="body" sz="quarter" idx="13" hasCustomPrompt="1"/>
          </p:nvPr>
        </p:nvSpPr>
        <p:spPr>
          <a:xfrm>
            <a:off x="1521999" y="4397395"/>
            <a:ext cx="3421476" cy="276999"/>
          </a:xfrm>
        </p:spPr>
        <p:txBody>
          <a:bodyPr wrap="square" tIns="0" bIns="0">
            <a:spAutoFit/>
          </a:bodyPr>
          <a:lstStyle>
            <a:lvl1pPr marL="0" indent="0" algn="ctr">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a:t>First name LAST NAME</a:t>
            </a:r>
          </a:p>
        </p:txBody>
      </p:sp>
      <p:sp>
        <p:nvSpPr>
          <p:cNvPr id="28" name="Espace réservé du texte 4">
            <a:extLst>
              <a:ext uri="{FF2B5EF4-FFF2-40B4-BE49-F238E27FC236}">
                <a16:creationId xmlns:a16="http://schemas.microsoft.com/office/drawing/2014/main" id="{676D0FFF-F426-FAC2-B0E4-C9285F97D3A0}"/>
              </a:ext>
            </a:extLst>
          </p:cNvPr>
          <p:cNvSpPr>
            <a:spLocks noGrp="1"/>
          </p:cNvSpPr>
          <p:nvPr>
            <p:ph type="body" sz="quarter" idx="14" hasCustomPrompt="1"/>
          </p:nvPr>
        </p:nvSpPr>
        <p:spPr>
          <a:xfrm>
            <a:off x="2060162" y="4692670"/>
            <a:ext cx="2345150" cy="166199"/>
          </a:xfrm>
        </p:spPr>
        <p:txBody>
          <a:bodyPr wrap="square" tIns="0" bIns="0">
            <a:spAutoFit/>
          </a:bodyPr>
          <a:lstStyle>
            <a:lvl1pPr marL="0" indent="0" algn="ctr">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Function</a:t>
            </a:r>
          </a:p>
        </p:txBody>
      </p:sp>
      <p:sp>
        <p:nvSpPr>
          <p:cNvPr id="29" name="Ellipse 28">
            <a:extLst>
              <a:ext uri="{FF2B5EF4-FFF2-40B4-BE49-F238E27FC236}">
                <a16:creationId xmlns:a16="http://schemas.microsoft.com/office/drawing/2014/main" id="{00C1E6D3-1F66-E378-59C9-F9A4B6779615}"/>
              </a:ext>
            </a:extLst>
          </p:cNvPr>
          <p:cNvSpPr/>
          <p:nvPr userDrawn="1"/>
        </p:nvSpPr>
        <p:spPr>
          <a:xfrm>
            <a:off x="7997238" y="2190750"/>
            <a:ext cx="1924050" cy="19240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space réservé pour une image  25">
            <a:extLst>
              <a:ext uri="{FF2B5EF4-FFF2-40B4-BE49-F238E27FC236}">
                <a16:creationId xmlns:a16="http://schemas.microsoft.com/office/drawing/2014/main" id="{FF751E7E-B219-3C60-3AB7-04A0FA08005C}"/>
              </a:ext>
            </a:extLst>
          </p:cNvPr>
          <p:cNvSpPr>
            <a:spLocks noGrp="1"/>
          </p:cNvSpPr>
          <p:nvPr>
            <p:ph type="pic" sz="quarter" idx="15" hasCustomPrompt="1"/>
          </p:nvPr>
        </p:nvSpPr>
        <p:spPr>
          <a:xfrm>
            <a:off x="8074073" y="2266953"/>
            <a:ext cx="1770380" cy="1771646"/>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31" name="Espace réservé du texte 4">
            <a:extLst>
              <a:ext uri="{FF2B5EF4-FFF2-40B4-BE49-F238E27FC236}">
                <a16:creationId xmlns:a16="http://schemas.microsoft.com/office/drawing/2014/main" id="{CA5C2EB2-86E9-8448-7C2D-41CFDFB58E20}"/>
              </a:ext>
            </a:extLst>
          </p:cNvPr>
          <p:cNvSpPr>
            <a:spLocks noGrp="1"/>
          </p:cNvSpPr>
          <p:nvPr>
            <p:ph type="body" sz="quarter" idx="16" hasCustomPrompt="1"/>
          </p:nvPr>
        </p:nvSpPr>
        <p:spPr>
          <a:xfrm>
            <a:off x="7248525" y="4397395"/>
            <a:ext cx="3421476" cy="276999"/>
          </a:xfrm>
        </p:spPr>
        <p:txBody>
          <a:bodyPr wrap="square" tIns="0" bIns="0">
            <a:spAutoFit/>
          </a:bodyPr>
          <a:lstStyle>
            <a:lvl1pPr marL="0" indent="0" algn="ctr">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a:t>First name LAST NAME</a:t>
            </a:r>
          </a:p>
        </p:txBody>
      </p:sp>
      <p:sp>
        <p:nvSpPr>
          <p:cNvPr id="32" name="Espace réservé du texte 4">
            <a:extLst>
              <a:ext uri="{FF2B5EF4-FFF2-40B4-BE49-F238E27FC236}">
                <a16:creationId xmlns:a16="http://schemas.microsoft.com/office/drawing/2014/main" id="{7861C6B7-6703-B9AC-6F55-CC984887C4F0}"/>
              </a:ext>
            </a:extLst>
          </p:cNvPr>
          <p:cNvSpPr>
            <a:spLocks noGrp="1"/>
          </p:cNvSpPr>
          <p:nvPr>
            <p:ph type="body" sz="quarter" idx="17" hasCustomPrompt="1"/>
          </p:nvPr>
        </p:nvSpPr>
        <p:spPr>
          <a:xfrm>
            <a:off x="7786688" y="4692670"/>
            <a:ext cx="2345150" cy="166199"/>
          </a:xfrm>
        </p:spPr>
        <p:txBody>
          <a:bodyPr wrap="square" tIns="0" bIns="0">
            <a:spAutoFit/>
          </a:bodyPr>
          <a:lstStyle>
            <a:lvl1pPr marL="0" indent="0" algn="ctr">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Function</a:t>
            </a:r>
          </a:p>
        </p:txBody>
      </p:sp>
      <p:sp>
        <p:nvSpPr>
          <p:cNvPr id="43" name="Rectangle 42">
            <a:extLst>
              <a:ext uri="{FF2B5EF4-FFF2-40B4-BE49-F238E27FC236}">
                <a16:creationId xmlns:a16="http://schemas.microsoft.com/office/drawing/2014/main" id="{01D232C2-DBAF-2596-A49A-9656DF7095D2}"/>
              </a:ext>
            </a:extLst>
          </p:cNvPr>
          <p:cNvSpPr/>
          <p:nvPr userDrawn="1"/>
        </p:nvSpPr>
        <p:spPr>
          <a:xfrm>
            <a:off x="6107429" y="2705670"/>
            <a:ext cx="969646"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2129C59-EE0B-0322-4578-FE538AE3DBB6}"/>
              </a:ext>
            </a:extLst>
          </p:cNvPr>
          <p:cNvSpPr/>
          <p:nvPr userDrawn="1"/>
        </p:nvSpPr>
        <p:spPr>
          <a:xfrm rot="10800000">
            <a:off x="5130961" y="2705670"/>
            <a:ext cx="969646"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Espace réservé du texte 4">
            <a:extLst>
              <a:ext uri="{FF2B5EF4-FFF2-40B4-BE49-F238E27FC236}">
                <a16:creationId xmlns:a16="http://schemas.microsoft.com/office/drawing/2014/main" id="{3E9147A9-621A-2C4C-DF43-74D0E6A5319F}"/>
              </a:ext>
            </a:extLst>
          </p:cNvPr>
          <p:cNvSpPr>
            <a:spLocks noGrp="1"/>
          </p:cNvSpPr>
          <p:nvPr>
            <p:ph type="body" sz="quarter" idx="18" hasCustomPrompt="1"/>
          </p:nvPr>
        </p:nvSpPr>
        <p:spPr>
          <a:xfrm>
            <a:off x="2060162" y="5197495"/>
            <a:ext cx="2345150" cy="166199"/>
          </a:xfrm>
        </p:spPr>
        <p:txBody>
          <a:bodyPr wrap="square" tIns="0" bIns="0">
            <a:spAutoFit/>
          </a:bodyPr>
          <a:lstStyle>
            <a:lvl1pPr marL="0" indent="0" algn="ctr">
              <a:lnSpc>
                <a:spcPct val="90000"/>
              </a:lnSpc>
              <a:spcBef>
                <a:spcPts val="0"/>
              </a:spcBef>
              <a:buNone/>
              <a:defRPr sz="1200" b="0">
                <a:solidFill>
                  <a:schemeClr val="accent5"/>
                </a:solidFill>
                <a:latin typeface="+mn-lt"/>
                <a:ea typeface="Source Sans Pro SemiBold" panose="020B0603030403020204" pitchFamily="34" charset="0"/>
              </a:defRPr>
            </a:lvl1pPr>
          </a:lstStyle>
          <a:p>
            <a:pPr lvl="0"/>
            <a:r>
              <a:rPr lang="fr-FR"/>
              <a:t>xx min</a:t>
            </a:r>
          </a:p>
        </p:txBody>
      </p:sp>
      <p:sp>
        <p:nvSpPr>
          <p:cNvPr id="46" name="Espace réservé du texte 4">
            <a:extLst>
              <a:ext uri="{FF2B5EF4-FFF2-40B4-BE49-F238E27FC236}">
                <a16:creationId xmlns:a16="http://schemas.microsoft.com/office/drawing/2014/main" id="{5D2A3D8B-67A5-775C-79F9-96E94F5FDF34}"/>
              </a:ext>
            </a:extLst>
          </p:cNvPr>
          <p:cNvSpPr>
            <a:spLocks noGrp="1"/>
          </p:cNvSpPr>
          <p:nvPr>
            <p:ph type="body" sz="quarter" idx="19" hasCustomPrompt="1"/>
          </p:nvPr>
        </p:nvSpPr>
        <p:spPr>
          <a:xfrm>
            <a:off x="7786688" y="5197495"/>
            <a:ext cx="2345150" cy="166199"/>
          </a:xfrm>
        </p:spPr>
        <p:txBody>
          <a:bodyPr wrap="square" tIns="0" bIns="0">
            <a:spAutoFit/>
          </a:bodyPr>
          <a:lstStyle>
            <a:lvl1pPr marL="0" indent="0" algn="ctr">
              <a:lnSpc>
                <a:spcPct val="90000"/>
              </a:lnSpc>
              <a:spcBef>
                <a:spcPts val="0"/>
              </a:spcBef>
              <a:buNone/>
              <a:defRPr sz="1200" b="0">
                <a:solidFill>
                  <a:schemeClr val="accent5"/>
                </a:solidFill>
                <a:latin typeface="+mn-lt"/>
                <a:ea typeface="Source Sans Pro SemiBold" panose="020B0603030403020204" pitchFamily="34" charset="0"/>
              </a:defRPr>
            </a:lvl1pPr>
          </a:lstStyle>
          <a:p>
            <a:pPr lvl="0"/>
            <a:r>
              <a:rPr lang="fr-FR"/>
              <a:t>xx min</a:t>
            </a:r>
          </a:p>
        </p:txBody>
      </p:sp>
    </p:spTree>
    <p:extLst>
      <p:ext uri="{BB962C8B-B14F-4D97-AF65-F5344CB8AC3E}">
        <p14:creationId xmlns:p14="http://schemas.microsoft.com/office/powerpoint/2010/main" val="4198772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repeatCount="indefinite" fill="hold" nodeType="withEffect">
                                  <p:stCondLst>
                                    <p:cond delay="0"/>
                                  </p:stCondLst>
                                  <p:childTnLst>
                                    <p:animMotion origin="layout" path="M 0 -2.59259E-6 L 0.19063 0.00139 " pathEditMode="relative" rAng="0" ptsTypes="AA">
                                      <p:cBhvr>
                                        <p:cTn id="6" dur="10000" fill="hold"/>
                                        <p:tgtEl>
                                          <p:spTgt spid="34"/>
                                        </p:tgtEl>
                                        <p:attrNameLst>
                                          <p:attrName>ppt_x</p:attrName>
                                          <p:attrName>ppt_y</p:attrName>
                                        </p:attrNameLst>
                                      </p:cBhvr>
                                      <p:rCtr x="9531"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x3 speaker">
    <p:bg>
      <p:bgPr>
        <a:solidFill>
          <a:schemeClr val="tx1"/>
        </a:solidFill>
        <a:effectLst/>
      </p:bgPr>
    </p:bg>
    <p:spTree>
      <p:nvGrpSpPr>
        <p:cNvPr id="1" name=""/>
        <p:cNvGrpSpPr/>
        <p:nvPr/>
      </p:nvGrpSpPr>
      <p:grpSpPr>
        <a:xfrm>
          <a:off x="0" y="0"/>
          <a:ext cx="0" cy="0"/>
          <a:chOff x="0" y="0"/>
          <a:chExt cx="0" cy="0"/>
        </a:xfrm>
      </p:grpSpPr>
      <p:grpSp>
        <p:nvGrpSpPr>
          <p:cNvPr id="34" name="Groupe 33">
            <a:extLst>
              <a:ext uri="{FF2B5EF4-FFF2-40B4-BE49-F238E27FC236}">
                <a16:creationId xmlns:a16="http://schemas.microsoft.com/office/drawing/2014/main" id="{272DFAAD-3B8D-53FF-D42A-37AADF41A5BC}"/>
              </a:ext>
            </a:extLst>
          </p:cNvPr>
          <p:cNvGrpSpPr/>
          <p:nvPr userDrawn="1"/>
        </p:nvGrpSpPr>
        <p:grpSpPr>
          <a:xfrm>
            <a:off x="399533" y="2826547"/>
            <a:ext cx="11392933" cy="652458"/>
            <a:chOff x="-822961" y="1623523"/>
            <a:chExt cx="11392933" cy="652458"/>
          </a:xfrm>
        </p:grpSpPr>
        <p:grpSp>
          <p:nvGrpSpPr>
            <p:cNvPr id="35" name="Groupe 34">
              <a:extLst>
                <a:ext uri="{FF2B5EF4-FFF2-40B4-BE49-F238E27FC236}">
                  <a16:creationId xmlns:a16="http://schemas.microsoft.com/office/drawing/2014/main" id="{574ACB28-1592-54CE-C899-7CADE4595C25}"/>
                </a:ext>
              </a:extLst>
            </p:cNvPr>
            <p:cNvGrpSpPr/>
            <p:nvPr/>
          </p:nvGrpSpPr>
          <p:grpSpPr>
            <a:xfrm>
              <a:off x="3809999" y="1623523"/>
              <a:ext cx="6759973" cy="652458"/>
              <a:chOff x="4334509" y="3333039"/>
              <a:chExt cx="6298045" cy="607874"/>
            </a:xfrm>
            <a:solidFill>
              <a:schemeClr val="tx2"/>
            </a:solidFill>
          </p:grpSpPr>
          <p:pic>
            <p:nvPicPr>
              <p:cNvPr id="39" name="Graphique 38">
                <a:extLst>
                  <a:ext uri="{FF2B5EF4-FFF2-40B4-BE49-F238E27FC236}">
                    <a16:creationId xmlns:a16="http://schemas.microsoft.com/office/drawing/2014/main" id="{C2C87178-8665-F93F-DC36-44DD3C0729C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40" name="Graphique 39">
                <a:extLst>
                  <a:ext uri="{FF2B5EF4-FFF2-40B4-BE49-F238E27FC236}">
                    <a16:creationId xmlns:a16="http://schemas.microsoft.com/office/drawing/2014/main" id="{87B082A7-7372-0A50-28A1-E2038BA80F0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pic>
            <p:nvPicPr>
              <p:cNvPr id="45" name="Graphique 44">
                <a:extLst>
                  <a:ext uri="{FF2B5EF4-FFF2-40B4-BE49-F238E27FC236}">
                    <a16:creationId xmlns:a16="http://schemas.microsoft.com/office/drawing/2014/main" id="{2CC5451F-AB11-093C-51FA-8716C4463DF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40863" y="3333039"/>
                <a:ext cx="2091691" cy="607874"/>
              </a:xfrm>
              <a:prstGeom prst="rect">
                <a:avLst/>
              </a:prstGeom>
            </p:spPr>
          </p:pic>
        </p:grpSp>
        <p:grpSp>
          <p:nvGrpSpPr>
            <p:cNvPr id="36" name="Groupe 35">
              <a:extLst>
                <a:ext uri="{FF2B5EF4-FFF2-40B4-BE49-F238E27FC236}">
                  <a16:creationId xmlns:a16="http://schemas.microsoft.com/office/drawing/2014/main" id="{FB97554F-C450-39B2-BCC2-E80AF0FCB823}"/>
                </a:ext>
              </a:extLst>
            </p:cNvPr>
            <p:cNvGrpSpPr/>
            <p:nvPr/>
          </p:nvGrpSpPr>
          <p:grpSpPr>
            <a:xfrm>
              <a:off x="-822961" y="1623523"/>
              <a:ext cx="4572002" cy="652458"/>
              <a:chOff x="4334509" y="3333039"/>
              <a:chExt cx="4259583" cy="607874"/>
            </a:xfrm>
            <a:solidFill>
              <a:schemeClr val="tx2"/>
            </a:solidFill>
          </p:grpSpPr>
          <p:pic>
            <p:nvPicPr>
              <p:cNvPr id="37" name="Graphique 36">
                <a:extLst>
                  <a:ext uri="{FF2B5EF4-FFF2-40B4-BE49-F238E27FC236}">
                    <a16:creationId xmlns:a16="http://schemas.microsoft.com/office/drawing/2014/main" id="{FF1417C1-E2A9-B553-85EB-79AE94ED8E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38" name="Graphique 37">
                <a:extLst>
                  <a:ext uri="{FF2B5EF4-FFF2-40B4-BE49-F238E27FC236}">
                    <a16:creationId xmlns:a16="http://schemas.microsoft.com/office/drawing/2014/main" id="{40A4C64E-ED3E-2FD2-BAF8-B6B7C29A1E7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sp>
        <p:nvSpPr>
          <p:cNvPr id="42" name="Rectangle 41">
            <a:extLst>
              <a:ext uri="{FF2B5EF4-FFF2-40B4-BE49-F238E27FC236}">
                <a16:creationId xmlns:a16="http://schemas.microsoft.com/office/drawing/2014/main" id="{CC5A6019-1BB6-9B35-3198-6DF249F86DB1}"/>
              </a:ext>
            </a:extLst>
          </p:cNvPr>
          <p:cNvSpPr/>
          <p:nvPr userDrawn="1"/>
        </p:nvSpPr>
        <p:spPr>
          <a:xfrm>
            <a:off x="1" y="2705670"/>
            <a:ext cx="731837"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9013"/>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9013"/>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Graphique 2">
            <a:extLst>
              <a:ext uri="{FF2B5EF4-FFF2-40B4-BE49-F238E27FC236}">
                <a16:creationId xmlns:a16="http://schemas.microsoft.com/office/drawing/2014/main" id="{E2D430C7-B687-BF0D-FE35-515C37426E03}"/>
              </a:ext>
            </a:extLst>
          </p:cNvPr>
          <p:cNvSpPr>
            <a:spLocks/>
          </p:cNvSpPr>
          <p:nvPr userDrawn="1"/>
        </p:nvSpPr>
        <p:spPr>
          <a:xfrm rot="16200000">
            <a:off x="9409266" y="3882473"/>
            <a:ext cx="2701930" cy="233996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12" name="Forme libre : forme 11">
            <a:extLst>
              <a:ext uri="{FF2B5EF4-FFF2-40B4-BE49-F238E27FC236}">
                <a16:creationId xmlns:a16="http://schemas.microsoft.com/office/drawing/2014/main" id="{911C9CDA-B138-2E76-9B97-EEBD25C4215B}"/>
              </a:ext>
            </a:extLst>
          </p:cNvPr>
          <p:cNvSpPr>
            <a:spLocks/>
          </p:cNvSpPr>
          <p:nvPr userDrawn="1"/>
        </p:nvSpPr>
        <p:spPr>
          <a:xfrm rot="16200000">
            <a:off x="-691774" y="1006137"/>
            <a:ext cx="2152612" cy="769063"/>
          </a:xfrm>
          <a:custGeom>
            <a:avLst/>
            <a:gdLst>
              <a:gd name="connsiteX0" fmla="*/ 2152612 w 2152612"/>
              <a:gd name="connsiteY0" fmla="*/ 769063 h 769063"/>
              <a:gd name="connsiteX1" fmla="*/ 1076306 w 2152612"/>
              <a:gd name="connsiteY1" fmla="*/ 769063 h 769063"/>
              <a:gd name="connsiteX2" fmla="*/ 0 w 2152612"/>
              <a:gd name="connsiteY2" fmla="*/ 769063 h 769063"/>
              <a:gd name="connsiteX3" fmla="*/ 443981 w 2152612"/>
              <a:gd name="connsiteY3" fmla="*/ 0 h 769063"/>
              <a:gd name="connsiteX4" fmla="*/ 1708562 w 2152612"/>
              <a:gd name="connsiteY4" fmla="*/ 0 h 769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2612" h="769063">
                <a:moveTo>
                  <a:pt x="2152612" y="769063"/>
                </a:moveTo>
                <a:lnTo>
                  <a:pt x="1076306" y="769063"/>
                </a:lnTo>
                <a:lnTo>
                  <a:pt x="0" y="769063"/>
                </a:lnTo>
                <a:lnTo>
                  <a:pt x="443981" y="0"/>
                </a:lnTo>
                <a:lnTo>
                  <a:pt x="1708562"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sp>
        <p:nvSpPr>
          <p:cNvPr id="22" name="Ellipse 21">
            <a:extLst>
              <a:ext uri="{FF2B5EF4-FFF2-40B4-BE49-F238E27FC236}">
                <a16:creationId xmlns:a16="http://schemas.microsoft.com/office/drawing/2014/main" id="{0880D9A7-D3DC-ECF1-9907-880828EBD7E0}"/>
              </a:ext>
            </a:extLst>
          </p:cNvPr>
          <p:cNvSpPr/>
          <p:nvPr userDrawn="1"/>
        </p:nvSpPr>
        <p:spPr>
          <a:xfrm>
            <a:off x="1313921" y="2190750"/>
            <a:ext cx="1924050" cy="19240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space réservé pour une image  25">
            <a:extLst>
              <a:ext uri="{FF2B5EF4-FFF2-40B4-BE49-F238E27FC236}">
                <a16:creationId xmlns:a16="http://schemas.microsoft.com/office/drawing/2014/main" id="{056FFB86-5F45-E063-0B92-AA7D89BA20E6}"/>
              </a:ext>
            </a:extLst>
          </p:cNvPr>
          <p:cNvSpPr>
            <a:spLocks noGrp="1"/>
          </p:cNvSpPr>
          <p:nvPr>
            <p:ph type="pic" sz="quarter" idx="11" hasCustomPrompt="1"/>
          </p:nvPr>
        </p:nvSpPr>
        <p:spPr>
          <a:xfrm>
            <a:off x="1390756" y="2266953"/>
            <a:ext cx="1770380" cy="1771646"/>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27" name="Espace réservé du texte 4">
            <a:extLst>
              <a:ext uri="{FF2B5EF4-FFF2-40B4-BE49-F238E27FC236}">
                <a16:creationId xmlns:a16="http://schemas.microsoft.com/office/drawing/2014/main" id="{CE04097C-808E-6780-92DB-14BBD1F50CB0}"/>
              </a:ext>
            </a:extLst>
          </p:cNvPr>
          <p:cNvSpPr>
            <a:spLocks noGrp="1"/>
          </p:cNvSpPr>
          <p:nvPr>
            <p:ph type="body" sz="quarter" idx="13" hasCustomPrompt="1"/>
          </p:nvPr>
        </p:nvSpPr>
        <p:spPr>
          <a:xfrm>
            <a:off x="827617" y="4397395"/>
            <a:ext cx="2896658" cy="276999"/>
          </a:xfrm>
        </p:spPr>
        <p:txBody>
          <a:bodyPr wrap="square" tIns="0" bIns="0">
            <a:spAutoFit/>
          </a:bodyPr>
          <a:lstStyle>
            <a:lvl1pPr marL="0" indent="0" algn="ctr">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a:t>First name LAST NAME</a:t>
            </a:r>
          </a:p>
        </p:txBody>
      </p:sp>
      <p:sp>
        <p:nvSpPr>
          <p:cNvPr id="28" name="Espace réservé du texte 4">
            <a:extLst>
              <a:ext uri="{FF2B5EF4-FFF2-40B4-BE49-F238E27FC236}">
                <a16:creationId xmlns:a16="http://schemas.microsoft.com/office/drawing/2014/main" id="{676D0FFF-F426-FAC2-B0E4-C9285F97D3A0}"/>
              </a:ext>
            </a:extLst>
          </p:cNvPr>
          <p:cNvSpPr>
            <a:spLocks noGrp="1"/>
          </p:cNvSpPr>
          <p:nvPr>
            <p:ph type="body" sz="quarter" idx="14" hasCustomPrompt="1"/>
          </p:nvPr>
        </p:nvSpPr>
        <p:spPr>
          <a:xfrm>
            <a:off x="1103371" y="4692670"/>
            <a:ext cx="2345150" cy="166199"/>
          </a:xfrm>
        </p:spPr>
        <p:txBody>
          <a:bodyPr wrap="square" tIns="0" bIns="0">
            <a:spAutoFit/>
          </a:bodyPr>
          <a:lstStyle>
            <a:lvl1pPr marL="0" indent="0" algn="ctr">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Function</a:t>
            </a:r>
          </a:p>
        </p:txBody>
      </p:sp>
      <p:sp>
        <p:nvSpPr>
          <p:cNvPr id="29" name="Ellipse 28">
            <a:extLst>
              <a:ext uri="{FF2B5EF4-FFF2-40B4-BE49-F238E27FC236}">
                <a16:creationId xmlns:a16="http://schemas.microsoft.com/office/drawing/2014/main" id="{00C1E6D3-1F66-E378-59C9-F9A4B6779615}"/>
              </a:ext>
            </a:extLst>
          </p:cNvPr>
          <p:cNvSpPr/>
          <p:nvPr userDrawn="1"/>
        </p:nvSpPr>
        <p:spPr>
          <a:xfrm>
            <a:off x="8953668" y="2190750"/>
            <a:ext cx="1924050" cy="19240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space réservé pour une image  25">
            <a:extLst>
              <a:ext uri="{FF2B5EF4-FFF2-40B4-BE49-F238E27FC236}">
                <a16:creationId xmlns:a16="http://schemas.microsoft.com/office/drawing/2014/main" id="{FF751E7E-B219-3C60-3AB7-04A0FA08005C}"/>
              </a:ext>
            </a:extLst>
          </p:cNvPr>
          <p:cNvSpPr>
            <a:spLocks noGrp="1"/>
          </p:cNvSpPr>
          <p:nvPr>
            <p:ph type="pic" sz="quarter" idx="15" hasCustomPrompt="1"/>
          </p:nvPr>
        </p:nvSpPr>
        <p:spPr>
          <a:xfrm>
            <a:off x="9030503" y="2266953"/>
            <a:ext cx="1770380" cy="1771646"/>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31" name="Espace réservé du texte 4">
            <a:extLst>
              <a:ext uri="{FF2B5EF4-FFF2-40B4-BE49-F238E27FC236}">
                <a16:creationId xmlns:a16="http://schemas.microsoft.com/office/drawing/2014/main" id="{CA5C2EB2-86E9-8448-7C2D-41CFDFB58E20}"/>
              </a:ext>
            </a:extLst>
          </p:cNvPr>
          <p:cNvSpPr>
            <a:spLocks noGrp="1"/>
          </p:cNvSpPr>
          <p:nvPr>
            <p:ph type="body" sz="quarter" idx="16" hasCustomPrompt="1"/>
          </p:nvPr>
        </p:nvSpPr>
        <p:spPr>
          <a:xfrm>
            <a:off x="8467364" y="4397395"/>
            <a:ext cx="2896658" cy="276999"/>
          </a:xfrm>
        </p:spPr>
        <p:txBody>
          <a:bodyPr wrap="square" tIns="0" bIns="0">
            <a:spAutoFit/>
          </a:bodyPr>
          <a:lstStyle>
            <a:lvl1pPr marL="0" indent="0" algn="ctr">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a:t>First name LAST NAME</a:t>
            </a:r>
          </a:p>
        </p:txBody>
      </p:sp>
      <p:sp>
        <p:nvSpPr>
          <p:cNvPr id="32" name="Espace réservé du texte 4">
            <a:extLst>
              <a:ext uri="{FF2B5EF4-FFF2-40B4-BE49-F238E27FC236}">
                <a16:creationId xmlns:a16="http://schemas.microsoft.com/office/drawing/2014/main" id="{7861C6B7-6703-B9AC-6F55-CC984887C4F0}"/>
              </a:ext>
            </a:extLst>
          </p:cNvPr>
          <p:cNvSpPr>
            <a:spLocks noGrp="1"/>
          </p:cNvSpPr>
          <p:nvPr>
            <p:ph type="body" sz="quarter" idx="17" hasCustomPrompt="1"/>
          </p:nvPr>
        </p:nvSpPr>
        <p:spPr>
          <a:xfrm>
            <a:off x="8743118" y="4692670"/>
            <a:ext cx="2345150" cy="166199"/>
          </a:xfrm>
        </p:spPr>
        <p:txBody>
          <a:bodyPr wrap="square" tIns="0" bIns="0">
            <a:spAutoFit/>
          </a:bodyPr>
          <a:lstStyle>
            <a:lvl1pPr marL="0" indent="0" algn="ctr">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Function</a:t>
            </a:r>
          </a:p>
        </p:txBody>
      </p:sp>
      <p:sp>
        <p:nvSpPr>
          <p:cNvPr id="18" name="Ellipse 17">
            <a:extLst>
              <a:ext uri="{FF2B5EF4-FFF2-40B4-BE49-F238E27FC236}">
                <a16:creationId xmlns:a16="http://schemas.microsoft.com/office/drawing/2014/main" id="{105199A7-2B85-936B-89BA-8D604AB34DFA}"/>
              </a:ext>
            </a:extLst>
          </p:cNvPr>
          <p:cNvSpPr/>
          <p:nvPr userDrawn="1"/>
        </p:nvSpPr>
        <p:spPr>
          <a:xfrm>
            <a:off x="5133975" y="2190750"/>
            <a:ext cx="1924050" cy="19240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space réservé pour une image  25">
            <a:extLst>
              <a:ext uri="{FF2B5EF4-FFF2-40B4-BE49-F238E27FC236}">
                <a16:creationId xmlns:a16="http://schemas.microsoft.com/office/drawing/2014/main" id="{38358296-D7E9-7B49-8DF3-6BD7F12B075C}"/>
              </a:ext>
            </a:extLst>
          </p:cNvPr>
          <p:cNvSpPr>
            <a:spLocks noGrp="1"/>
          </p:cNvSpPr>
          <p:nvPr>
            <p:ph type="pic" sz="quarter" idx="18" hasCustomPrompt="1"/>
          </p:nvPr>
        </p:nvSpPr>
        <p:spPr>
          <a:xfrm>
            <a:off x="5210810" y="2266953"/>
            <a:ext cx="1770380" cy="1771646"/>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20" name="Espace réservé du texte 4">
            <a:extLst>
              <a:ext uri="{FF2B5EF4-FFF2-40B4-BE49-F238E27FC236}">
                <a16:creationId xmlns:a16="http://schemas.microsoft.com/office/drawing/2014/main" id="{8CC1B5EE-EBE8-7A35-187A-053EADCE73C1}"/>
              </a:ext>
            </a:extLst>
          </p:cNvPr>
          <p:cNvSpPr>
            <a:spLocks noGrp="1"/>
          </p:cNvSpPr>
          <p:nvPr>
            <p:ph type="body" sz="quarter" idx="19" hasCustomPrompt="1"/>
          </p:nvPr>
        </p:nvSpPr>
        <p:spPr>
          <a:xfrm>
            <a:off x="4647671" y="4397395"/>
            <a:ext cx="2896658" cy="276999"/>
          </a:xfrm>
        </p:spPr>
        <p:txBody>
          <a:bodyPr wrap="square" tIns="0" bIns="0">
            <a:spAutoFit/>
          </a:bodyPr>
          <a:lstStyle>
            <a:lvl1pPr marL="0" indent="0" algn="ctr">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a:t>First name LAST NAME</a:t>
            </a:r>
          </a:p>
        </p:txBody>
      </p:sp>
      <p:sp>
        <p:nvSpPr>
          <p:cNvPr id="21" name="Espace réservé du texte 4">
            <a:extLst>
              <a:ext uri="{FF2B5EF4-FFF2-40B4-BE49-F238E27FC236}">
                <a16:creationId xmlns:a16="http://schemas.microsoft.com/office/drawing/2014/main" id="{7AAC13C8-9F68-A7D2-3F9F-E730738BC592}"/>
              </a:ext>
            </a:extLst>
          </p:cNvPr>
          <p:cNvSpPr>
            <a:spLocks noGrp="1"/>
          </p:cNvSpPr>
          <p:nvPr>
            <p:ph type="body" sz="quarter" idx="20" hasCustomPrompt="1"/>
          </p:nvPr>
        </p:nvSpPr>
        <p:spPr>
          <a:xfrm>
            <a:off x="4923425" y="4692670"/>
            <a:ext cx="2345150" cy="166199"/>
          </a:xfrm>
        </p:spPr>
        <p:txBody>
          <a:bodyPr wrap="square" tIns="0" bIns="0">
            <a:spAutoFit/>
          </a:bodyPr>
          <a:lstStyle>
            <a:lvl1pPr marL="0" indent="0" algn="ctr">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Function</a:t>
            </a:r>
          </a:p>
        </p:txBody>
      </p:sp>
      <p:sp>
        <p:nvSpPr>
          <p:cNvPr id="24" name="Rectangle 23">
            <a:extLst>
              <a:ext uri="{FF2B5EF4-FFF2-40B4-BE49-F238E27FC236}">
                <a16:creationId xmlns:a16="http://schemas.microsoft.com/office/drawing/2014/main" id="{BD337CB2-CA0A-649D-0AE6-19E4426B9016}"/>
              </a:ext>
            </a:extLst>
          </p:cNvPr>
          <p:cNvSpPr/>
          <p:nvPr userDrawn="1"/>
        </p:nvSpPr>
        <p:spPr>
          <a:xfrm flipH="1">
            <a:off x="11460163" y="2705670"/>
            <a:ext cx="731837"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e 50">
            <a:extLst>
              <a:ext uri="{FF2B5EF4-FFF2-40B4-BE49-F238E27FC236}">
                <a16:creationId xmlns:a16="http://schemas.microsoft.com/office/drawing/2014/main" id="{0A726B4B-14E0-58F0-0544-D3C6B32D2664}"/>
              </a:ext>
            </a:extLst>
          </p:cNvPr>
          <p:cNvGrpSpPr/>
          <p:nvPr userDrawn="1"/>
        </p:nvGrpSpPr>
        <p:grpSpPr>
          <a:xfrm>
            <a:off x="7276409" y="2690782"/>
            <a:ext cx="1458875" cy="894210"/>
            <a:chOff x="7329715" y="2662207"/>
            <a:chExt cx="1458875" cy="894210"/>
          </a:xfrm>
        </p:grpSpPr>
        <p:sp>
          <p:nvSpPr>
            <p:cNvPr id="25" name="Rectangle 24">
              <a:extLst>
                <a:ext uri="{FF2B5EF4-FFF2-40B4-BE49-F238E27FC236}">
                  <a16:creationId xmlns:a16="http://schemas.microsoft.com/office/drawing/2014/main" id="{C3A3AB12-EE46-BE4F-A794-91E4382988A7}"/>
                </a:ext>
              </a:extLst>
            </p:cNvPr>
            <p:cNvSpPr/>
            <p:nvPr userDrawn="1"/>
          </p:nvSpPr>
          <p:spPr>
            <a:xfrm>
              <a:off x="8056752" y="2662207"/>
              <a:ext cx="731838" cy="894210"/>
            </a:xfrm>
            <a:prstGeom prst="rect">
              <a:avLst/>
            </a:prstGeom>
            <a:gradFill>
              <a:gsLst>
                <a:gs pos="100000">
                  <a:schemeClr val="tx1">
                    <a:alpha val="0"/>
                  </a:schemeClr>
                </a:gs>
                <a:gs pos="1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D2C5E7A-8748-6B60-7D81-9848A1DF23DE}"/>
                </a:ext>
              </a:extLst>
            </p:cNvPr>
            <p:cNvSpPr/>
            <p:nvPr userDrawn="1"/>
          </p:nvSpPr>
          <p:spPr>
            <a:xfrm rot="10800000">
              <a:off x="7329715" y="2662207"/>
              <a:ext cx="731838" cy="894210"/>
            </a:xfrm>
            <a:prstGeom prst="rect">
              <a:avLst/>
            </a:prstGeom>
            <a:gradFill>
              <a:gsLst>
                <a:gs pos="100000">
                  <a:schemeClr val="tx1">
                    <a:alpha val="0"/>
                  </a:schemeClr>
                </a:gs>
                <a:gs pos="1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 name="Groupe 51">
            <a:extLst>
              <a:ext uri="{FF2B5EF4-FFF2-40B4-BE49-F238E27FC236}">
                <a16:creationId xmlns:a16="http://schemas.microsoft.com/office/drawing/2014/main" id="{7E2AB8E6-F919-A946-F2A3-07213E0413E9}"/>
              </a:ext>
            </a:extLst>
          </p:cNvPr>
          <p:cNvGrpSpPr/>
          <p:nvPr userDrawn="1"/>
        </p:nvGrpSpPr>
        <p:grpSpPr>
          <a:xfrm>
            <a:off x="3456536" y="2690782"/>
            <a:ext cx="1458875" cy="894210"/>
            <a:chOff x="7329715" y="2662207"/>
            <a:chExt cx="1458875" cy="894210"/>
          </a:xfrm>
        </p:grpSpPr>
        <p:sp>
          <p:nvSpPr>
            <p:cNvPr id="53" name="Rectangle 52">
              <a:extLst>
                <a:ext uri="{FF2B5EF4-FFF2-40B4-BE49-F238E27FC236}">
                  <a16:creationId xmlns:a16="http://schemas.microsoft.com/office/drawing/2014/main" id="{61328930-C4DD-2201-87B2-B0EBA14CE981}"/>
                </a:ext>
              </a:extLst>
            </p:cNvPr>
            <p:cNvSpPr/>
            <p:nvPr userDrawn="1"/>
          </p:nvSpPr>
          <p:spPr>
            <a:xfrm>
              <a:off x="8056752" y="2662207"/>
              <a:ext cx="731838" cy="894210"/>
            </a:xfrm>
            <a:prstGeom prst="rect">
              <a:avLst/>
            </a:prstGeom>
            <a:gradFill>
              <a:gsLst>
                <a:gs pos="100000">
                  <a:schemeClr val="tx1">
                    <a:alpha val="0"/>
                  </a:schemeClr>
                </a:gs>
                <a:gs pos="1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B2C3A82E-2DB0-8BD7-EBAC-B9B299A301D0}"/>
                </a:ext>
              </a:extLst>
            </p:cNvPr>
            <p:cNvSpPr/>
            <p:nvPr userDrawn="1"/>
          </p:nvSpPr>
          <p:spPr>
            <a:xfrm rot="10800000">
              <a:off x="7329715" y="2662207"/>
              <a:ext cx="731838" cy="894210"/>
            </a:xfrm>
            <a:prstGeom prst="rect">
              <a:avLst/>
            </a:prstGeom>
            <a:gradFill>
              <a:gsLst>
                <a:gs pos="100000">
                  <a:schemeClr val="tx1">
                    <a:alpha val="0"/>
                  </a:schemeClr>
                </a:gs>
                <a:gs pos="1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5" name="Espace réservé du texte 4">
            <a:extLst>
              <a:ext uri="{FF2B5EF4-FFF2-40B4-BE49-F238E27FC236}">
                <a16:creationId xmlns:a16="http://schemas.microsoft.com/office/drawing/2014/main" id="{13B84454-F054-E74B-E3EE-E4DD208DE9A5}"/>
              </a:ext>
            </a:extLst>
          </p:cNvPr>
          <p:cNvSpPr>
            <a:spLocks noGrp="1"/>
          </p:cNvSpPr>
          <p:nvPr>
            <p:ph type="body" sz="quarter" idx="21" hasCustomPrompt="1"/>
          </p:nvPr>
        </p:nvSpPr>
        <p:spPr>
          <a:xfrm>
            <a:off x="4923425" y="5197495"/>
            <a:ext cx="2345150" cy="166199"/>
          </a:xfrm>
        </p:spPr>
        <p:txBody>
          <a:bodyPr wrap="square" tIns="0" bIns="0">
            <a:spAutoFit/>
          </a:bodyPr>
          <a:lstStyle>
            <a:lvl1pPr marL="0" indent="0" algn="ctr">
              <a:lnSpc>
                <a:spcPct val="90000"/>
              </a:lnSpc>
              <a:spcBef>
                <a:spcPts val="0"/>
              </a:spcBef>
              <a:buNone/>
              <a:defRPr sz="1200" b="0">
                <a:solidFill>
                  <a:schemeClr val="accent5"/>
                </a:solidFill>
                <a:latin typeface="+mn-lt"/>
                <a:ea typeface="Source Sans Pro SemiBold" panose="020B0603030403020204" pitchFamily="34" charset="0"/>
              </a:defRPr>
            </a:lvl1pPr>
          </a:lstStyle>
          <a:p>
            <a:pPr lvl="0"/>
            <a:r>
              <a:rPr lang="fr-FR"/>
              <a:t>xx min</a:t>
            </a:r>
          </a:p>
        </p:txBody>
      </p:sp>
      <p:sp>
        <p:nvSpPr>
          <p:cNvPr id="56" name="Espace réservé du texte 4">
            <a:extLst>
              <a:ext uri="{FF2B5EF4-FFF2-40B4-BE49-F238E27FC236}">
                <a16:creationId xmlns:a16="http://schemas.microsoft.com/office/drawing/2014/main" id="{F62B4342-318A-3539-EC05-61D0C05A9C08}"/>
              </a:ext>
            </a:extLst>
          </p:cNvPr>
          <p:cNvSpPr>
            <a:spLocks noGrp="1"/>
          </p:cNvSpPr>
          <p:nvPr>
            <p:ph type="body" sz="quarter" idx="22" hasCustomPrompt="1"/>
          </p:nvPr>
        </p:nvSpPr>
        <p:spPr>
          <a:xfrm>
            <a:off x="1103371" y="5197495"/>
            <a:ext cx="2345150" cy="166199"/>
          </a:xfrm>
        </p:spPr>
        <p:txBody>
          <a:bodyPr wrap="square" tIns="0" bIns="0">
            <a:spAutoFit/>
          </a:bodyPr>
          <a:lstStyle>
            <a:lvl1pPr marL="0" indent="0" algn="ctr">
              <a:lnSpc>
                <a:spcPct val="90000"/>
              </a:lnSpc>
              <a:spcBef>
                <a:spcPts val="0"/>
              </a:spcBef>
              <a:buNone/>
              <a:defRPr sz="1200" b="0">
                <a:solidFill>
                  <a:schemeClr val="accent5"/>
                </a:solidFill>
                <a:latin typeface="+mn-lt"/>
                <a:ea typeface="Source Sans Pro SemiBold" panose="020B0603030403020204" pitchFamily="34" charset="0"/>
              </a:defRPr>
            </a:lvl1pPr>
          </a:lstStyle>
          <a:p>
            <a:pPr lvl="0"/>
            <a:r>
              <a:rPr lang="fr-FR"/>
              <a:t>xx min</a:t>
            </a:r>
          </a:p>
        </p:txBody>
      </p:sp>
      <p:sp>
        <p:nvSpPr>
          <p:cNvPr id="57" name="Espace réservé du texte 4">
            <a:extLst>
              <a:ext uri="{FF2B5EF4-FFF2-40B4-BE49-F238E27FC236}">
                <a16:creationId xmlns:a16="http://schemas.microsoft.com/office/drawing/2014/main" id="{53B5D203-4B14-5701-A448-302F0169F21E}"/>
              </a:ext>
            </a:extLst>
          </p:cNvPr>
          <p:cNvSpPr>
            <a:spLocks noGrp="1"/>
          </p:cNvSpPr>
          <p:nvPr>
            <p:ph type="body" sz="quarter" idx="23" hasCustomPrompt="1"/>
          </p:nvPr>
        </p:nvSpPr>
        <p:spPr>
          <a:xfrm>
            <a:off x="8743118" y="5197495"/>
            <a:ext cx="2345150" cy="166199"/>
          </a:xfrm>
        </p:spPr>
        <p:txBody>
          <a:bodyPr wrap="square" tIns="0" bIns="0">
            <a:spAutoFit/>
          </a:bodyPr>
          <a:lstStyle>
            <a:lvl1pPr marL="0" indent="0" algn="ctr">
              <a:lnSpc>
                <a:spcPct val="90000"/>
              </a:lnSpc>
              <a:spcBef>
                <a:spcPts val="0"/>
              </a:spcBef>
              <a:buNone/>
              <a:defRPr sz="1200" b="0">
                <a:solidFill>
                  <a:schemeClr val="accent5"/>
                </a:solidFill>
                <a:latin typeface="+mn-lt"/>
                <a:ea typeface="Source Sans Pro SemiBold" panose="020B0603030403020204" pitchFamily="34" charset="0"/>
              </a:defRPr>
            </a:lvl1pPr>
          </a:lstStyle>
          <a:p>
            <a:pPr lvl="0"/>
            <a:r>
              <a:rPr lang="fr-FR"/>
              <a:t>xx min</a:t>
            </a:r>
          </a:p>
        </p:txBody>
      </p:sp>
    </p:spTree>
    <p:extLst>
      <p:ext uri="{BB962C8B-B14F-4D97-AF65-F5344CB8AC3E}">
        <p14:creationId xmlns:p14="http://schemas.microsoft.com/office/powerpoint/2010/main" val="1024727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repeatCount="indefinite" fill="hold" nodeType="withEffect">
                                  <p:stCondLst>
                                    <p:cond delay="0"/>
                                  </p:stCondLst>
                                  <p:childTnLst>
                                    <p:animMotion origin="layout" path="M 0 -2.22222E-6 L 0.19063 0.00139 " pathEditMode="relative" rAng="0" ptsTypes="AA">
                                      <p:cBhvr>
                                        <p:cTn id="6" dur="10000" fill="hold"/>
                                        <p:tgtEl>
                                          <p:spTgt spid="34"/>
                                        </p:tgtEl>
                                        <p:attrNameLst>
                                          <p:attrName>ppt_x</p:attrName>
                                          <p:attrName>ppt_y</p:attrName>
                                        </p:attrNameLst>
                                      </p:cBhvr>
                                      <p:rCtr x="9531"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x4 speaker">
    <p:bg>
      <p:bgPr>
        <a:solidFill>
          <a:schemeClr val="tx1"/>
        </a:solidFill>
        <a:effectLst/>
      </p:bgPr>
    </p:bg>
    <p:spTree>
      <p:nvGrpSpPr>
        <p:cNvPr id="1" name=""/>
        <p:cNvGrpSpPr/>
        <p:nvPr/>
      </p:nvGrpSpPr>
      <p:grpSpPr>
        <a:xfrm>
          <a:off x="0" y="0"/>
          <a:ext cx="0" cy="0"/>
          <a:chOff x="0" y="0"/>
          <a:chExt cx="0" cy="0"/>
        </a:xfrm>
      </p:grpSpPr>
      <p:grpSp>
        <p:nvGrpSpPr>
          <p:cNvPr id="25" name="Groupe 24">
            <a:extLst>
              <a:ext uri="{FF2B5EF4-FFF2-40B4-BE49-F238E27FC236}">
                <a16:creationId xmlns:a16="http://schemas.microsoft.com/office/drawing/2014/main" id="{6C32CDE7-37D4-6646-C350-CE7E1DBCD4C9}"/>
              </a:ext>
            </a:extLst>
          </p:cNvPr>
          <p:cNvGrpSpPr/>
          <p:nvPr userDrawn="1"/>
        </p:nvGrpSpPr>
        <p:grpSpPr>
          <a:xfrm flipV="1">
            <a:off x="3629025" y="3273189"/>
            <a:ext cx="4933950" cy="349724"/>
            <a:chOff x="-822961" y="1623523"/>
            <a:chExt cx="9204962" cy="652458"/>
          </a:xfrm>
        </p:grpSpPr>
        <p:grpSp>
          <p:nvGrpSpPr>
            <p:cNvPr id="33" name="Groupe 32">
              <a:extLst>
                <a:ext uri="{FF2B5EF4-FFF2-40B4-BE49-F238E27FC236}">
                  <a16:creationId xmlns:a16="http://schemas.microsoft.com/office/drawing/2014/main" id="{69557215-5B08-41B2-DE74-7C1E36B17F49}"/>
                </a:ext>
              </a:extLst>
            </p:cNvPr>
            <p:cNvGrpSpPr/>
            <p:nvPr/>
          </p:nvGrpSpPr>
          <p:grpSpPr>
            <a:xfrm>
              <a:off x="3809999" y="1623523"/>
              <a:ext cx="4572002" cy="652458"/>
              <a:chOff x="4334509" y="3333039"/>
              <a:chExt cx="4259583" cy="607874"/>
            </a:xfrm>
            <a:solidFill>
              <a:schemeClr val="tx2"/>
            </a:solidFill>
          </p:grpSpPr>
          <p:pic>
            <p:nvPicPr>
              <p:cNvPr id="48" name="Graphique 47">
                <a:extLst>
                  <a:ext uri="{FF2B5EF4-FFF2-40B4-BE49-F238E27FC236}">
                    <a16:creationId xmlns:a16="http://schemas.microsoft.com/office/drawing/2014/main" id="{140A506E-0EAE-C6BF-2D48-E7EA0EC0C8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49" name="Graphique 48">
                <a:extLst>
                  <a:ext uri="{FF2B5EF4-FFF2-40B4-BE49-F238E27FC236}">
                    <a16:creationId xmlns:a16="http://schemas.microsoft.com/office/drawing/2014/main" id="{04CD0E15-EB00-606B-B989-2F91F7EB2AA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nvGrpSpPr>
            <p:cNvPr id="45" name="Groupe 44">
              <a:extLst>
                <a:ext uri="{FF2B5EF4-FFF2-40B4-BE49-F238E27FC236}">
                  <a16:creationId xmlns:a16="http://schemas.microsoft.com/office/drawing/2014/main" id="{855613B8-A6E5-22E4-1ABD-2AD252C183A5}"/>
                </a:ext>
              </a:extLst>
            </p:cNvPr>
            <p:cNvGrpSpPr/>
            <p:nvPr/>
          </p:nvGrpSpPr>
          <p:grpSpPr>
            <a:xfrm>
              <a:off x="-822961" y="1623523"/>
              <a:ext cx="4572002" cy="652458"/>
              <a:chOff x="4334509" y="3333039"/>
              <a:chExt cx="4259583" cy="607874"/>
            </a:xfrm>
            <a:solidFill>
              <a:schemeClr val="tx2"/>
            </a:solidFill>
          </p:grpSpPr>
          <p:pic>
            <p:nvPicPr>
              <p:cNvPr id="46" name="Graphique 45">
                <a:extLst>
                  <a:ext uri="{FF2B5EF4-FFF2-40B4-BE49-F238E27FC236}">
                    <a16:creationId xmlns:a16="http://schemas.microsoft.com/office/drawing/2014/main" id="{EED7FC64-5FD1-7F2C-C122-5E8683CF9AA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47" name="Graphique 46">
                <a:extLst>
                  <a:ext uri="{FF2B5EF4-FFF2-40B4-BE49-F238E27FC236}">
                    <a16:creationId xmlns:a16="http://schemas.microsoft.com/office/drawing/2014/main" id="{C04DD4CF-A3F9-C361-CA71-76C15EF61E6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sp>
        <p:nvSpPr>
          <p:cNvPr id="50" name="Rectangle 49">
            <a:extLst>
              <a:ext uri="{FF2B5EF4-FFF2-40B4-BE49-F238E27FC236}">
                <a16:creationId xmlns:a16="http://schemas.microsoft.com/office/drawing/2014/main" id="{F4719794-D11B-4EA1-A4D8-F7A8F3C1A855}"/>
              </a:ext>
            </a:extLst>
          </p:cNvPr>
          <p:cNvSpPr/>
          <p:nvPr userDrawn="1"/>
        </p:nvSpPr>
        <p:spPr>
          <a:xfrm flipH="1">
            <a:off x="6886573" y="3000945"/>
            <a:ext cx="5305425"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A20547AF-7CB7-4B96-D628-0DD2053AB88F}"/>
              </a:ext>
            </a:extLst>
          </p:cNvPr>
          <p:cNvSpPr/>
          <p:nvPr userDrawn="1"/>
        </p:nvSpPr>
        <p:spPr>
          <a:xfrm>
            <a:off x="0" y="3000945"/>
            <a:ext cx="5305424"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Graphique 2">
            <a:extLst>
              <a:ext uri="{FF2B5EF4-FFF2-40B4-BE49-F238E27FC236}">
                <a16:creationId xmlns:a16="http://schemas.microsoft.com/office/drawing/2014/main" id="{E2D430C7-B687-BF0D-FE35-515C37426E03}"/>
              </a:ext>
            </a:extLst>
          </p:cNvPr>
          <p:cNvSpPr>
            <a:spLocks/>
          </p:cNvSpPr>
          <p:nvPr userDrawn="1"/>
        </p:nvSpPr>
        <p:spPr>
          <a:xfrm rot="16200000">
            <a:off x="9409266" y="3882473"/>
            <a:ext cx="2701930" cy="233996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12" name="Forme libre : forme 11">
            <a:extLst>
              <a:ext uri="{FF2B5EF4-FFF2-40B4-BE49-F238E27FC236}">
                <a16:creationId xmlns:a16="http://schemas.microsoft.com/office/drawing/2014/main" id="{911C9CDA-B138-2E76-9B97-EEBD25C4215B}"/>
              </a:ext>
            </a:extLst>
          </p:cNvPr>
          <p:cNvSpPr>
            <a:spLocks/>
          </p:cNvSpPr>
          <p:nvPr userDrawn="1"/>
        </p:nvSpPr>
        <p:spPr>
          <a:xfrm rot="16200000">
            <a:off x="-691774" y="1006137"/>
            <a:ext cx="2152612" cy="769063"/>
          </a:xfrm>
          <a:custGeom>
            <a:avLst/>
            <a:gdLst>
              <a:gd name="connsiteX0" fmla="*/ 2152612 w 2152612"/>
              <a:gd name="connsiteY0" fmla="*/ 769063 h 769063"/>
              <a:gd name="connsiteX1" fmla="*/ 1076306 w 2152612"/>
              <a:gd name="connsiteY1" fmla="*/ 769063 h 769063"/>
              <a:gd name="connsiteX2" fmla="*/ 0 w 2152612"/>
              <a:gd name="connsiteY2" fmla="*/ 769063 h 769063"/>
              <a:gd name="connsiteX3" fmla="*/ 443981 w 2152612"/>
              <a:gd name="connsiteY3" fmla="*/ 0 h 769063"/>
              <a:gd name="connsiteX4" fmla="*/ 1708562 w 2152612"/>
              <a:gd name="connsiteY4" fmla="*/ 0 h 769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2612" h="769063">
                <a:moveTo>
                  <a:pt x="2152612" y="769063"/>
                </a:moveTo>
                <a:lnTo>
                  <a:pt x="1076306" y="769063"/>
                </a:lnTo>
                <a:lnTo>
                  <a:pt x="0" y="769063"/>
                </a:lnTo>
                <a:lnTo>
                  <a:pt x="443981" y="0"/>
                </a:lnTo>
                <a:lnTo>
                  <a:pt x="1708562"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sp>
        <p:nvSpPr>
          <p:cNvPr id="22" name="Ellipse 21">
            <a:extLst>
              <a:ext uri="{FF2B5EF4-FFF2-40B4-BE49-F238E27FC236}">
                <a16:creationId xmlns:a16="http://schemas.microsoft.com/office/drawing/2014/main" id="{0880D9A7-D3DC-ECF1-9907-880828EBD7E0}"/>
              </a:ext>
            </a:extLst>
          </p:cNvPr>
          <p:cNvSpPr/>
          <p:nvPr userDrawn="1"/>
        </p:nvSpPr>
        <p:spPr>
          <a:xfrm>
            <a:off x="2537411" y="657225"/>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space réservé pour une image  25">
            <a:extLst>
              <a:ext uri="{FF2B5EF4-FFF2-40B4-BE49-F238E27FC236}">
                <a16:creationId xmlns:a16="http://schemas.microsoft.com/office/drawing/2014/main" id="{056FFB86-5F45-E063-0B92-AA7D89BA20E6}"/>
              </a:ext>
            </a:extLst>
          </p:cNvPr>
          <p:cNvSpPr>
            <a:spLocks noGrp="1"/>
          </p:cNvSpPr>
          <p:nvPr>
            <p:ph type="pic" sz="quarter" idx="11" hasCustomPrompt="1"/>
          </p:nvPr>
        </p:nvSpPr>
        <p:spPr>
          <a:xfrm>
            <a:off x="2592946" y="712303"/>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27" name="Espace réservé du texte 4">
            <a:extLst>
              <a:ext uri="{FF2B5EF4-FFF2-40B4-BE49-F238E27FC236}">
                <a16:creationId xmlns:a16="http://schemas.microsoft.com/office/drawing/2014/main" id="{CE04097C-808E-6780-92DB-14BBD1F50CB0}"/>
              </a:ext>
            </a:extLst>
          </p:cNvPr>
          <p:cNvSpPr>
            <a:spLocks noGrp="1"/>
          </p:cNvSpPr>
          <p:nvPr>
            <p:ph type="body" sz="quarter" idx="13" hasCustomPrompt="1"/>
          </p:nvPr>
        </p:nvSpPr>
        <p:spPr>
          <a:xfrm>
            <a:off x="2060162" y="2244746"/>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28" name="Espace réservé du texte 4">
            <a:extLst>
              <a:ext uri="{FF2B5EF4-FFF2-40B4-BE49-F238E27FC236}">
                <a16:creationId xmlns:a16="http://schemas.microsoft.com/office/drawing/2014/main" id="{676D0FFF-F426-FAC2-B0E4-C9285F97D3A0}"/>
              </a:ext>
            </a:extLst>
          </p:cNvPr>
          <p:cNvSpPr>
            <a:spLocks noGrp="1"/>
          </p:cNvSpPr>
          <p:nvPr>
            <p:ph type="body" sz="quarter" idx="14" hasCustomPrompt="1"/>
          </p:nvPr>
        </p:nvSpPr>
        <p:spPr>
          <a:xfrm>
            <a:off x="2060162" y="2476521"/>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29" name="Ellipse 28">
            <a:extLst>
              <a:ext uri="{FF2B5EF4-FFF2-40B4-BE49-F238E27FC236}">
                <a16:creationId xmlns:a16="http://schemas.microsoft.com/office/drawing/2014/main" id="{00C1E6D3-1F66-E378-59C9-F9A4B6779615}"/>
              </a:ext>
            </a:extLst>
          </p:cNvPr>
          <p:cNvSpPr/>
          <p:nvPr userDrawn="1"/>
        </p:nvSpPr>
        <p:spPr>
          <a:xfrm>
            <a:off x="8263937" y="657225"/>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space réservé pour une image  25">
            <a:extLst>
              <a:ext uri="{FF2B5EF4-FFF2-40B4-BE49-F238E27FC236}">
                <a16:creationId xmlns:a16="http://schemas.microsoft.com/office/drawing/2014/main" id="{FF751E7E-B219-3C60-3AB7-04A0FA08005C}"/>
              </a:ext>
            </a:extLst>
          </p:cNvPr>
          <p:cNvSpPr>
            <a:spLocks noGrp="1"/>
          </p:cNvSpPr>
          <p:nvPr>
            <p:ph type="pic" sz="quarter" idx="15" hasCustomPrompt="1"/>
          </p:nvPr>
        </p:nvSpPr>
        <p:spPr>
          <a:xfrm>
            <a:off x="8319472" y="712303"/>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31" name="Espace réservé du texte 4">
            <a:extLst>
              <a:ext uri="{FF2B5EF4-FFF2-40B4-BE49-F238E27FC236}">
                <a16:creationId xmlns:a16="http://schemas.microsoft.com/office/drawing/2014/main" id="{CA5C2EB2-86E9-8448-7C2D-41CFDFB58E20}"/>
              </a:ext>
            </a:extLst>
          </p:cNvPr>
          <p:cNvSpPr>
            <a:spLocks noGrp="1"/>
          </p:cNvSpPr>
          <p:nvPr>
            <p:ph type="body" sz="quarter" idx="16" hasCustomPrompt="1"/>
          </p:nvPr>
        </p:nvSpPr>
        <p:spPr>
          <a:xfrm>
            <a:off x="7786688" y="2244746"/>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32" name="Espace réservé du texte 4">
            <a:extLst>
              <a:ext uri="{FF2B5EF4-FFF2-40B4-BE49-F238E27FC236}">
                <a16:creationId xmlns:a16="http://schemas.microsoft.com/office/drawing/2014/main" id="{7861C6B7-6703-B9AC-6F55-CC984887C4F0}"/>
              </a:ext>
            </a:extLst>
          </p:cNvPr>
          <p:cNvSpPr>
            <a:spLocks noGrp="1"/>
          </p:cNvSpPr>
          <p:nvPr>
            <p:ph type="body" sz="quarter" idx="17" hasCustomPrompt="1"/>
          </p:nvPr>
        </p:nvSpPr>
        <p:spPr>
          <a:xfrm>
            <a:off x="7786688" y="2476521"/>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7" name="Ellipse 6">
            <a:extLst>
              <a:ext uri="{FF2B5EF4-FFF2-40B4-BE49-F238E27FC236}">
                <a16:creationId xmlns:a16="http://schemas.microsoft.com/office/drawing/2014/main" id="{FF522DD6-12CA-771D-2F36-18B47D8DC9D7}"/>
              </a:ext>
            </a:extLst>
          </p:cNvPr>
          <p:cNvSpPr/>
          <p:nvPr userDrawn="1"/>
        </p:nvSpPr>
        <p:spPr>
          <a:xfrm>
            <a:off x="2537411" y="3800475"/>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space réservé pour une image  25">
            <a:extLst>
              <a:ext uri="{FF2B5EF4-FFF2-40B4-BE49-F238E27FC236}">
                <a16:creationId xmlns:a16="http://schemas.microsoft.com/office/drawing/2014/main" id="{B29450E7-C933-BEEE-41D2-8BE66F9D938D}"/>
              </a:ext>
            </a:extLst>
          </p:cNvPr>
          <p:cNvSpPr>
            <a:spLocks noGrp="1"/>
          </p:cNvSpPr>
          <p:nvPr>
            <p:ph type="pic" sz="quarter" idx="18" hasCustomPrompt="1"/>
          </p:nvPr>
        </p:nvSpPr>
        <p:spPr>
          <a:xfrm>
            <a:off x="2592946" y="3855553"/>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13" name="Espace réservé du texte 4">
            <a:extLst>
              <a:ext uri="{FF2B5EF4-FFF2-40B4-BE49-F238E27FC236}">
                <a16:creationId xmlns:a16="http://schemas.microsoft.com/office/drawing/2014/main" id="{B1988F02-5517-2A2F-0643-7651229BB6BA}"/>
              </a:ext>
            </a:extLst>
          </p:cNvPr>
          <p:cNvSpPr>
            <a:spLocks noGrp="1"/>
          </p:cNvSpPr>
          <p:nvPr>
            <p:ph type="body" sz="quarter" idx="19" hasCustomPrompt="1"/>
          </p:nvPr>
        </p:nvSpPr>
        <p:spPr>
          <a:xfrm>
            <a:off x="2060162" y="5387996"/>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14" name="Espace réservé du texte 4">
            <a:extLst>
              <a:ext uri="{FF2B5EF4-FFF2-40B4-BE49-F238E27FC236}">
                <a16:creationId xmlns:a16="http://schemas.microsoft.com/office/drawing/2014/main" id="{C344E7A0-EFBE-5C78-53BC-62319CB47F78}"/>
              </a:ext>
            </a:extLst>
          </p:cNvPr>
          <p:cNvSpPr>
            <a:spLocks noGrp="1"/>
          </p:cNvSpPr>
          <p:nvPr>
            <p:ph type="body" sz="quarter" idx="20" hasCustomPrompt="1"/>
          </p:nvPr>
        </p:nvSpPr>
        <p:spPr>
          <a:xfrm>
            <a:off x="2060162" y="5619771"/>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15" name="Ellipse 14">
            <a:extLst>
              <a:ext uri="{FF2B5EF4-FFF2-40B4-BE49-F238E27FC236}">
                <a16:creationId xmlns:a16="http://schemas.microsoft.com/office/drawing/2014/main" id="{B99B7AC1-D0EB-B725-2CB1-243F27907E7A}"/>
              </a:ext>
            </a:extLst>
          </p:cNvPr>
          <p:cNvSpPr/>
          <p:nvPr userDrawn="1"/>
        </p:nvSpPr>
        <p:spPr>
          <a:xfrm>
            <a:off x="8263937" y="3800475"/>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space réservé pour une image  25">
            <a:extLst>
              <a:ext uri="{FF2B5EF4-FFF2-40B4-BE49-F238E27FC236}">
                <a16:creationId xmlns:a16="http://schemas.microsoft.com/office/drawing/2014/main" id="{1FE7C43C-6BDC-4E1C-52C5-AB0C639FACB3}"/>
              </a:ext>
            </a:extLst>
          </p:cNvPr>
          <p:cNvSpPr>
            <a:spLocks noGrp="1"/>
          </p:cNvSpPr>
          <p:nvPr>
            <p:ph type="pic" sz="quarter" idx="21" hasCustomPrompt="1"/>
          </p:nvPr>
        </p:nvSpPr>
        <p:spPr>
          <a:xfrm>
            <a:off x="8319472" y="3855553"/>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17" name="Espace réservé du texte 4">
            <a:extLst>
              <a:ext uri="{FF2B5EF4-FFF2-40B4-BE49-F238E27FC236}">
                <a16:creationId xmlns:a16="http://schemas.microsoft.com/office/drawing/2014/main" id="{492E0895-5B9D-D8F4-6138-04608B1CF903}"/>
              </a:ext>
            </a:extLst>
          </p:cNvPr>
          <p:cNvSpPr>
            <a:spLocks noGrp="1"/>
          </p:cNvSpPr>
          <p:nvPr>
            <p:ph type="body" sz="quarter" idx="22" hasCustomPrompt="1"/>
          </p:nvPr>
        </p:nvSpPr>
        <p:spPr>
          <a:xfrm>
            <a:off x="7786688" y="5387996"/>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18" name="Espace réservé du texte 4">
            <a:extLst>
              <a:ext uri="{FF2B5EF4-FFF2-40B4-BE49-F238E27FC236}">
                <a16:creationId xmlns:a16="http://schemas.microsoft.com/office/drawing/2014/main" id="{CC04EFD5-DD4C-6D52-CB64-AC6FDABF0B09}"/>
              </a:ext>
            </a:extLst>
          </p:cNvPr>
          <p:cNvSpPr>
            <a:spLocks noGrp="1"/>
          </p:cNvSpPr>
          <p:nvPr>
            <p:ph type="body" sz="quarter" idx="23" hasCustomPrompt="1"/>
          </p:nvPr>
        </p:nvSpPr>
        <p:spPr>
          <a:xfrm>
            <a:off x="7786688" y="5619771"/>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52" name="Espace réservé du texte 4">
            <a:extLst>
              <a:ext uri="{FF2B5EF4-FFF2-40B4-BE49-F238E27FC236}">
                <a16:creationId xmlns:a16="http://schemas.microsoft.com/office/drawing/2014/main" id="{D6F1C683-9D3B-B4F6-7671-96169EF7CAA3}"/>
              </a:ext>
            </a:extLst>
          </p:cNvPr>
          <p:cNvSpPr>
            <a:spLocks noGrp="1"/>
          </p:cNvSpPr>
          <p:nvPr>
            <p:ph type="body" sz="quarter" idx="24" hasCustomPrompt="1"/>
          </p:nvPr>
        </p:nvSpPr>
        <p:spPr>
          <a:xfrm>
            <a:off x="2060162" y="2687880"/>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53" name="Espace réservé du texte 4">
            <a:extLst>
              <a:ext uri="{FF2B5EF4-FFF2-40B4-BE49-F238E27FC236}">
                <a16:creationId xmlns:a16="http://schemas.microsoft.com/office/drawing/2014/main" id="{12439977-AFE2-4B0A-3A65-2F6EC68254BF}"/>
              </a:ext>
            </a:extLst>
          </p:cNvPr>
          <p:cNvSpPr>
            <a:spLocks noGrp="1"/>
          </p:cNvSpPr>
          <p:nvPr>
            <p:ph type="body" sz="quarter" idx="25" hasCustomPrompt="1"/>
          </p:nvPr>
        </p:nvSpPr>
        <p:spPr>
          <a:xfrm>
            <a:off x="7786688" y="2687880"/>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54" name="Espace réservé du texte 4">
            <a:extLst>
              <a:ext uri="{FF2B5EF4-FFF2-40B4-BE49-F238E27FC236}">
                <a16:creationId xmlns:a16="http://schemas.microsoft.com/office/drawing/2014/main" id="{4C530797-FF3D-C089-78CC-D157E3CADDE7}"/>
              </a:ext>
            </a:extLst>
          </p:cNvPr>
          <p:cNvSpPr>
            <a:spLocks noGrp="1"/>
          </p:cNvSpPr>
          <p:nvPr>
            <p:ph type="body" sz="quarter" idx="26" hasCustomPrompt="1"/>
          </p:nvPr>
        </p:nvSpPr>
        <p:spPr>
          <a:xfrm>
            <a:off x="2060162" y="5831130"/>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55" name="Espace réservé du texte 4">
            <a:extLst>
              <a:ext uri="{FF2B5EF4-FFF2-40B4-BE49-F238E27FC236}">
                <a16:creationId xmlns:a16="http://schemas.microsoft.com/office/drawing/2014/main" id="{84B155D5-A14E-E661-6FDC-7D4A569110C3}"/>
              </a:ext>
            </a:extLst>
          </p:cNvPr>
          <p:cNvSpPr>
            <a:spLocks noGrp="1"/>
          </p:cNvSpPr>
          <p:nvPr>
            <p:ph type="body" sz="quarter" idx="27" hasCustomPrompt="1"/>
          </p:nvPr>
        </p:nvSpPr>
        <p:spPr>
          <a:xfrm>
            <a:off x="7786688" y="5831130"/>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37" name="Ellipse 36">
            <a:extLst>
              <a:ext uri="{FF2B5EF4-FFF2-40B4-BE49-F238E27FC236}">
                <a16:creationId xmlns:a16="http://schemas.microsoft.com/office/drawing/2014/main" id="{C212DE55-BEF9-1DF5-120A-E5D90C92B265}"/>
              </a:ext>
            </a:extLst>
          </p:cNvPr>
          <p:cNvSpPr/>
          <p:nvPr userDrawn="1"/>
        </p:nvSpPr>
        <p:spPr>
          <a:xfrm>
            <a:off x="5798820" y="3131820"/>
            <a:ext cx="594360" cy="594360"/>
          </a:xfrm>
          <a:prstGeom prst="ellipse">
            <a:avLst/>
          </a:prstGeom>
          <a:solidFill>
            <a:schemeClr val="bg2"/>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9" name="Groupe 18">
            <a:extLst>
              <a:ext uri="{FF2B5EF4-FFF2-40B4-BE49-F238E27FC236}">
                <a16:creationId xmlns:a16="http://schemas.microsoft.com/office/drawing/2014/main" id="{B7A0F8EE-CCFB-3D43-0F81-38E99ADFDC2C}"/>
              </a:ext>
            </a:extLst>
          </p:cNvPr>
          <p:cNvGrpSpPr/>
          <p:nvPr userDrawn="1"/>
        </p:nvGrpSpPr>
        <p:grpSpPr>
          <a:xfrm>
            <a:off x="6004751" y="3284638"/>
            <a:ext cx="182498" cy="303275"/>
            <a:chOff x="6004749" y="3277362"/>
            <a:chExt cx="182498" cy="303275"/>
          </a:xfrm>
          <a:solidFill>
            <a:schemeClr val="bg1"/>
          </a:solidFill>
        </p:grpSpPr>
        <p:sp>
          <p:nvSpPr>
            <p:cNvPr id="20" name="Forme libre : forme 19">
              <a:extLst>
                <a:ext uri="{FF2B5EF4-FFF2-40B4-BE49-F238E27FC236}">
                  <a16:creationId xmlns:a16="http://schemas.microsoft.com/office/drawing/2014/main" id="{082DB601-F9C9-1EF8-79A9-7804CA9ABFA6}"/>
                </a:ext>
              </a:extLst>
            </p:cNvPr>
            <p:cNvSpPr/>
            <p:nvPr/>
          </p:nvSpPr>
          <p:spPr>
            <a:xfrm>
              <a:off x="6032655" y="3277362"/>
              <a:ext cx="126682" cy="213741"/>
            </a:xfrm>
            <a:custGeom>
              <a:avLst/>
              <a:gdLst>
                <a:gd name="connsiteX0" fmla="*/ 63341 w 126682"/>
                <a:gd name="connsiteY0" fmla="*/ 213741 h 213741"/>
                <a:gd name="connsiteX1" fmla="*/ 18552 w 126682"/>
                <a:gd name="connsiteY1" fmla="*/ 195188 h 213741"/>
                <a:gd name="connsiteX2" fmla="*/ 0 w 126682"/>
                <a:gd name="connsiteY2" fmla="*/ 150400 h 213741"/>
                <a:gd name="connsiteX3" fmla="*/ 0 w 126682"/>
                <a:gd name="connsiteY3" fmla="*/ 63341 h 213741"/>
                <a:gd name="connsiteX4" fmla="*/ 4822 w 126682"/>
                <a:gd name="connsiteY4" fmla="*/ 39102 h 213741"/>
                <a:gd name="connsiteX5" fmla="*/ 18552 w 126682"/>
                <a:gd name="connsiteY5" fmla="*/ 18552 h 213741"/>
                <a:gd name="connsiteX6" fmla="*/ 39102 w 126682"/>
                <a:gd name="connsiteY6" fmla="*/ 4822 h 213741"/>
                <a:gd name="connsiteX7" fmla="*/ 63341 w 126682"/>
                <a:gd name="connsiteY7" fmla="*/ 0 h 213741"/>
                <a:gd name="connsiteX8" fmla="*/ 87581 w 126682"/>
                <a:gd name="connsiteY8" fmla="*/ 4822 h 213741"/>
                <a:gd name="connsiteX9" fmla="*/ 108131 w 126682"/>
                <a:gd name="connsiteY9" fmla="*/ 18552 h 213741"/>
                <a:gd name="connsiteX10" fmla="*/ 121861 w 126682"/>
                <a:gd name="connsiteY10" fmla="*/ 39102 h 213741"/>
                <a:gd name="connsiteX11" fmla="*/ 126682 w 126682"/>
                <a:gd name="connsiteY11" fmla="*/ 63341 h 213741"/>
                <a:gd name="connsiteX12" fmla="*/ 126682 w 126682"/>
                <a:gd name="connsiteY12" fmla="*/ 150400 h 213741"/>
                <a:gd name="connsiteX13" fmla="*/ 108131 w 126682"/>
                <a:gd name="connsiteY13" fmla="*/ 195188 h 213741"/>
                <a:gd name="connsiteX14" fmla="*/ 63341 w 126682"/>
                <a:gd name="connsiteY14" fmla="*/ 213741 h 213741"/>
                <a:gd name="connsiteX15" fmla="*/ 63341 w 126682"/>
                <a:gd name="connsiteY15" fmla="*/ 8763 h 213741"/>
                <a:gd name="connsiteX16" fmla="*/ 24479 w 126682"/>
                <a:gd name="connsiteY16" fmla="*/ 24860 h 213741"/>
                <a:gd name="connsiteX17" fmla="*/ 8382 w 126682"/>
                <a:gd name="connsiteY17" fmla="*/ 63722 h 213741"/>
                <a:gd name="connsiteX18" fmla="*/ 8382 w 126682"/>
                <a:gd name="connsiteY18" fmla="*/ 150781 h 213741"/>
                <a:gd name="connsiteX19" fmla="*/ 24479 w 126682"/>
                <a:gd name="connsiteY19" fmla="*/ 189643 h 213741"/>
                <a:gd name="connsiteX20" fmla="*/ 63341 w 126682"/>
                <a:gd name="connsiteY20" fmla="*/ 205740 h 213741"/>
                <a:gd name="connsiteX21" fmla="*/ 102203 w 126682"/>
                <a:gd name="connsiteY21" fmla="*/ 189643 h 213741"/>
                <a:gd name="connsiteX22" fmla="*/ 118300 w 126682"/>
                <a:gd name="connsiteY22" fmla="*/ 150781 h 213741"/>
                <a:gd name="connsiteX23" fmla="*/ 118300 w 126682"/>
                <a:gd name="connsiteY23" fmla="*/ 63341 h 213741"/>
                <a:gd name="connsiteX24" fmla="*/ 102069 w 126682"/>
                <a:gd name="connsiteY24" fmla="*/ 24725 h 213741"/>
                <a:gd name="connsiteX25" fmla="*/ 63341 w 126682"/>
                <a:gd name="connsiteY25" fmla="*/ 8763 h 21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6682" h="213741">
                  <a:moveTo>
                    <a:pt x="63341" y="213741"/>
                  </a:moveTo>
                  <a:cubicBezTo>
                    <a:pt x="46542" y="213741"/>
                    <a:pt x="30431" y="207068"/>
                    <a:pt x="18552" y="195188"/>
                  </a:cubicBezTo>
                  <a:cubicBezTo>
                    <a:pt x="6673" y="183310"/>
                    <a:pt x="0" y="167199"/>
                    <a:pt x="0" y="150400"/>
                  </a:cubicBezTo>
                  <a:lnTo>
                    <a:pt x="0" y="63341"/>
                  </a:lnTo>
                  <a:cubicBezTo>
                    <a:pt x="0" y="55023"/>
                    <a:pt x="1638" y="46787"/>
                    <a:pt x="4822" y="39102"/>
                  </a:cubicBezTo>
                  <a:cubicBezTo>
                    <a:pt x="8005" y="31417"/>
                    <a:pt x="12670" y="24434"/>
                    <a:pt x="18552" y="18552"/>
                  </a:cubicBezTo>
                  <a:cubicBezTo>
                    <a:pt x="24434" y="12670"/>
                    <a:pt x="31416" y="8005"/>
                    <a:pt x="39102" y="4822"/>
                  </a:cubicBezTo>
                  <a:cubicBezTo>
                    <a:pt x="46787" y="1638"/>
                    <a:pt x="55023" y="0"/>
                    <a:pt x="63341" y="0"/>
                  </a:cubicBezTo>
                  <a:cubicBezTo>
                    <a:pt x="71659" y="0"/>
                    <a:pt x="79896" y="1638"/>
                    <a:pt x="87581" y="4822"/>
                  </a:cubicBezTo>
                  <a:cubicBezTo>
                    <a:pt x="95266" y="8005"/>
                    <a:pt x="102249" y="12670"/>
                    <a:pt x="108131" y="18552"/>
                  </a:cubicBezTo>
                  <a:cubicBezTo>
                    <a:pt x="114012" y="24434"/>
                    <a:pt x="118678" y="31417"/>
                    <a:pt x="121861" y="39102"/>
                  </a:cubicBezTo>
                  <a:cubicBezTo>
                    <a:pt x="125044" y="46787"/>
                    <a:pt x="126682" y="55023"/>
                    <a:pt x="126682" y="63341"/>
                  </a:cubicBezTo>
                  <a:lnTo>
                    <a:pt x="126682" y="150400"/>
                  </a:lnTo>
                  <a:cubicBezTo>
                    <a:pt x="126682" y="167199"/>
                    <a:pt x="120009" y="183310"/>
                    <a:pt x="108131" y="195188"/>
                  </a:cubicBezTo>
                  <a:cubicBezTo>
                    <a:pt x="96252" y="207068"/>
                    <a:pt x="80140" y="213741"/>
                    <a:pt x="63341" y="213741"/>
                  </a:cubicBezTo>
                  <a:close/>
                  <a:moveTo>
                    <a:pt x="63341" y="8763"/>
                  </a:moveTo>
                  <a:cubicBezTo>
                    <a:pt x="48765" y="8763"/>
                    <a:pt x="34786" y="14553"/>
                    <a:pt x="24479" y="24860"/>
                  </a:cubicBezTo>
                  <a:cubicBezTo>
                    <a:pt x="14172" y="35167"/>
                    <a:pt x="8382" y="49146"/>
                    <a:pt x="8382" y="63722"/>
                  </a:cubicBezTo>
                  <a:lnTo>
                    <a:pt x="8382" y="150781"/>
                  </a:lnTo>
                  <a:cubicBezTo>
                    <a:pt x="8382" y="165357"/>
                    <a:pt x="14172" y="179336"/>
                    <a:pt x="24479" y="189643"/>
                  </a:cubicBezTo>
                  <a:cubicBezTo>
                    <a:pt x="34786" y="199950"/>
                    <a:pt x="48765" y="205740"/>
                    <a:pt x="63341" y="205740"/>
                  </a:cubicBezTo>
                  <a:cubicBezTo>
                    <a:pt x="77917" y="205740"/>
                    <a:pt x="91896" y="199950"/>
                    <a:pt x="102203" y="189643"/>
                  </a:cubicBezTo>
                  <a:cubicBezTo>
                    <a:pt x="112510" y="179336"/>
                    <a:pt x="118300" y="165357"/>
                    <a:pt x="118300" y="150781"/>
                  </a:cubicBezTo>
                  <a:lnTo>
                    <a:pt x="118300" y="63341"/>
                  </a:lnTo>
                  <a:cubicBezTo>
                    <a:pt x="118199" y="48831"/>
                    <a:pt x="112365" y="34950"/>
                    <a:pt x="102069" y="24725"/>
                  </a:cubicBezTo>
                  <a:cubicBezTo>
                    <a:pt x="91773" y="14501"/>
                    <a:pt x="77852" y="8763"/>
                    <a:pt x="63341" y="8763"/>
                  </a:cubicBezTo>
                  <a:close/>
                </a:path>
              </a:pathLst>
            </a:custGeom>
            <a:grpFill/>
            <a:ln w="0" cap="flat">
              <a:noFill/>
              <a:prstDash val="solid"/>
              <a:miter/>
            </a:ln>
          </p:spPr>
          <p:txBody>
            <a:bodyPr rtlCol="0" anchor="ctr"/>
            <a:lstStyle/>
            <a:p>
              <a:endParaRPr lang="fr-FR"/>
            </a:p>
          </p:txBody>
        </p:sp>
        <p:sp>
          <p:nvSpPr>
            <p:cNvPr id="34" name="Forme libre : forme 33">
              <a:extLst>
                <a:ext uri="{FF2B5EF4-FFF2-40B4-BE49-F238E27FC236}">
                  <a16:creationId xmlns:a16="http://schemas.microsoft.com/office/drawing/2014/main" id="{3EB982DF-CDD1-AC78-FA5A-256F78FF2443}"/>
                </a:ext>
              </a:extLst>
            </p:cNvPr>
            <p:cNvSpPr/>
            <p:nvPr/>
          </p:nvSpPr>
          <p:spPr>
            <a:xfrm>
              <a:off x="6004749" y="3373658"/>
              <a:ext cx="182498" cy="145827"/>
            </a:xfrm>
            <a:custGeom>
              <a:avLst/>
              <a:gdLst>
                <a:gd name="connsiteX0" fmla="*/ 91249 w 182498"/>
                <a:gd name="connsiteY0" fmla="*/ 145828 h 145827"/>
                <a:gd name="connsiteX1" fmla="*/ 26788 w 182498"/>
                <a:gd name="connsiteY1" fmla="*/ 119107 h 145827"/>
                <a:gd name="connsiteX2" fmla="*/ 0 w 182498"/>
                <a:gd name="connsiteY2" fmla="*/ 54673 h 145827"/>
                <a:gd name="connsiteX3" fmla="*/ 0 w 182498"/>
                <a:gd name="connsiteY3" fmla="*/ 0 h 145827"/>
                <a:gd name="connsiteX4" fmla="*/ 8477 w 182498"/>
                <a:gd name="connsiteY4" fmla="*/ 0 h 145827"/>
                <a:gd name="connsiteX5" fmla="*/ 8477 w 182498"/>
                <a:gd name="connsiteY5" fmla="*/ 54673 h 145827"/>
                <a:gd name="connsiteX6" fmla="*/ 32721 w 182498"/>
                <a:gd name="connsiteY6" fmla="*/ 113203 h 145827"/>
                <a:gd name="connsiteX7" fmla="*/ 91249 w 182498"/>
                <a:gd name="connsiteY7" fmla="*/ 137446 h 145827"/>
                <a:gd name="connsiteX8" fmla="*/ 149779 w 182498"/>
                <a:gd name="connsiteY8" fmla="*/ 113203 h 145827"/>
                <a:gd name="connsiteX9" fmla="*/ 174022 w 182498"/>
                <a:gd name="connsiteY9" fmla="*/ 54673 h 145827"/>
                <a:gd name="connsiteX10" fmla="*/ 174022 w 182498"/>
                <a:gd name="connsiteY10" fmla="*/ 0 h 145827"/>
                <a:gd name="connsiteX11" fmla="*/ 182499 w 182498"/>
                <a:gd name="connsiteY11" fmla="*/ 0 h 145827"/>
                <a:gd name="connsiteX12" fmla="*/ 182499 w 182498"/>
                <a:gd name="connsiteY12" fmla="*/ 54673 h 145827"/>
                <a:gd name="connsiteX13" fmla="*/ 155712 w 182498"/>
                <a:gd name="connsiteY13" fmla="*/ 119107 h 145827"/>
                <a:gd name="connsiteX14" fmla="*/ 91249 w 182498"/>
                <a:gd name="connsiteY14" fmla="*/ 145828 h 14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2498" h="145827">
                  <a:moveTo>
                    <a:pt x="91249" y="145828"/>
                  </a:moveTo>
                  <a:cubicBezTo>
                    <a:pt x="67073" y="145803"/>
                    <a:pt x="43892" y="136194"/>
                    <a:pt x="26788" y="119107"/>
                  </a:cubicBezTo>
                  <a:cubicBezTo>
                    <a:pt x="9683" y="102021"/>
                    <a:pt x="50" y="78851"/>
                    <a:pt x="0" y="54673"/>
                  </a:cubicBezTo>
                  <a:lnTo>
                    <a:pt x="0" y="0"/>
                  </a:lnTo>
                  <a:lnTo>
                    <a:pt x="8477" y="0"/>
                  </a:lnTo>
                  <a:lnTo>
                    <a:pt x="8477" y="54673"/>
                  </a:lnTo>
                  <a:cubicBezTo>
                    <a:pt x="8477" y="76627"/>
                    <a:pt x="17198" y="97680"/>
                    <a:pt x="32721" y="113203"/>
                  </a:cubicBezTo>
                  <a:cubicBezTo>
                    <a:pt x="48244" y="128726"/>
                    <a:pt x="69297" y="137446"/>
                    <a:pt x="91249" y="137446"/>
                  </a:cubicBezTo>
                  <a:cubicBezTo>
                    <a:pt x="113203" y="137446"/>
                    <a:pt x="134256" y="128726"/>
                    <a:pt x="149779" y="113203"/>
                  </a:cubicBezTo>
                  <a:cubicBezTo>
                    <a:pt x="165301" y="97680"/>
                    <a:pt x="174022" y="76627"/>
                    <a:pt x="174022" y="54673"/>
                  </a:cubicBezTo>
                  <a:lnTo>
                    <a:pt x="174022" y="0"/>
                  </a:lnTo>
                  <a:lnTo>
                    <a:pt x="182499" y="0"/>
                  </a:lnTo>
                  <a:lnTo>
                    <a:pt x="182499" y="54673"/>
                  </a:lnTo>
                  <a:cubicBezTo>
                    <a:pt x="182448" y="78851"/>
                    <a:pt x="172816" y="102021"/>
                    <a:pt x="155712" y="119107"/>
                  </a:cubicBezTo>
                  <a:cubicBezTo>
                    <a:pt x="138607" y="136194"/>
                    <a:pt x="115427" y="145803"/>
                    <a:pt x="91249" y="145828"/>
                  </a:cubicBezTo>
                  <a:close/>
                </a:path>
              </a:pathLst>
            </a:custGeom>
            <a:grpFill/>
            <a:ln w="0" cap="flat">
              <a:noFill/>
              <a:prstDash val="solid"/>
              <a:miter/>
            </a:ln>
          </p:spPr>
          <p:txBody>
            <a:bodyPr rtlCol="0" anchor="ctr"/>
            <a:lstStyle/>
            <a:p>
              <a:endParaRPr lang="fr-FR"/>
            </a:p>
          </p:txBody>
        </p:sp>
        <p:sp>
          <p:nvSpPr>
            <p:cNvPr id="35" name="Forme libre : forme 34">
              <a:extLst>
                <a:ext uri="{FF2B5EF4-FFF2-40B4-BE49-F238E27FC236}">
                  <a16:creationId xmlns:a16="http://schemas.microsoft.com/office/drawing/2014/main" id="{23DD600E-F6A6-73C6-C07D-69BACF457B8B}"/>
                </a:ext>
              </a:extLst>
            </p:cNvPr>
            <p:cNvSpPr/>
            <p:nvPr/>
          </p:nvSpPr>
          <p:spPr>
            <a:xfrm>
              <a:off x="6091805" y="3512534"/>
              <a:ext cx="8382" cy="63055"/>
            </a:xfrm>
            <a:custGeom>
              <a:avLst/>
              <a:gdLst>
                <a:gd name="connsiteX0" fmla="*/ 8382 w 8382"/>
                <a:gd name="connsiteY0" fmla="*/ 0 h 63055"/>
                <a:gd name="connsiteX1" fmla="*/ 0 w 8382"/>
                <a:gd name="connsiteY1" fmla="*/ 0 h 63055"/>
                <a:gd name="connsiteX2" fmla="*/ 0 w 8382"/>
                <a:gd name="connsiteY2" fmla="*/ 63055 h 63055"/>
                <a:gd name="connsiteX3" fmla="*/ 8382 w 8382"/>
                <a:gd name="connsiteY3" fmla="*/ 63055 h 63055"/>
                <a:gd name="connsiteX4" fmla="*/ 8382 w 8382"/>
                <a:gd name="connsiteY4" fmla="*/ 0 h 63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2" h="63055">
                  <a:moveTo>
                    <a:pt x="8382" y="0"/>
                  </a:moveTo>
                  <a:lnTo>
                    <a:pt x="0" y="0"/>
                  </a:lnTo>
                  <a:lnTo>
                    <a:pt x="0" y="63055"/>
                  </a:lnTo>
                  <a:lnTo>
                    <a:pt x="8382" y="63055"/>
                  </a:lnTo>
                  <a:lnTo>
                    <a:pt x="8382" y="0"/>
                  </a:lnTo>
                  <a:close/>
                </a:path>
              </a:pathLst>
            </a:custGeom>
            <a:grpFill/>
            <a:ln w="0" cap="flat">
              <a:noFill/>
              <a:prstDash val="solid"/>
              <a:miter/>
            </a:ln>
          </p:spPr>
          <p:txBody>
            <a:bodyPr rtlCol="0" anchor="ctr"/>
            <a:lstStyle/>
            <a:p>
              <a:endParaRPr lang="fr-FR"/>
            </a:p>
          </p:txBody>
        </p:sp>
        <p:sp>
          <p:nvSpPr>
            <p:cNvPr id="36" name="Forme libre : forme 35">
              <a:extLst>
                <a:ext uri="{FF2B5EF4-FFF2-40B4-BE49-F238E27FC236}">
                  <a16:creationId xmlns:a16="http://schemas.microsoft.com/office/drawing/2014/main" id="{90647040-2AFE-4393-222E-2CD5BD11FE40}"/>
                </a:ext>
              </a:extLst>
            </p:cNvPr>
            <p:cNvSpPr/>
            <p:nvPr/>
          </p:nvSpPr>
          <p:spPr>
            <a:xfrm>
              <a:off x="6036850" y="3572256"/>
              <a:ext cx="118395" cy="8381"/>
            </a:xfrm>
            <a:custGeom>
              <a:avLst/>
              <a:gdLst>
                <a:gd name="connsiteX0" fmla="*/ 118395 w 118395"/>
                <a:gd name="connsiteY0" fmla="*/ 0 h 8381"/>
                <a:gd name="connsiteX1" fmla="*/ 0 w 118395"/>
                <a:gd name="connsiteY1" fmla="*/ 0 h 8381"/>
                <a:gd name="connsiteX2" fmla="*/ 0 w 118395"/>
                <a:gd name="connsiteY2" fmla="*/ 8382 h 8381"/>
                <a:gd name="connsiteX3" fmla="*/ 118395 w 118395"/>
                <a:gd name="connsiteY3" fmla="*/ 8382 h 8381"/>
                <a:gd name="connsiteX4" fmla="*/ 118395 w 118395"/>
                <a:gd name="connsiteY4" fmla="*/ 0 h 83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395" h="8381">
                  <a:moveTo>
                    <a:pt x="118395" y="0"/>
                  </a:moveTo>
                  <a:lnTo>
                    <a:pt x="0" y="0"/>
                  </a:lnTo>
                  <a:lnTo>
                    <a:pt x="0" y="8382"/>
                  </a:lnTo>
                  <a:lnTo>
                    <a:pt x="118395" y="8382"/>
                  </a:lnTo>
                  <a:lnTo>
                    <a:pt x="118395" y="0"/>
                  </a:lnTo>
                  <a:close/>
                </a:path>
              </a:pathLst>
            </a:custGeom>
            <a:grpFill/>
            <a:ln w="0" cap="flat">
              <a:noFill/>
              <a:prstDash val="solid"/>
              <a:miter/>
            </a:ln>
          </p:spPr>
          <p:txBody>
            <a:bodyPr rtlCol="0" anchor="ctr"/>
            <a:lstStyle/>
            <a:p>
              <a:endParaRPr lang="fr-FR"/>
            </a:p>
          </p:txBody>
        </p:sp>
      </p:grpSp>
    </p:spTree>
    <p:extLst>
      <p:ext uri="{BB962C8B-B14F-4D97-AF65-F5344CB8AC3E}">
        <p14:creationId xmlns:p14="http://schemas.microsoft.com/office/powerpoint/2010/main" val="3219976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repeatCount="indefinite" fill="hold" nodeType="withEffect">
                                  <p:stCondLst>
                                    <p:cond delay="0"/>
                                  </p:stCondLst>
                                  <p:childTnLst>
                                    <p:animMotion origin="layout" path="M 0 2.22222E-6 L 0.19063 0.00139 " pathEditMode="relative" rAng="0" ptsTypes="AA">
                                      <p:cBhvr>
                                        <p:cTn id="6" dur="10000" fill="hold"/>
                                        <p:tgtEl>
                                          <p:spTgt spid="25"/>
                                        </p:tgtEl>
                                        <p:attrNameLst>
                                          <p:attrName>ppt_x</p:attrName>
                                          <p:attrName>ppt_y</p:attrName>
                                        </p:attrNameLst>
                                      </p:cBhvr>
                                      <p:rCtr x="9531"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x5 speaker (with anim)">
    <p:bg>
      <p:bgPr>
        <a:solidFill>
          <a:schemeClr val="tx1"/>
        </a:solidFill>
        <a:effectLst/>
      </p:bgPr>
    </p:bg>
    <p:spTree>
      <p:nvGrpSpPr>
        <p:cNvPr id="1" name=""/>
        <p:cNvGrpSpPr/>
        <p:nvPr/>
      </p:nvGrpSpPr>
      <p:grpSpPr>
        <a:xfrm>
          <a:off x="0" y="0"/>
          <a:ext cx="0" cy="0"/>
          <a:chOff x="0" y="0"/>
          <a:chExt cx="0" cy="0"/>
        </a:xfrm>
      </p:grpSpPr>
      <p:grpSp>
        <p:nvGrpSpPr>
          <p:cNvPr id="25" name="Groupe 24">
            <a:extLst>
              <a:ext uri="{FF2B5EF4-FFF2-40B4-BE49-F238E27FC236}">
                <a16:creationId xmlns:a16="http://schemas.microsoft.com/office/drawing/2014/main" id="{6C32CDE7-37D4-6646-C350-CE7E1DBCD4C9}"/>
              </a:ext>
            </a:extLst>
          </p:cNvPr>
          <p:cNvGrpSpPr/>
          <p:nvPr userDrawn="1"/>
        </p:nvGrpSpPr>
        <p:grpSpPr>
          <a:xfrm flipV="1">
            <a:off x="3629025" y="644289"/>
            <a:ext cx="4933950" cy="349724"/>
            <a:chOff x="-822961" y="1623523"/>
            <a:chExt cx="9204962" cy="652458"/>
          </a:xfrm>
        </p:grpSpPr>
        <p:grpSp>
          <p:nvGrpSpPr>
            <p:cNvPr id="33" name="Groupe 32">
              <a:extLst>
                <a:ext uri="{FF2B5EF4-FFF2-40B4-BE49-F238E27FC236}">
                  <a16:creationId xmlns:a16="http://schemas.microsoft.com/office/drawing/2014/main" id="{69557215-5B08-41B2-DE74-7C1E36B17F49}"/>
                </a:ext>
              </a:extLst>
            </p:cNvPr>
            <p:cNvGrpSpPr/>
            <p:nvPr/>
          </p:nvGrpSpPr>
          <p:grpSpPr>
            <a:xfrm>
              <a:off x="3809999" y="1623523"/>
              <a:ext cx="4572002" cy="652458"/>
              <a:chOff x="4334509" y="3333039"/>
              <a:chExt cx="4259583" cy="607874"/>
            </a:xfrm>
            <a:solidFill>
              <a:schemeClr val="tx2"/>
            </a:solidFill>
          </p:grpSpPr>
          <p:pic>
            <p:nvPicPr>
              <p:cNvPr id="48" name="Graphique 47">
                <a:extLst>
                  <a:ext uri="{FF2B5EF4-FFF2-40B4-BE49-F238E27FC236}">
                    <a16:creationId xmlns:a16="http://schemas.microsoft.com/office/drawing/2014/main" id="{140A506E-0EAE-C6BF-2D48-E7EA0EC0C8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49" name="Graphique 48">
                <a:extLst>
                  <a:ext uri="{FF2B5EF4-FFF2-40B4-BE49-F238E27FC236}">
                    <a16:creationId xmlns:a16="http://schemas.microsoft.com/office/drawing/2014/main" id="{04CD0E15-EB00-606B-B989-2F91F7EB2AA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nvGrpSpPr>
            <p:cNvPr id="45" name="Groupe 44">
              <a:extLst>
                <a:ext uri="{FF2B5EF4-FFF2-40B4-BE49-F238E27FC236}">
                  <a16:creationId xmlns:a16="http://schemas.microsoft.com/office/drawing/2014/main" id="{855613B8-A6E5-22E4-1ABD-2AD252C183A5}"/>
                </a:ext>
              </a:extLst>
            </p:cNvPr>
            <p:cNvGrpSpPr/>
            <p:nvPr/>
          </p:nvGrpSpPr>
          <p:grpSpPr>
            <a:xfrm>
              <a:off x="-822961" y="1623523"/>
              <a:ext cx="4572002" cy="652458"/>
              <a:chOff x="4334509" y="3333039"/>
              <a:chExt cx="4259583" cy="607874"/>
            </a:xfrm>
            <a:solidFill>
              <a:schemeClr val="tx2"/>
            </a:solidFill>
          </p:grpSpPr>
          <p:pic>
            <p:nvPicPr>
              <p:cNvPr id="46" name="Graphique 45">
                <a:extLst>
                  <a:ext uri="{FF2B5EF4-FFF2-40B4-BE49-F238E27FC236}">
                    <a16:creationId xmlns:a16="http://schemas.microsoft.com/office/drawing/2014/main" id="{EED7FC64-5FD1-7F2C-C122-5E8683CF9AA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47" name="Graphique 46">
                <a:extLst>
                  <a:ext uri="{FF2B5EF4-FFF2-40B4-BE49-F238E27FC236}">
                    <a16:creationId xmlns:a16="http://schemas.microsoft.com/office/drawing/2014/main" id="{C04DD4CF-A3F9-C361-CA71-76C15EF61E6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sp>
        <p:nvSpPr>
          <p:cNvPr id="50" name="Rectangle 49">
            <a:extLst>
              <a:ext uri="{FF2B5EF4-FFF2-40B4-BE49-F238E27FC236}">
                <a16:creationId xmlns:a16="http://schemas.microsoft.com/office/drawing/2014/main" id="{F4719794-D11B-4EA1-A4D8-F7A8F3C1A855}"/>
              </a:ext>
            </a:extLst>
          </p:cNvPr>
          <p:cNvSpPr/>
          <p:nvPr userDrawn="1"/>
        </p:nvSpPr>
        <p:spPr>
          <a:xfrm flipH="1">
            <a:off x="6886573" y="372045"/>
            <a:ext cx="5305425"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A20547AF-7CB7-4B96-D628-0DD2053AB88F}"/>
              </a:ext>
            </a:extLst>
          </p:cNvPr>
          <p:cNvSpPr/>
          <p:nvPr userDrawn="1"/>
        </p:nvSpPr>
        <p:spPr>
          <a:xfrm>
            <a:off x="0" y="372045"/>
            <a:ext cx="5305424"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Graphique 2">
            <a:extLst>
              <a:ext uri="{FF2B5EF4-FFF2-40B4-BE49-F238E27FC236}">
                <a16:creationId xmlns:a16="http://schemas.microsoft.com/office/drawing/2014/main" id="{E2D430C7-B687-BF0D-FE35-515C37426E03}"/>
              </a:ext>
            </a:extLst>
          </p:cNvPr>
          <p:cNvSpPr>
            <a:spLocks/>
          </p:cNvSpPr>
          <p:nvPr userDrawn="1"/>
        </p:nvSpPr>
        <p:spPr>
          <a:xfrm rot="16200000">
            <a:off x="9409266" y="3882473"/>
            <a:ext cx="2701930" cy="233996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7" name="Ellipse 6">
            <a:extLst>
              <a:ext uri="{FF2B5EF4-FFF2-40B4-BE49-F238E27FC236}">
                <a16:creationId xmlns:a16="http://schemas.microsoft.com/office/drawing/2014/main" id="{FF522DD6-12CA-771D-2F36-18B47D8DC9D7}"/>
              </a:ext>
            </a:extLst>
          </p:cNvPr>
          <p:cNvSpPr/>
          <p:nvPr userDrawn="1"/>
        </p:nvSpPr>
        <p:spPr>
          <a:xfrm>
            <a:off x="1208224" y="1549732"/>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space réservé pour une image  25">
            <a:extLst>
              <a:ext uri="{FF2B5EF4-FFF2-40B4-BE49-F238E27FC236}">
                <a16:creationId xmlns:a16="http://schemas.microsoft.com/office/drawing/2014/main" id="{B29450E7-C933-BEEE-41D2-8BE66F9D938D}"/>
              </a:ext>
            </a:extLst>
          </p:cNvPr>
          <p:cNvSpPr>
            <a:spLocks noGrp="1"/>
          </p:cNvSpPr>
          <p:nvPr>
            <p:ph type="pic" sz="quarter" idx="18" hasCustomPrompt="1"/>
          </p:nvPr>
        </p:nvSpPr>
        <p:spPr>
          <a:xfrm>
            <a:off x="1263759" y="1604810"/>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13" name="Espace réservé du texte 4">
            <a:extLst>
              <a:ext uri="{FF2B5EF4-FFF2-40B4-BE49-F238E27FC236}">
                <a16:creationId xmlns:a16="http://schemas.microsoft.com/office/drawing/2014/main" id="{B1988F02-5517-2A2F-0643-7651229BB6BA}"/>
              </a:ext>
            </a:extLst>
          </p:cNvPr>
          <p:cNvSpPr>
            <a:spLocks noGrp="1"/>
          </p:cNvSpPr>
          <p:nvPr>
            <p:ph type="body" sz="quarter" idx="19" hasCustomPrompt="1"/>
          </p:nvPr>
        </p:nvSpPr>
        <p:spPr>
          <a:xfrm>
            <a:off x="730975" y="3137253"/>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14" name="Espace réservé du texte 4">
            <a:extLst>
              <a:ext uri="{FF2B5EF4-FFF2-40B4-BE49-F238E27FC236}">
                <a16:creationId xmlns:a16="http://schemas.microsoft.com/office/drawing/2014/main" id="{C344E7A0-EFBE-5C78-53BC-62319CB47F78}"/>
              </a:ext>
            </a:extLst>
          </p:cNvPr>
          <p:cNvSpPr>
            <a:spLocks noGrp="1"/>
          </p:cNvSpPr>
          <p:nvPr>
            <p:ph type="body" sz="quarter" idx="20" hasCustomPrompt="1"/>
          </p:nvPr>
        </p:nvSpPr>
        <p:spPr>
          <a:xfrm>
            <a:off x="730975" y="3372203"/>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15" name="Ellipse 14">
            <a:extLst>
              <a:ext uri="{FF2B5EF4-FFF2-40B4-BE49-F238E27FC236}">
                <a16:creationId xmlns:a16="http://schemas.microsoft.com/office/drawing/2014/main" id="{B99B7AC1-D0EB-B725-2CB1-243F27907E7A}"/>
              </a:ext>
            </a:extLst>
          </p:cNvPr>
          <p:cNvSpPr/>
          <p:nvPr userDrawn="1"/>
        </p:nvSpPr>
        <p:spPr>
          <a:xfrm>
            <a:off x="9474501" y="1549732"/>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space réservé pour une image  25">
            <a:extLst>
              <a:ext uri="{FF2B5EF4-FFF2-40B4-BE49-F238E27FC236}">
                <a16:creationId xmlns:a16="http://schemas.microsoft.com/office/drawing/2014/main" id="{1FE7C43C-6BDC-4E1C-52C5-AB0C639FACB3}"/>
              </a:ext>
            </a:extLst>
          </p:cNvPr>
          <p:cNvSpPr>
            <a:spLocks noGrp="1"/>
          </p:cNvSpPr>
          <p:nvPr>
            <p:ph type="pic" sz="quarter" idx="21" hasCustomPrompt="1"/>
          </p:nvPr>
        </p:nvSpPr>
        <p:spPr>
          <a:xfrm>
            <a:off x="9530036" y="1604810"/>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17" name="Espace réservé du texte 4">
            <a:extLst>
              <a:ext uri="{FF2B5EF4-FFF2-40B4-BE49-F238E27FC236}">
                <a16:creationId xmlns:a16="http://schemas.microsoft.com/office/drawing/2014/main" id="{492E0895-5B9D-D8F4-6138-04608B1CF903}"/>
              </a:ext>
            </a:extLst>
          </p:cNvPr>
          <p:cNvSpPr>
            <a:spLocks noGrp="1"/>
          </p:cNvSpPr>
          <p:nvPr>
            <p:ph type="body" sz="quarter" idx="22" hasCustomPrompt="1"/>
          </p:nvPr>
        </p:nvSpPr>
        <p:spPr>
          <a:xfrm>
            <a:off x="8997252" y="3137253"/>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18" name="Espace réservé du texte 4">
            <a:extLst>
              <a:ext uri="{FF2B5EF4-FFF2-40B4-BE49-F238E27FC236}">
                <a16:creationId xmlns:a16="http://schemas.microsoft.com/office/drawing/2014/main" id="{CC04EFD5-DD4C-6D52-CB64-AC6FDABF0B09}"/>
              </a:ext>
            </a:extLst>
          </p:cNvPr>
          <p:cNvSpPr>
            <a:spLocks noGrp="1"/>
          </p:cNvSpPr>
          <p:nvPr>
            <p:ph type="body" sz="quarter" idx="23" hasCustomPrompt="1"/>
          </p:nvPr>
        </p:nvSpPr>
        <p:spPr>
          <a:xfrm>
            <a:off x="8997252" y="3372203"/>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39" name="Espace réservé du texte 4">
            <a:extLst>
              <a:ext uri="{FF2B5EF4-FFF2-40B4-BE49-F238E27FC236}">
                <a16:creationId xmlns:a16="http://schemas.microsoft.com/office/drawing/2014/main" id="{0B19CEEB-E988-A246-CBDB-DC7B414BB495}"/>
              </a:ext>
            </a:extLst>
          </p:cNvPr>
          <p:cNvSpPr>
            <a:spLocks noGrp="1"/>
          </p:cNvSpPr>
          <p:nvPr>
            <p:ph type="body" sz="quarter" idx="29" hasCustomPrompt="1"/>
          </p:nvPr>
        </p:nvSpPr>
        <p:spPr>
          <a:xfrm>
            <a:off x="730975" y="3612137"/>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40" name="Espace réservé du texte 4">
            <a:extLst>
              <a:ext uri="{FF2B5EF4-FFF2-40B4-BE49-F238E27FC236}">
                <a16:creationId xmlns:a16="http://schemas.microsoft.com/office/drawing/2014/main" id="{5674911B-B5AE-427B-4A6B-12A91963B9C1}"/>
              </a:ext>
            </a:extLst>
          </p:cNvPr>
          <p:cNvSpPr>
            <a:spLocks noGrp="1"/>
          </p:cNvSpPr>
          <p:nvPr>
            <p:ph type="body" sz="quarter" idx="30" hasCustomPrompt="1"/>
          </p:nvPr>
        </p:nvSpPr>
        <p:spPr>
          <a:xfrm>
            <a:off x="8997252" y="3612137"/>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42" name="Ellipse 41">
            <a:extLst>
              <a:ext uri="{FF2B5EF4-FFF2-40B4-BE49-F238E27FC236}">
                <a16:creationId xmlns:a16="http://schemas.microsoft.com/office/drawing/2014/main" id="{D9516735-A635-ABFB-58D0-4F2AC370904C}"/>
              </a:ext>
            </a:extLst>
          </p:cNvPr>
          <p:cNvSpPr/>
          <p:nvPr userDrawn="1"/>
        </p:nvSpPr>
        <p:spPr>
          <a:xfrm>
            <a:off x="5407798" y="1549732"/>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Espace réservé pour une image  25">
            <a:extLst>
              <a:ext uri="{FF2B5EF4-FFF2-40B4-BE49-F238E27FC236}">
                <a16:creationId xmlns:a16="http://schemas.microsoft.com/office/drawing/2014/main" id="{C5495677-9BEE-8BFB-0414-B2AA7B5705DD}"/>
              </a:ext>
            </a:extLst>
          </p:cNvPr>
          <p:cNvSpPr>
            <a:spLocks noGrp="1"/>
          </p:cNvSpPr>
          <p:nvPr>
            <p:ph type="pic" sz="quarter" idx="31" hasCustomPrompt="1"/>
          </p:nvPr>
        </p:nvSpPr>
        <p:spPr>
          <a:xfrm>
            <a:off x="5463333" y="1604810"/>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44" name="Espace réservé du texte 4">
            <a:extLst>
              <a:ext uri="{FF2B5EF4-FFF2-40B4-BE49-F238E27FC236}">
                <a16:creationId xmlns:a16="http://schemas.microsoft.com/office/drawing/2014/main" id="{71E79E2E-AD1A-B786-3E44-D4EDDD27AAFF}"/>
              </a:ext>
            </a:extLst>
          </p:cNvPr>
          <p:cNvSpPr>
            <a:spLocks noGrp="1"/>
          </p:cNvSpPr>
          <p:nvPr>
            <p:ph type="body" sz="quarter" idx="32" hasCustomPrompt="1"/>
          </p:nvPr>
        </p:nvSpPr>
        <p:spPr>
          <a:xfrm>
            <a:off x="4930549" y="3137253"/>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52" name="Espace réservé du texte 4">
            <a:extLst>
              <a:ext uri="{FF2B5EF4-FFF2-40B4-BE49-F238E27FC236}">
                <a16:creationId xmlns:a16="http://schemas.microsoft.com/office/drawing/2014/main" id="{740F6E9D-E8F0-133F-55BF-89DEDB45B182}"/>
              </a:ext>
            </a:extLst>
          </p:cNvPr>
          <p:cNvSpPr>
            <a:spLocks noGrp="1"/>
          </p:cNvSpPr>
          <p:nvPr>
            <p:ph type="body" sz="quarter" idx="33" hasCustomPrompt="1"/>
          </p:nvPr>
        </p:nvSpPr>
        <p:spPr>
          <a:xfrm>
            <a:off x="4930549" y="3372203"/>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53" name="Espace réservé du texte 4">
            <a:extLst>
              <a:ext uri="{FF2B5EF4-FFF2-40B4-BE49-F238E27FC236}">
                <a16:creationId xmlns:a16="http://schemas.microsoft.com/office/drawing/2014/main" id="{80973F15-C715-1C91-6DCE-61716F4D379B}"/>
              </a:ext>
            </a:extLst>
          </p:cNvPr>
          <p:cNvSpPr>
            <a:spLocks noGrp="1"/>
          </p:cNvSpPr>
          <p:nvPr>
            <p:ph type="body" sz="quarter" idx="34" hasCustomPrompt="1"/>
          </p:nvPr>
        </p:nvSpPr>
        <p:spPr>
          <a:xfrm>
            <a:off x="4930549" y="3612137"/>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54" name="Ellipse 53">
            <a:extLst>
              <a:ext uri="{FF2B5EF4-FFF2-40B4-BE49-F238E27FC236}">
                <a16:creationId xmlns:a16="http://schemas.microsoft.com/office/drawing/2014/main" id="{332A2DB7-0573-F427-C9A2-FAF3068D1955}"/>
              </a:ext>
            </a:extLst>
          </p:cNvPr>
          <p:cNvSpPr/>
          <p:nvPr userDrawn="1"/>
        </p:nvSpPr>
        <p:spPr>
          <a:xfrm>
            <a:off x="3260987" y="4082285"/>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Espace réservé pour une image  25">
            <a:extLst>
              <a:ext uri="{FF2B5EF4-FFF2-40B4-BE49-F238E27FC236}">
                <a16:creationId xmlns:a16="http://schemas.microsoft.com/office/drawing/2014/main" id="{A1F09642-E319-A191-3ECD-20743F53D9D0}"/>
              </a:ext>
            </a:extLst>
          </p:cNvPr>
          <p:cNvSpPr>
            <a:spLocks noGrp="1"/>
          </p:cNvSpPr>
          <p:nvPr>
            <p:ph type="pic" sz="quarter" idx="35" hasCustomPrompt="1"/>
          </p:nvPr>
        </p:nvSpPr>
        <p:spPr>
          <a:xfrm>
            <a:off x="3316522" y="4137363"/>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56" name="Espace réservé du texte 4">
            <a:extLst>
              <a:ext uri="{FF2B5EF4-FFF2-40B4-BE49-F238E27FC236}">
                <a16:creationId xmlns:a16="http://schemas.microsoft.com/office/drawing/2014/main" id="{EF6B18BC-8E52-620F-2AF7-0BABFD4371BA}"/>
              </a:ext>
            </a:extLst>
          </p:cNvPr>
          <p:cNvSpPr>
            <a:spLocks noGrp="1"/>
          </p:cNvSpPr>
          <p:nvPr>
            <p:ph type="body" sz="quarter" idx="36" hasCustomPrompt="1"/>
          </p:nvPr>
        </p:nvSpPr>
        <p:spPr>
          <a:xfrm>
            <a:off x="2783738" y="5669806"/>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57" name="Espace réservé du texte 4">
            <a:extLst>
              <a:ext uri="{FF2B5EF4-FFF2-40B4-BE49-F238E27FC236}">
                <a16:creationId xmlns:a16="http://schemas.microsoft.com/office/drawing/2014/main" id="{EA83AEF1-AD7D-E2CD-6153-7414581DC970}"/>
              </a:ext>
            </a:extLst>
          </p:cNvPr>
          <p:cNvSpPr>
            <a:spLocks noGrp="1"/>
          </p:cNvSpPr>
          <p:nvPr>
            <p:ph type="body" sz="quarter" idx="37" hasCustomPrompt="1"/>
          </p:nvPr>
        </p:nvSpPr>
        <p:spPr>
          <a:xfrm>
            <a:off x="2783738" y="5904756"/>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58" name="Espace réservé du texte 4">
            <a:extLst>
              <a:ext uri="{FF2B5EF4-FFF2-40B4-BE49-F238E27FC236}">
                <a16:creationId xmlns:a16="http://schemas.microsoft.com/office/drawing/2014/main" id="{BC49F83D-38EB-ECD9-3B44-31073CF08EEB}"/>
              </a:ext>
            </a:extLst>
          </p:cNvPr>
          <p:cNvSpPr>
            <a:spLocks noGrp="1"/>
          </p:cNvSpPr>
          <p:nvPr>
            <p:ph type="body" sz="quarter" idx="38" hasCustomPrompt="1"/>
          </p:nvPr>
        </p:nvSpPr>
        <p:spPr>
          <a:xfrm>
            <a:off x="2783738" y="6144690"/>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59" name="Ellipse 58">
            <a:extLst>
              <a:ext uri="{FF2B5EF4-FFF2-40B4-BE49-F238E27FC236}">
                <a16:creationId xmlns:a16="http://schemas.microsoft.com/office/drawing/2014/main" id="{20703D3C-A5BB-7DF8-1CCA-38FFC0946FE8}"/>
              </a:ext>
            </a:extLst>
          </p:cNvPr>
          <p:cNvSpPr/>
          <p:nvPr userDrawn="1"/>
        </p:nvSpPr>
        <p:spPr>
          <a:xfrm>
            <a:off x="7460561" y="4082285"/>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Espace réservé pour une image  25">
            <a:extLst>
              <a:ext uri="{FF2B5EF4-FFF2-40B4-BE49-F238E27FC236}">
                <a16:creationId xmlns:a16="http://schemas.microsoft.com/office/drawing/2014/main" id="{9216B8B0-3C55-0582-1D77-4FF0283EBDF3}"/>
              </a:ext>
            </a:extLst>
          </p:cNvPr>
          <p:cNvSpPr>
            <a:spLocks noGrp="1"/>
          </p:cNvSpPr>
          <p:nvPr>
            <p:ph type="pic" sz="quarter" idx="39" hasCustomPrompt="1"/>
          </p:nvPr>
        </p:nvSpPr>
        <p:spPr>
          <a:xfrm>
            <a:off x="7516096" y="4137363"/>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61" name="Espace réservé du texte 4">
            <a:extLst>
              <a:ext uri="{FF2B5EF4-FFF2-40B4-BE49-F238E27FC236}">
                <a16:creationId xmlns:a16="http://schemas.microsoft.com/office/drawing/2014/main" id="{FEF31D0E-5EBC-320A-94DA-852AB826E15B}"/>
              </a:ext>
            </a:extLst>
          </p:cNvPr>
          <p:cNvSpPr>
            <a:spLocks noGrp="1"/>
          </p:cNvSpPr>
          <p:nvPr>
            <p:ph type="body" sz="quarter" idx="40" hasCustomPrompt="1"/>
          </p:nvPr>
        </p:nvSpPr>
        <p:spPr>
          <a:xfrm>
            <a:off x="6983312" y="5669806"/>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62" name="Espace réservé du texte 4">
            <a:extLst>
              <a:ext uri="{FF2B5EF4-FFF2-40B4-BE49-F238E27FC236}">
                <a16:creationId xmlns:a16="http://schemas.microsoft.com/office/drawing/2014/main" id="{C541888C-BFFD-2E20-DC57-E81105BD52DD}"/>
              </a:ext>
            </a:extLst>
          </p:cNvPr>
          <p:cNvSpPr>
            <a:spLocks noGrp="1"/>
          </p:cNvSpPr>
          <p:nvPr>
            <p:ph type="body" sz="quarter" idx="41" hasCustomPrompt="1"/>
          </p:nvPr>
        </p:nvSpPr>
        <p:spPr>
          <a:xfrm>
            <a:off x="6983312" y="5904756"/>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63" name="Espace réservé du texte 4">
            <a:extLst>
              <a:ext uri="{FF2B5EF4-FFF2-40B4-BE49-F238E27FC236}">
                <a16:creationId xmlns:a16="http://schemas.microsoft.com/office/drawing/2014/main" id="{52CCEA5B-8121-3D03-307E-44A805F9A67D}"/>
              </a:ext>
            </a:extLst>
          </p:cNvPr>
          <p:cNvSpPr>
            <a:spLocks noGrp="1"/>
          </p:cNvSpPr>
          <p:nvPr>
            <p:ph type="body" sz="quarter" idx="42" hasCustomPrompt="1"/>
          </p:nvPr>
        </p:nvSpPr>
        <p:spPr>
          <a:xfrm>
            <a:off x="6983312" y="6144690"/>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64" name="Forme libre : forme 63">
            <a:extLst>
              <a:ext uri="{FF2B5EF4-FFF2-40B4-BE49-F238E27FC236}">
                <a16:creationId xmlns:a16="http://schemas.microsoft.com/office/drawing/2014/main" id="{EDA49B25-7218-DD48-387B-A5DAA2523C7B}"/>
              </a:ext>
            </a:extLst>
          </p:cNvPr>
          <p:cNvSpPr>
            <a:spLocks/>
          </p:cNvSpPr>
          <p:nvPr userDrawn="1"/>
        </p:nvSpPr>
        <p:spPr>
          <a:xfrm rot="16200000">
            <a:off x="-691774" y="836767"/>
            <a:ext cx="2152612" cy="769063"/>
          </a:xfrm>
          <a:custGeom>
            <a:avLst/>
            <a:gdLst>
              <a:gd name="connsiteX0" fmla="*/ 2152612 w 2152612"/>
              <a:gd name="connsiteY0" fmla="*/ 769063 h 769063"/>
              <a:gd name="connsiteX1" fmla="*/ 1076306 w 2152612"/>
              <a:gd name="connsiteY1" fmla="*/ 769063 h 769063"/>
              <a:gd name="connsiteX2" fmla="*/ 0 w 2152612"/>
              <a:gd name="connsiteY2" fmla="*/ 769063 h 769063"/>
              <a:gd name="connsiteX3" fmla="*/ 443981 w 2152612"/>
              <a:gd name="connsiteY3" fmla="*/ 0 h 769063"/>
              <a:gd name="connsiteX4" fmla="*/ 1708562 w 2152612"/>
              <a:gd name="connsiteY4" fmla="*/ 0 h 769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2612" h="769063">
                <a:moveTo>
                  <a:pt x="2152612" y="769063"/>
                </a:moveTo>
                <a:lnTo>
                  <a:pt x="1076306" y="769063"/>
                </a:lnTo>
                <a:lnTo>
                  <a:pt x="0" y="769063"/>
                </a:lnTo>
                <a:lnTo>
                  <a:pt x="443981" y="0"/>
                </a:lnTo>
                <a:lnTo>
                  <a:pt x="1708562"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grpSp>
        <p:nvGrpSpPr>
          <p:cNvPr id="27" name="Groupe 26">
            <a:extLst>
              <a:ext uri="{FF2B5EF4-FFF2-40B4-BE49-F238E27FC236}">
                <a16:creationId xmlns:a16="http://schemas.microsoft.com/office/drawing/2014/main" id="{5F29549E-73AE-F438-D04E-24862C2CBD1A}"/>
              </a:ext>
            </a:extLst>
          </p:cNvPr>
          <p:cNvGrpSpPr/>
          <p:nvPr userDrawn="1"/>
        </p:nvGrpSpPr>
        <p:grpSpPr>
          <a:xfrm>
            <a:off x="5798820" y="510195"/>
            <a:ext cx="594360" cy="594360"/>
            <a:chOff x="5798820" y="386370"/>
            <a:chExt cx="594360" cy="594360"/>
          </a:xfrm>
        </p:grpSpPr>
        <p:sp>
          <p:nvSpPr>
            <p:cNvPr id="26" name="Ellipse 25">
              <a:extLst>
                <a:ext uri="{FF2B5EF4-FFF2-40B4-BE49-F238E27FC236}">
                  <a16:creationId xmlns:a16="http://schemas.microsoft.com/office/drawing/2014/main" id="{0AB8A078-BE7A-6B25-771F-AC131DA85CF5}"/>
                </a:ext>
              </a:extLst>
            </p:cNvPr>
            <p:cNvSpPr/>
            <p:nvPr userDrawn="1"/>
          </p:nvSpPr>
          <p:spPr>
            <a:xfrm>
              <a:off x="5798820" y="386370"/>
              <a:ext cx="594360" cy="594360"/>
            </a:xfrm>
            <a:prstGeom prst="ellipse">
              <a:avLst/>
            </a:prstGeom>
            <a:solidFill>
              <a:schemeClr val="bg2"/>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8" name="Groupe 7">
              <a:extLst>
                <a:ext uri="{FF2B5EF4-FFF2-40B4-BE49-F238E27FC236}">
                  <a16:creationId xmlns:a16="http://schemas.microsoft.com/office/drawing/2014/main" id="{7475220F-30BC-FF5E-7A3F-6350224839C6}"/>
                </a:ext>
              </a:extLst>
            </p:cNvPr>
            <p:cNvGrpSpPr/>
            <p:nvPr userDrawn="1"/>
          </p:nvGrpSpPr>
          <p:grpSpPr>
            <a:xfrm>
              <a:off x="6004751" y="531913"/>
              <a:ext cx="182498" cy="303275"/>
              <a:chOff x="6004749" y="3277362"/>
              <a:chExt cx="182498" cy="303275"/>
            </a:xfrm>
            <a:solidFill>
              <a:schemeClr val="bg1"/>
            </a:solidFill>
          </p:grpSpPr>
          <p:sp>
            <p:nvSpPr>
              <p:cNvPr id="12" name="Forme libre : forme 11">
                <a:extLst>
                  <a:ext uri="{FF2B5EF4-FFF2-40B4-BE49-F238E27FC236}">
                    <a16:creationId xmlns:a16="http://schemas.microsoft.com/office/drawing/2014/main" id="{F8CB83DE-CB3B-026B-D3E0-50B11A922E90}"/>
                  </a:ext>
                </a:extLst>
              </p:cNvPr>
              <p:cNvSpPr/>
              <p:nvPr/>
            </p:nvSpPr>
            <p:spPr>
              <a:xfrm>
                <a:off x="6032655" y="3277362"/>
                <a:ext cx="126682" cy="213741"/>
              </a:xfrm>
              <a:custGeom>
                <a:avLst/>
                <a:gdLst>
                  <a:gd name="connsiteX0" fmla="*/ 63341 w 126682"/>
                  <a:gd name="connsiteY0" fmla="*/ 213741 h 213741"/>
                  <a:gd name="connsiteX1" fmla="*/ 18552 w 126682"/>
                  <a:gd name="connsiteY1" fmla="*/ 195188 h 213741"/>
                  <a:gd name="connsiteX2" fmla="*/ 0 w 126682"/>
                  <a:gd name="connsiteY2" fmla="*/ 150400 h 213741"/>
                  <a:gd name="connsiteX3" fmla="*/ 0 w 126682"/>
                  <a:gd name="connsiteY3" fmla="*/ 63341 h 213741"/>
                  <a:gd name="connsiteX4" fmla="*/ 4822 w 126682"/>
                  <a:gd name="connsiteY4" fmla="*/ 39102 h 213741"/>
                  <a:gd name="connsiteX5" fmla="*/ 18552 w 126682"/>
                  <a:gd name="connsiteY5" fmla="*/ 18552 h 213741"/>
                  <a:gd name="connsiteX6" fmla="*/ 39102 w 126682"/>
                  <a:gd name="connsiteY6" fmla="*/ 4822 h 213741"/>
                  <a:gd name="connsiteX7" fmla="*/ 63341 w 126682"/>
                  <a:gd name="connsiteY7" fmla="*/ 0 h 213741"/>
                  <a:gd name="connsiteX8" fmla="*/ 87581 w 126682"/>
                  <a:gd name="connsiteY8" fmla="*/ 4822 h 213741"/>
                  <a:gd name="connsiteX9" fmla="*/ 108131 w 126682"/>
                  <a:gd name="connsiteY9" fmla="*/ 18552 h 213741"/>
                  <a:gd name="connsiteX10" fmla="*/ 121861 w 126682"/>
                  <a:gd name="connsiteY10" fmla="*/ 39102 h 213741"/>
                  <a:gd name="connsiteX11" fmla="*/ 126682 w 126682"/>
                  <a:gd name="connsiteY11" fmla="*/ 63341 h 213741"/>
                  <a:gd name="connsiteX12" fmla="*/ 126682 w 126682"/>
                  <a:gd name="connsiteY12" fmla="*/ 150400 h 213741"/>
                  <a:gd name="connsiteX13" fmla="*/ 108131 w 126682"/>
                  <a:gd name="connsiteY13" fmla="*/ 195188 h 213741"/>
                  <a:gd name="connsiteX14" fmla="*/ 63341 w 126682"/>
                  <a:gd name="connsiteY14" fmla="*/ 213741 h 213741"/>
                  <a:gd name="connsiteX15" fmla="*/ 63341 w 126682"/>
                  <a:gd name="connsiteY15" fmla="*/ 8763 h 213741"/>
                  <a:gd name="connsiteX16" fmla="*/ 24479 w 126682"/>
                  <a:gd name="connsiteY16" fmla="*/ 24860 h 213741"/>
                  <a:gd name="connsiteX17" fmla="*/ 8382 w 126682"/>
                  <a:gd name="connsiteY17" fmla="*/ 63722 h 213741"/>
                  <a:gd name="connsiteX18" fmla="*/ 8382 w 126682"/>
                  <a:gd name="connsiteY18" fmla="*/ 150781 h 213741"/>
                  <a:gd name="connsiteX19" fmla="*/ 24479 w 126682"/>
                  <a:gd name="connsiteY19" fmla="*/ 189643 h 213741"/>
                  <a:gd name="connsiteX20" fmla="*/ 63341 w 126682"/>
                  <a:gd name="connsiteY20" fmla="*/ 205740 h 213741"/>
                  <a:gd name="connsiteX21" fmla="*/ 102203 w 126682"/>
                  <a:gd name="connsiteY21" fmla="*/ 189643 h 213741"/>
                  <a:gd name="connsiteX22" fmla="*/ 118300 w 126682"/>
                  <a:gd name="connsiteY22" fmla="*/ 150781 h 213741"/>
                  <a:gd name="connsiteX23" fmla="*/ 118300 w 126682"/>
                  <a:gd name="connsiteY23" fmla="*/ 63341 h 213741"/>
                  <a:gd name="connsiteX24" fmla="*/ 102069 w 126682"/>
                  <a:gd name="connsiteY24" fmla="*/ 24725 h 213741"/>
                  <a:gd name="connsiteX25" fmla="*/ 63341 w 126682"/>
                  <a:gd name="connsiteY25" fmla="*/ 8763 h 21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6682" h="213741">
                    <a:moveTo>
                      <a:pt x="63341" y="213741"/>
                    </a:moveTo>
                    <a:cubicBezTo>
                      <a:pt x="46542" y="213741"/>
                      <a:pt x="30431" y="207068"/>
                      <a:pt x="18552" y="195188"/>
                    </a:cubicBezTo>
                    <a:cubicBezTo>
                      <a:pt x="6673" y="183310"/>
                      <a:pt x="0" y="167199"/>
                      <a:pt x="0" y="150400"/>
                    </a:cubicBezTo>
                    <a:lnTo>
                      <a:pt x="0" y="63341"/>
                    </a:lnTo>
                    <a:cubicBezTo>
                      <a:pt x="0" y="55023"/>
                      <a:pt x="1638" y="46787"/>
                      <a:pt x="4822" y="39102"/>
                    </a:cubicBezTo>
                    <a:cubicBezTo>
                      <a:pt x="8005" y="31417"/>
                      <a:pt x="12670" y="24434"/>
                      <a:pt x="18552" y="18552"/>
                    </a:cubicBezTo>
                    <a:cubicBezTo>
                      <a:pt x="24434" y="12670"/>
                      <a:pt x="31416" y="8005"/>
                      <a:pt x="39102" y="4822"/>
                    </a:cubicBezTo>
                    <a:cubicBezTo>
                      <a:pt x="46787" y="1638"/>
                      <a:pt x="55023" y="0"/>
                      <a:pt x="63341" y="0"/>
                    </a:cubicBezTo>
                    <a:cubicBezTo>
                      <a:pt x="71659" y="0"/>
                      <a:pt x="79896" y="1638"/>
                      <a:pt x="87581" y="4822"/>
                    </a:cubicBezTo>
                    <a:cubicBezTo>
                      <a:pt x="95266" y="8005"/>
                      <a:pt x="102249" y="12670"/>
                      <a:pt x="108131" y="18552"/>
                    </a:cubicBezTo>
                    <a:cubicBezTo>
                      <a:pt x="114012" y="24434"/>
                      <a:pt x="118678" y="31417"/>
                      <a:pt x="121861" y="39102"/>
                    </a:cubicBezTo>
                    <a:cubicBezTo>
                      <a:pt x="125044" y="46787"/>
                      <a:pt x="126682" y="55023"/>
                      <a:pt x="126682" y="63341"/>
                    </a:cubicBezTo>
                    <a:lnTo>
                      <a:pt x="126682" y="150400"/>
                    </a:lnTo>
                    <a:cubicBezTo>
                      <a:pt x="126682" y="167199"/>
                      <a:pt x="120009" y="183310"/>
                      <a:pt x="108131" y="195188"/>
                    </a:cubicBezTo>
                    <a:cubicBezTo>
                      <a:pt x="96252" y="207068"/>
                      <a:pt x="80140" y="213741"/>
                      <a:pt x="63341" y="213741"/>
                    </a:cubicBezTo>
                    <a:close/>
                    <a:moveTo>
                      <a:pt x="63341" y="8763"/>
                    </a:moveTo>
                    <a:cubicBezTo>
                      <a:pt x="48765" y="8763"/>
                      <a:pt x="34786" y="14553"/>
                      <a:pt x="24479" y="24860"/>
                    </a:cubicBezTo>
                    <a:cubicBezTo>
                      <a:pt x="14172" y="35167"/>
                      <a:pt x="8382" y="49146"/>
                      <a:pt x="8382" y="63722"/>
                    </a:cubicBezTo>
                    <a:lnTo>
                      <a:pt x="8382" y="150781"/>
                    </a:lnTo>
                    <a:cubicBezTo>
                      <a:pt x="8382" y="165357"/>
                      <a:pt x="14172" y="179336"/>
                      <a:pt x="24479" y="189643"/>
                    </a:cubicBezTo>
                    <a:cubicBezTo>
                      <a:pt x="34786" y="199950"/>
                      <a:pt x="48765" y="205740"/>
                      <a:pt x="63341" y="205740"/>
                    </a:cubicBezTo>
                    <a:cubicBezTo>
                      <a:pt x="77917" y="205740"/>
                      <a:pt x="91896" y="199950"/>
                      <a:pt x="102203" y="189643"/>
                    </a:cubicBezTo>
                    <a:cubicBezTo>
                      <a:pt x="112510" y="179336"/>
                      <a:pt x="118300" y="165357"/>
                      <a:pt x="118300" y="150781"/>
                    </a:cubicBezTo>
                    <a:lnTo>
                      <a:pt x="118300" y="63341"/>
                    </a:lnTo>
                    <a:cubicBezTo>
                      <a:pt x="118199" y="48831"/>
                      <a:pt x="112365" y="34950"/>
                      <a:pt x="102069" y="24725"/>
                    </a:cubicBezTo>
                    <a:cubicBezTo>
                      <a:pt x="91773" y="14501"/>
                      <a:pt x="77852" y="8763"/>
                      <a:pt x="63341" y="8763"/>
                    </a:cubicBez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1512CAE5-9B55-012F-4040-CC89DB3D7529}"/>
                  </a:ext>
                </a:extLst>
              </p:cNvPr>
              <p:cNvSpPr/>
              <p:nvPr/>
            </p:nvSpPr>
            <p:spPr>
              <a:xfrm>
                <a:off x="6004749" y="3373658"/>
                <a:ext cx="182498" cy="145827"/>
              </a:xfrm>
              <a:custGeom>
                <a:avLst/>
                <a:gdLst>
                  <a:gd name="connsiteX0" fmla="*/ 91249 w 182498"/>
                  <a:gd name="connsiteY0" fmla="*/ 145828 h 145827"/>
                  <a:gd name="connsiteX1" fmla="*/ 26788 w 182498"/>
                  <a:gd name="connsiteY1" fmla="*/ 119107 h 145827"/>
                  <a:gd name="connsiteX2" fmla="*/ 0 w 182498"/>
                  <a:gd name="connsiteY2" fmla="*/ 54673 h 145827"/>
                  <a:gd name="connsiteX3" fmla="*/ 0 w 182498"/>
                  <a:gd name="connsiteY3" fmla="*/ 0 h 145827"/>
                  <a:gd name="connsiteX4" fmla="*/ 8477 w 182498"/>
                  <a:gd name="connsiteY4" fmla="*/ 0 h 145827"/>
                  <a:gd name="connsiteX5" fmla="*/ 8477 w 182498"/>
                  <a:gd name="connsiteY5" fmla="*/ 54673 h 145827"/>
                  <a:gd name="connsiteX6" fmla="*/ 32721 w 182498"/>
                  <a:gd name="connsiteY6" fmla="*/ 113203 h 145827"/>
                  <a:gd name="connsiteX7" fmla="*/ 91249 w 182498"/>
                  <a:gd name="connsiteY7" fmla="*/ 137446 h 145827"/>
                  <a:gd name="connsiteX8" fmla="*/ 149779 w 182498"/>
                  <a:gd name="connsiteY8" fmla="*/ 113203 h 145827"/>
                  <a:gd name="connsiteX9" fmla="*/ 174022 w 182498"/>
                  <a:gd name="connsiteY9" fmla="*/ 54673 h 145827"/>
                  <a:gd name="connsiteX10" fmla="*/ 174022 w 182498"/>
                  <a:gd name="connsiteY10" fmla="*/ 0 h 145827"/>
                  <a:gd name="connsiteX11" fmla="*/ 182499 w 182498"/>
                  <a:gd name="connsiteY11" fmla="*/ 0 h 145827"/>
                  <a:gd name="connsiteX12" fmla="*/ 182499 w 182498"/>
                  <a:gd name="connsiteY12" fmla="*/ 54673 h 145827"/>
                  <a:gd name="connsiteX13" fmla="*/ 155712 w 182498"/>
                  <a:gd name="connsiteY13" fmla="*/ 119107 h 145827"/>
                  <a:gd name="connsiteX14" fmla="*/ 91249 w 182498"/>
                  <a:gd name="connsiteY14" fmla="*/ 145828 h 14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2498" h="145827">
                    <a:moveTo>
                      <a:pt x="91249" y="145828"/>
                    </a:moveTo>
                    <a:cubicBezTo>
                      <a:pt x="67073" y="145803"/>
                      <a:pt x="43892" y="136194"/>
                      <a:pt x="26788" y="119107"/>
                    </a:cubicBezTo>
                    <a:cubicBezTo>
                      <a:pt x="9683" y="102021"/>
                      <a:pt x="50" y="78851"/>
                      <a:pt x="0" y="54673"/>
                    </a:cubicBezTo>
                    <a:lnTo>
                      <a:pt x="0" y="0"/>
                    </a:lnTo>
                    <a:lnTo>
                      <a:pt x="8477" y="0"/>
                    </a:lnTo>
                    <a:lnTo>
                      <a:pt x="8477" y="54673"/>
                    </a:lnTo>
                    <a:cubicBezTo>
                      <a:pt x="8477" y="76627"/>
                      <a:pt x="17198" y="97680"/>
                      <a:pt x="32721" y="113203"/>
                    </a:cubicBezTo>
                    <a:cubicBezTo>
                      <a:pt x="48244" y="128726"/>
                      <a:pt x="69297" y="137446"/>
                      <a:pt x="91249" y="137446"/>
                    </a:cubicBezTo>
                    <a:cubicBezTo>
                      <a:pt x="113203" y="137446"/>
                      <a:pt x="134256" y="128726"/>
                      <a:pt x="149779" y="113203"/>
                    </a:cubicBezTo>
                    <a:cubicBezTo>
                      <a:pt x="165301" y="97680"/>
                      <a:pt x="174022" y="76627"/>
                      <a:pt x="174022" y="54673"/>
                    </a:cubicBezTo>
                    <a:lnTo>
                      <a:pt x="174022" y="0"/>
                    </a:lnTo>
                    <a:lnTo>
                      <a:pt x="182499" y="0"/>
                    </a:lnTo>
                    <a:lnTo>
                      <a:pt x="182499" y="54673"/>
                    </a:lnTo>
                    <a:cubicBezTo>
                      <a:pt x="182448" y="78851"/>
                      <a:pt x="172816" y="102021"/>
                      <a:pt x="155712" y="119107"/>
                    </a:cubicBezTo>
                    <a:cubicBezTo>
                      <a:pt x="138607" y="136194"/>
                      <a:pt x="115427" y="145803"/>
                      <a:pt x="91249" y="145828"/>
                    </a:cubicBez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D9462A8D-FCF0-0D41-FDD2-D11136EA9CE5}"/>
                  </a:ext>
                </a:extLst>
              </p:cNvPr>
              <p:cNvSpPr/>
              <p:nvPr/>
            </p:nvSpPr>
            <p:spPr>
              <a:xfrm>
                <a:off x="6091805" y="3512534"/>
                <a:ext cx="8382" cy="63055"/>
              </a:xfrm>
              <a:custGeom>
                <a:avLst/>
                <a:gdLst>
                  <a:gd name="connsiteX0" fmla="*/ 8382 w 8382"/>
                  <a:gd name="connsiteY0" fmla="*/ 0 h 63055"/>
                  <a:gd name="connsiteX1" fmla="*/ 0 w 8382"/>
                  <a:gd name="connsiteY1" fmla="*/ 0 h 63055"/>
                  <a:gd name="connsiteX2" fmla="*/ 0 w 8382"/>
                  <a:gd name="connsiteY2" fmla="*/ 63055 h 63055"/>
                  <a:gd name="connsiteX3" fmla="*/ 8382 w 8382"/>
                  <a:gd name="connsiteY3" fmla="*/ 63055 h 63055"/>
                  <a:gd name="connsiteX4" fmla="*/ 8382 w 8382"/>
                  <a:gd name="connsiteY4" fmla="*/ 0 h 63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2" h="63055">
                    <a:moveTo>
                      <a:pt x="8382" y="0"/>
                    </a:moveTo>
                    <a:lnTo>
                      <a:pt x="0" y="0"/>
                    </a:lnTo>
                    <a:lnTo>
                      <a:pt x="0" y="63055"/>
                    </a:lnTo>
                    <a:lnTo>
                      <a:pt x="8382" y="63055"/>
                    </a:lnTo>
                    <a:lnTo>
                      <a:pt x="8382" y="0"/>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A4B3F1E4-8EEA-37C3-8EA1-88288A060F2F}"/>
                  </a:ext>
                </a:extLst>
              </p:cNvPr>
              <p:cNvSpPr/>
              <p:nvPr/>
            </p:nvSpPr>
            <p:spPr>
              <a:xfrm>
                <a:off x="6036850" y="3572256"/>
                <a:ext cx="118395" cy="8381"/>
              </a:xfrm>
              <a:custGeom>
                <a:avLst/>
                <a:gdLst>
                  <a:gd name="connsiteX0" fmla="*/ 118395 w 118395"/>
                  <a:gd name="connsiteY0" fmla="*/ 0 h 8381"/>
                  <a:gd name="connsiteX1" fmla="*/ 0 w 118395"/>
                  <a:gd name="connsiteY1" fmla="*/ 0 h 8381"/>
                  <a:gd name="connsiteX2" fmla="*/ 0 w 118395"/>
                  <a:gd name="connsiteY2" fmla="*/ 8382 h 8381"/>
                  <a:gd name="connsiteX3" fmla="*/ 118395 w 118395"/>
                  <a:gd name="connsiteY3" fmla="*/ 8382 h 8381"/>
                  <a:gd name="connsiteX4" fmla="*/ 118395 w 118395"/>
                  <a:gd name="connsiteY4" fmla="*/ 0 h 83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395" h="8381">
                    <a:moveTo>
                      <a:pt x="118395" y="0"/>
                    </a:moveTo>
                    <a:lnTo>
                      <a:pt x="0" y="0"/>
                    </a:lnTo>
                    <a:lnTo>
                      <a:pt x="0" y="8382"/>
                    </a:lnTo>
                    <a:lnTo>
                      <a:pt x="118395" y="8382"/>
                    </a:lnTo>
                    <a:lnTo>
                      <a:pt x="118395" y="0"/>
                    </a:lnTo>
                    <a:close/>
                  </a:path>
                </a:pathLst>
              </a:custGeom>
              <a:grpFill/>
              <a:ln w="0" cap="flat">
                <a:noFill/>
                <a:prstDash val="solid"/>
                <a:miter/>
              </a:ln>
            </p:spPr>
            <p:txBody>
              <a:bodyPr rtlCol="0" anchor="ctr"/>
              <a:lstStyle/>
              <a:p>
                <a:endParaRPr lang="fr-FR"/>
              </a:p>
            </p:txBody>
          </p:sp>
        </p:grpSp>
      </p:grpSp>
    </p:spTree>
    <p:extLst>
      <p:ext uri="{BB962C8B-B14F-4D97-AF65-F5344CB8AC3E}">
        <p14:creationId xmlns:p14="http://schemas.microsoft.com/office/powerpoint/2010/main" val="332579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repeatCount="indefinite" fill="hold" nodeType="withEffect">
                                  <p:stCondLst>
                                    <p:cond delay="0"/>
                                  </p:stCondLst>
                                  <p:childTnLst>
                                    <p:animMotion origin="layout" path="M 0 -4.44444E-6 L 0.19063 0.00139 " pathEditMode="relative" rAng="0" ptsTypes="AA">
                                      <p:cBhvr>
                                        <p:cTn id="6" dur="10000" fill="hold"/>
                                        <p:tgtEl>
                                          <p:spTgt spid="25"/>
                                        </p:tgtEl>
                                        <p:attrNameLst>
                                          <p:attrName>ppt_x</p:attrName>
                                          <p:attrName>ppt_y</p:attrName>
                                        </p:attrNameLst>
                                      </p:cBhvr>
                                      <p:rCtr x="9531"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x5 speaker (without anim)">
    <p:bg>
      <p:bgPr>
        <a:solidFill>
          <a:schemeClr val="tx1"/>
        </a:solidFill>
        <a:effectLst/>
      </p:bgPr>
    </p:bg>
    <p:spTree>
      <p:nvGrpSpPr>
        <p:cNvPr id="1" name=""/>
        <p:cNvGrpSpPr/>
        <p:nvPr/>
      </p:nvGrpSpPr>
      <p:grpSpPr>
        <a:xfrm>
          <a:off x="0" y="0"/>
          <a:ext cx="0" cy="0"/>
          <a:chOff x="0" y="0"/>
          <a:chExt cx="0" cy="0"/>
        </a:xfrm>
      </p:grpSpPr>
      <p:sp>
        <p:nvSpPr>
          <p:cNvPr id="19" name="Forme libre : forme 18">
            <a:extLst>
              <a:ext uri="{FF2B5EF4-FFF2-40B4-BE49-F238E27FC236}">
                <a16:creationId xmlns:a16="http://schemas.microsoft.com/office/drawing/2014/main" id="{E1544B40-9F8F-1D49-4483-40F20741D224}"/>
              </a:ext>
            </a:extLst>
          </p:cNvPr>
          <p:cNvSpPr>
            <a:spLocks/>
          </p:cNvSpPr>
          <p:nvPr userDrawn="1"/>
        </p:nvSpPr>
        <p:spPr>
          <a:xfrm rot="16200000">
            <a:off x="-691774" y="836767"/>
            <a:ext cx="2152612" cy="769063"/>
          </a:xfrm>
          <a:custGeom>
            <a:avLst/>
            <a:gdLst>
              <a:gd name="connsiteX0" fmla="*/ 2152612 w 2152612"/>
              <a:gd name="connsiteY0" fmla="*/ 769063 h 769063"/>
              <a:gd name="connsiteX1" fmla="*/ 1076306 w 2152612"/>
              <a:gd name="connsiteY1" fmla="*/ 769063 h 769063"/>
              <a:gd name="connsiteX2" fmla="*/ 0 w 2152612"/>
              <a:gd name="connsiteY2" fmla="*/ 769063 h 769063"/>
              <a:gd name="connsiteX3" fmla="*/ 443981 w 2152612"/>
              <a:gd name="connsiteY3" fmla="*/ 0 h 769063"/>
              <a:gd name="connsiteX4" fmla="*/ 1708562 w 2152612"/>
              <a:gd name="connsiteY4" fmla="*/ 0 h 769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2612" h="769063">
                <a:moveTo>
                  <a:pt x="2152612" y="769063"/>
                </a:moveTo>
                <a:lnTo>
                  <a:pt x="1076306" y="769063"/>
                </a:lnTo>
                <a:lnTo>
                  <a:pt x="0" y="769063"/>
                </a:lnTo>
                <a:lnTo>
                  <a:pt x="443981" y="0"/>
                </a:lnTo>
                <a:lnTo>
                  <a:pt x="1708562"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Graphique 2">
            <a:extLst>
              <a:ext uri="{FF2B5EF4-FFF2-40B4-BE49-F238E27FC236}">
                <a16:creationId xmlns:a16="http://schemas.microsoft.com/office/drawing/2014/main" id="{E2D430C7-B687-BF0D-FE35-515C37426E03}"/>
              </a:ext>
            </a:extLst>
          </p:cNvPr>
          <p:cNvSpPr>
            <a:spLocks/>
          </p:cNvSpPr>
          <p:nvPr userDrawn="1"/>
        </p:nvSpPr>
        <p:spPr>
          <a:xfrm rot="16200000">
            <a:off x="9409266" y="3882473"/>
            <a:ext cx="2701930" cy="233996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7" name="Ellipse 6">
            <a:extLst>
              <a:ext uri="{FF2B5EF4-FFF2-40B4-BE49-F238E27FC236}">
                <a16:creationId xmlns:a16="http://schemas.microsoft.com/office/drawing/2014/main" id="{FF522DD6-12CA-771D-2F36-18B47D8DC9D7}"/>
              </a:ext>
            </a:extLst>
          </p:cNvPr>
          <p:cNvSpPr/>
          <p:nvPr userDrawn="1"/>
        </p:nvSpPr>
        <p:spPr>
          <a:xfrm>
            <a:off x="1208224" y="881533"/>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space réservé pour une image  25">
            <a:extLst>
              <a:ext uri="{FF2B5EF4-FFF2-40B4-BE49-F238E27FC236}">
                <a16:creationId xmlns:a16="http://schemas.microsoft.com/office/drawing/2014/main" id="{B29450E7-C933-BEEE-41D2-8BE66F9D938D}"/>
              </a:ext>
            </a:extLst>
          </p:cNvPr>
          <p:cNvSpPr>
            <a:spLocks noGrp="1"/>
          </p:cNvSpPr>
          <p:nvPr>
            <p:ph type="pic" sz="quarter" idx="18" hasCustomPrompt="1"/>
          </p:nvPr>
        </p:nvSpPr>
        <p:spPr>
          <a:xfrm>
            <a:off x="1263759" y="936611"/>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13" name="Espace réservé du texte 4">
            <a:extLst>
              <a:ext uri="{FF2B5EF4-FFF2-40B4-BE49-F238E27FC236}">
                <a16:creationId xmlns:a16="http://schemas.microsoft.com/office/drawing/2014/main" id="{B1988F02-5517-2A2F-0643-7651229BB6BA}"/>
              </a:ext>
            </a:extLst>
          </p:cNvPr>
          <p:cNvSpPr>
            <a:spLocks noGrp="1"/>
          </p:cNvSpPr>
          <p:nvPr>
            <p:ph type="body" sz="quarter" idx="19" hasCustomPrompt="1"/>
          </p:nvPr>
        </p:nvSpPr>
        <p:spPr>
          <a:xfrm>
            <a:off x="730975" y="2469054"/>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14" name="Espace réservé du texte 4">
            <a:extLst>
              <a:ext uri="{FF2B5EF4-FFF2-40B4-BE49-F238E27FC236}">
                <a16:creationId xmlns:a16="http://schemas.microsoft.com/office/drawing/2014/main" id="{C344E7A0-EFBE-5C78-53BC-62319CB47F78}"/>
              </a:ext>
            </a:extLst>
          </p:cNvPr>
          <p:cNvSpPr>
            <a:spLocks noGrp="1"/>
          </p:cNvSpPr>
          <p:nvPr>
            <p:ph type="body" sz="quarter" idx="20" hasCustomPrompt="1"/>
          </p:nvPr>
        </p:nvSpPr>
        <p:spPr>
          <a:xfrm>
            <a:off x="730975" y="2704004"/>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15" name="Ellipse 14">
            <a:extLst>
              <a:ext uri="{FF2B5EF4-FFF2-40B4-BE49-F238E27FC236}">
                <a16:creationId xmlns:a16="http://schemas.microsoft.com/office/drawing/2014/main" id="{B99B7AC1-D0EB-B725-2CB1-243F27907E7A}"/>
              </a:ext>
            </a:extLst>
          </p:cNvPr>
          <p:cNvSpPr/>
          <p:nvPr userDrawn="1"/>
        </p:nvSpPr>
        <p:spPr>
          <a:xfrm>
            <a:off x="9474501" y="881533"/>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space réservé pour une image  25">
            <a:extLst>
              <a:ext uri="{FF2B5EF4-FFF2-40B4-BE49-F238E27FC236}">
                <a16:creationId xmlns:a16="http://schemas.microsoft.com/office/drawing/2014/main" id="{1FE7C43C-6BDC-4E1C-52C5-AB0C639FACB3}"/>
              </a:ext>
            </a:extLst>
          </p:cNvPr>
          <p:cNvSpPr>
            <a:spLocks noGrp="1"/>
          </p:cNvSpPr>
          <p:nvPr>
            <p:ph type="pic" sz="quarter" idx="21" hasCustomPrompt="1"/>
          </p:nvPr>
        </p:nvSpPr>
        <p:spPr>
          <a:xfrm>
            <a:off x="9530036" y="936611"/>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17" name="Espace réservé du texte 4">
            <a:extLst>
              <a:ext uri="{FF2B5EF4-FFF2-40B4-BE49-F238E27FC236}">
                <a16:creationId xmlns:a16="http://schemas.microsoft.com/office/drawing/2014/main" id="{492E0895-5B9D-D8F4-6138-04608B1CF903}"/>
              </a:ext>
            </a:extLst>
          </p:cNvPr>
          <p:cNvSpPr>
            <a:spLocks noGrp="1"/>
          </p:cNvSpPr>
          <p:nvPr>
            <p:ph type="body" sz="quarter" idx="22" hasCustomPrompt="1"/>
          </p:nvPr>
        </p:nvSpPr>
        <p:spPr>
          <a:xfrm>
            <a:off x="8997252" y="2469054"/>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18" name="Espace réservé du texte 4">
            <a:extLst>
              <a:ext uri="{FF2B5EF4-FFF2-40B4-BE49-F238E27FC236}">
                <a16:creationId xmlns:a16="http://schemas.microsoft.com/office/drawing/2014/main" id="{CC04EFD5-DD4C-6D52-CB64-AC6FDABF0B09}"/>
              </a:ext>
            </a:extLst>
          </p:cNvPr>
          <p:cNvSpPr>
            <a:spLocks noGrp="1"/>
          </p:cNvSpPr>
          <p:nvPr>
            <p:ph type="body" sz="quarter" idx="23" hasCustomPrompt="1"/>
          </p:nvPr>
        </p:nvSpPr>
        <p:spPr>
          <a:xfrm>
            <a:off x="8997252" y="2704004"/>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39" name="Espace réservé du texte 4">
            <a:extLst>
              <a:ext uri="{FF2B5EF4-FFF2-40B4-BE49-F238E27FC236}">
                <a16:creationId xmlns:a16="http://schemas.microsoft.com/office/drawing/2014/main" id="{0B19CEEB-E988-A246-CBDB-DC7B414BB495}"/>
              </a:ext>
            </a:extLst>
          </p:cNvPr>
          <p:cNvSpPr>
            <a:spLocks noGrp="1"/>
          </p:cNvSpPr>
          <p:nvPr>
            <p:ph type="body" sz="quarter" idx="29" hasCustomPrompt="1"/>
          </p:nvPr>
        </p:nvSpPr>
        <p:spPr>
          <a:xfrm>
            <a:off x="730975" y="2943938"/>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40" name="Espace réservé du texte 4">
            <a:extLst>
              <a:ext uri="{FF2B5EF4-FFF2-40B4-BE49-F238E27FC236}">
                <a16:creationId xmlns:a16="http://schemas.microsoft.com/office/drawing/2014/main" id="{5674911B-B5AE-427B-4A6B-12A91963B9C1}"/>
              </a:ext>
            </a:extLst>
          </p:cNvPr>
          <p:cNvSpPr>
            <a:spLocks noGrp="1"/>
          </p:cNvSpPr>
          <p:nvPr>
            <p:ph type="body" sz="quarter" idx="30" hasCustomPrompt="1"/>
          </p:nvPr>
        </p:nvSpPr>
        <p:spPr>
          <a:xfrm>
            <a:off x="8997252" y="2943938"/>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42" name="Ellipse 41">
            <a:extLst>
              <a:ext uri="{FF2B5EF4-FFF2-40B4-BE49-F238E27FC236}">
                <a16:creationId xmlns:a16="http://schemas.microsoft.com/office/drawing/2014/main" id="{D9516735-A635-ABFB-58D0-4F2AC370904C}"/>
              </a:ext>
            </a:extLst>
          </p:cNvPr>
          <p:cNvSpPr/>
          <p:nvPr userDrawn="1"/>
        </p:nvSpPr>
        <p:spPr>
          <a:xfrm>
            <a:off x="5407798" y="881533"/>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Espace réservé pour une image  25">
            <a:extLst>
              <a:ext uri="{FF2B5EF4-FFF2-40B4-BE49-F238E27FC236}">
                <a16:creationId xmlns:a16="http://schemas.microsoft.com/office/drawing/2014/main" id="{C5495677-9BEE-8BFB-0414-B2AA7B5705DD}"/>
              </a:ext>
            </a:extLst>
          </p:cNvPr>
          <p:cNvSpPr>
            <a:spLocks noGrp="1"/>
          </p:cNvSpPr>
          <p:nvPr>
            <p:ph type="pic" sz="quarter" idx="31" hasCustomPrompt="1"/>
          </p:nvPr>
        </p:nvSpPr>
        <p:spPr>
          <a:xfrm>
            <a:off x="5463333" y="936611"/>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44" name="Espace réservé du texte 4">
            <a:extLst>
              <a:ext uri="{FF2B5EF4-FFF2-40B4-BE49-F238E27FC236}">
                <a16:creationId xmlns:a16="http://schemas.microsoft.com/office/drawing/2014/main" id="{71E79E2E-AD1A-B786-3E44-D4EDDD27AAFF}"/>
              </a:ext>
            </a:extLst>
          </p:cNvPr>
          <p:cNvSpPr>
            <a:spLocks noGrp="1"/>
          </p:cNvSpPr>
          <p:nvPr>
            <p:ph type="body" sz="quarter" idx="32" hasCustomPrompt="1"/>
          </p:nvPr>
        </p:nvSpPr>
        <p:spPr>
          <a:xfrm>
            <a:off x="4930549" y="2469054"/>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52" name="Espace réservé du texte 4">
            <a:extLst>
              <a:ext uri="{FF2B5EF4-FFF2-40B4-BE49-F238E27FC236}">
                <a16:creationId xmlns:a16="http://schemas.microsoft.com/office/drawing/2014/main" id="{740F6E9D-E8F0-133F-55BF-89DEDB45B182}"/>
              </a:ext>
            </a:extLst>
          </p:cNvPr>
          <p:cNvSpPr>
            <a:spLocks noGrp="1"/>
          </p:cNvSpPr>
          <p:nvPr>
            <p:ph type="body" sz="quarter" idx="33" hasCustomPrompt="1"/>
          </p:nvPr>
        </p:nvSpPr>
        <p:spPr>
          <a:xfrm>
            <a:off x="4930549" y="2704004"/>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53" name="Espace réservé du texte 4">
            <a:extLst>
              <a:ext uri="{FF2B5EF4-FFF2-40B4-BE49-F238E27FC236}">
                <a16:creationId xmlns:a16="http://schemas.microsoft.com/office/drawing/2014/main" id="{80973F15-C715-1C91-6DCE-61716F4D379B}"/>
              </a:ext>
            </a:extLst>
          </p:cNvPr>
          <p:cNvSpPr>
            <a:spLocks noGrp="1"/>
          </p:cNvSpPr>
          <p:nvPr>
            <p:ph type="body" sz="quarter" idx="34" hasCustomPrompt="1"/>
          </p:nvPr>
        </p:nvSpPr>
        <p:spPr>
          <a:xfrm>
            <a:off x="4930549" y="2943938"/>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54" name="Ellipse 53">
            <a:extLst>
              <a:ext uri="{FF2B5EF4-FFF2-40B4-BE49-F238E27FC236}">
                <a16:creationId xmlns:a16="http://schemas.microsoft.com/office/drawing/2014/main" id="{332A2DB7-0573-F427-C9A2-FAF3068D1955}"/>
              </a:ext>
            </a:extLst>
          </p:cNvPr>
          <p:cNvSpPr/>
          <p:nvPr userDrawn="1"/>
        </p:nvSpPr>
        <p:spPr>
          <a:xfrm>
            <a:off x="3260987" y="3815451"/>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Espace réservé pour une image  25">
            <a:extLst>
              <a:ext uri="{FF2B5EF4-FFF2-40B4-BE49-F238E27FC236}">
                <a16:creationId xmlns:a16="http://schemas.microsoft.com/office/drawing/2014/main" id="{A1F09642-E319-A191-3ECD-20743F53D9D0}"/>
              </a:ext>
            </a:extLst>
          </p:cNvPr>
          <p:cNvSpPr>
            <a:spLocks noGrp="1"/>
          </p:cNvSpPr>
          <p:nvPr>
            <p:ph type="pic" sz="quarter" idx="35" hasCustomPrompt="1"/>
          </p:nvPr>
        </p:nvSpPr>
        <p:spPr>
          <a:xfrm>
            <a:off x="3316522" y="3870529"/>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56" name="Espace réservé du texte 4">
            <a:extLst>
              <a:ext uri="{FF2B5EF4-FFF2-40B4-BE49-F238E27FC236}">
                <a16:creationId xmlns:a16="http://schemas.microsoft.com/office/drawing/2014/main" id="{EF6B18BC-8E52-620F-2AF7-0BABFD4371BA}"/>
              </a:ext>
            </a:extLst>
          </p:cNvPr>
          <p:cNvSpPr>
            <a:spLocks noGrp="1"/>
          </p:cNvSpPr>
          <p:nvPr>
            <p:ph type="body" sz="quarter" idx="36" hasCustomPrompt="1"/>
          </p:nvPr>
        </p:nvSpPr>
        <p:spPr>
          <a:xfrm>
            <a:off x="2783738" y="5402972"/>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57" name="Espace réservé du texte 4">
            <a:extLst>
              <a:ext uri="{FF2B5EF4-FFF2-40B4-BE49-F238E27FC236}">
                <a16:creationId xmlns:a16="http://schemas.microsoft.com/office/drawing/2014/main" id="{EA83AEF1-AD7D-E2CD-6153-7414581DC970}"/>
              </a:ext>
            </a:extLst>
          </p:cNvPr>
          <p:cNvSpPr>
            <a:spLocks noGrp="1"/>
          </p:cNvSpPr>
          <p:nvPr>
            <p:ph type="body" sz="quarter" idx="37" hasCustomPrompt="1"/>
          </p:nvPr>
        </p:nvSpPr>
        <p:spPr>
          <a:xfrm>
            <a:off x="2783738" y="5637922"/>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58" name="Espace réservé du texte 4">
            <a:extLst>
              <a:ext uri="{FF2B5EF4-FFF2-40B4-BE49-F238E27FC236}">
                <a16:creationId xmlns:a16="http://schemas.microsoft.com/office/drawing/2014/main" id="{BC49F83D-38EB-ECD9-3B44-31073CF08EEB}"/>
              </a:ext>
            </a:extLst>
          </p:cNvPr>
          <p:cNvSpPr>
            <a:spLocks noGrp="1"/>
          </p:cNvSpPr>
          <p:nvPr>
            <p:ph type="body" sz="quarter" idx="38" hasCustomPrompt="1"/>
          </p:nvPr>
        </p:nvSpPr>
        <p:spPr>
          <a:xfrm>
            <a:off x="2783738" y="5877856"/>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59" name="Ellipse 58">
            <a:extLst>
              <a:ext uri="{FF2B5EF4-FFF2-40B4-BE49-F238E27FC236}">
                <a16:creationId xmlns:a16="http://schemas.microsoft.com/office/drawing/2014/main" id="{20703D3C-A5BB-7DF8-1CCA-38FFC0946FE8}"/>
              </a:ext>
            </a:extLst>
          </p:cNvPr>
          <p:cNvSpPr/>
          <p:nvPr userDrawn="1"/>
        </p:nvSpPr>
        <p:spPr>
          <a:xfrm>
            <a:off x="7460561" y="3815451"/>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Espace réservé pour une image  25">
            <a:extLst>
              <a:ext uri="{FF2B5EF4-FFF2-40B4-BE49-F238E27FC236}">
                <a16:creationId xmlns:a16="http://schemas.microsoft.com/office/drawing/2014/main" id="{9216B8B0-3C55-0582-1D77-4FF0283EBDF3}"/>
              </a:ext>
            </a:extLst>
          </p:cNvPr>
          <p:cNvSpPr>
            <a:spLocks noGrp="1"/>
          </p:cNvSpPr>
          <p:nvPr>
            <p:ph type="pic" sz="quarter" idx="39" hasCustomPrompt="1"/>
          </p:nvPr>
        </p:nvSpPr>
        <p:spPr>
          <a:xfrm>
            <a:off x="7516096" y="3870529"/>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61" name="Espace réservé du texte 4">
            <a:extLst>
              <a:ext uri="{FF2B5EF4-FFF2-40B4-BE49-F238E27FC236}">
                <a16:creationId xmlns:a16="http://schemas.microsoft.com/office/drawing/2014/main" id="{FEF31D0E-5EBC-320A-94DA-852AB826E15B}"/>
              </a:ext>
            </a:extLst>
          </p:cNvPr>
          <p:cNvSpPr>
            <a:spLocks noGrp="1"/>
          </p:cNvSpPr>
          <p:nvPr>
            <p:ph type="body" sz="quarter" idx="40" hasCustomPrompt="1"/>
          </p:nvPr>
        </p:nvSpPr>
        <p:spPr>
          <a:xfrm>
            <a:off x="6983312" y="5402972"/>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62" name="Espace réservé du texte 4">
            <a:extLst>
              <a:ext uri="{FF2B5EF4-FFF2-40B4-BE49-F238E27FC236}">
                <a16:creationId xmlns:a16="http://schemas.microsoft.com/office/drawing/2014/main" id="{C541888C-BFFD-2E20-DC57-E81105BD52DD}"/>
              </a:ext>
            </a:extLst>
          </p:cNvPr>
          <p:cNvSpPr>
            <a:spLocks noGrp="1"/>
          </p:cNvSpPr>
          <p:nvPr>
            <p:ph type="body" sz="quarter" idx="41" hasCustomPrompt="1"/>
          </p:nvPr>
        </p:nvSpPr>
        <p:spPr>
          <a:xfrm>
            <a:off x="6983312" y="5637922"/>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63" name="Espace réservé du texte 4">
            <a:extLst>
              <a:ext uri="{FF2B5EF4-FFF2-40B4-BE49-F238E27FC236}">
                <a16:creationId xmlns:a16="http://schemas.microsoft.com/office/drawing/2014/main" id="{52CCEA5B-8121-3D03-307E-44A805F9A67D}"/>
              </a:ext>
            </a:extLst>
          </p:cNvPr>
          <p:cNvSpPr>
            <a:spLocks noGrp="1"/>
          </p:cNvSpPr>
          <p:nvPr>
            <p:ph type="body" sz="quarter" idx="42" hasCustomPrompt="1"/>
          </p:nvPr>
        </p:nvSpPr>
        <p:spPr>
          <a:xfrm>
            <a:off x="6983312" y="5877856"/>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Tree>
    <p:extLst>
      <p:ext uri="{BB962C8B-B14F-4D97-AF65-F5344CB8AC3E}">
        <p14:creationId xmlns:p14="http://schemas.microsoft.com/office/powerpoint/2010/main" val="13055200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x6 speaker (with anim)">
    <p:bg>
      <p:bgPr>
        <a:solidFill>
          <a:schemeClr val="tx1"/>
        </a:solidFill>
        <a:effectLst/>
      </p:bgPr>
    </p:bg>
    <p:spTree>
      <p:nvGrpSpPr>
        <p:cNvPr id="1" name=""/>
        <p:cNvGrpSpPr/>
        <p:nvPr/>
      </p:nvGrpSpPr>
      <p:grpSpPr>
        <a:xfrm>
          <a:off x="0" y="0"/>
          <a:ext cx="0" cy="0"/>
          <a:chOff x="0" y="0"/>
          <a:chExt cx="0" cy="0"/>
        </a:xfrm>
      </p:grpSpPr>
      <p:grpSp>
        <p:nvGrpSpPr>
          <p:cNvPr id="19" name="Groupe 18">
            <a:extLst>
              <a:ext uri="{FF2B5EF4-FFF2-40B4-BE49-F238E27FC236}">
                <a16:creationId xmlns:a16="http://schemas.microsoft.com/office/drawing/2014/main" id="{5B396E04-B08C-B40B-643E-839D17E05DE3}"/>
              </a:ext>
            </a:extLst>
          </p:cNvPr>
          <p:cNvGrpSpPr/>
          <p:nvPr userDrawn="1"/>
        </p:nvGrpSpPr>
        <p:grpSpPr>
          <a:xfrm flipV="1">
            <a:off x="3629025" y="3196989"/>
            <a:ext cx="4933950" cy="349724"/>
            <a:chOff x="-822961" y="1623523"/>
            <a:chExt cx="9204962" cy="652458"/>
          </a:xfrm>
        </p:grpSpPr>
        <p:grpSp>
          <p:nvGrpSpPr>
            <p:cNvPr id="20" name="Groupe 19">
              <a:extLst>
                <a:ext uri="{FF2B5EF4-FFF2-40B4-BE49-F238E27FC236}">
                  <a16:creationId xmlns:a16="http://schemas.microsoft.com/office/drawing/2014/main" id="{7E77F10C-634C-6B34-7AC6-2EA169E2A683}"/>
                </a:ext>
              </a:extLst>
            </p:cNvPr>
            <p:cNvGrpSpPr/>
            <p:nvPr/>
          </p:nvGrpSpPr>
          <p:grpSpPr>
            <a:xfrm>
              <a:off x="3809999" y="1623523"/>
              <a:ext cx="4572002" cy="652458"/>
              <a:chOff x="4334509" y="3333039"/>
              <a:chExt cx="4259583" cy="607874"/>
            </a:xfrm>
            <a:solidFill>
              <a:schemeClr val="tx2"/>
            </a:solidFill>
          </p:grpSpPr>
          <p:pic>
            <p:nvPicPr>
              <p:cNvPr id="25" name="Graphique 24">
                <a:extLst>
                  <a:ext uri="{FF2B5EF4-FFF2-40B4-BE49-F238E27FC236}">
                    <a16:creationId xmlns:a16="http://schemas.microsoft.com/office/drawing/2014/main" id="{C746D939-47B9-24DA-C74F-48F7972188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33" name="Graphique 32">
                <a:extLst>
                  <a:ext uri="{FF2B5EF4-FFF2-40B4-BE49-F238E27FC236}">
                    <a16:creationId xmlns:a16="http://schemas.microsoft.com/office/drawing/2014/main" id="{29E8AFE4-1965-CD73-C67C-E185F02DFF9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nvGrpSpPr>
            <p:cNvPr id="21" name="Groupe 20">
              <a:extLst>
                <a:ext uri="{FF2B5EF4-FFF2-40B4-BE49-F238E27FC236}">
                  <a16:creationId xmlns:a16="http://schemas.microsoft.com/office/drawing/2014/main" id="{F74417B5-1722-2C81-2A8A-9C5FE9775797}"/>
                </a:ext>
              </a:extLst>
            </p:cNvPr>
            <p:cNvGrpSpPr/>
            <p:nvPr/>
          </p:nvGrpSpPr>
          <p:grpSpPr>
            <a:xfrm>
              <a:off x="-822961" y="1623523"/>
              <a:ext cx="4572002" cy="652458"/>
              <a:chOff x="4334509" y="3333039"/>
              <a:chExt cx="4259583" cy="607874"/>
            </a:xfrm>
            <a:solidFill>
              <a:schemeClr val="tx2"/>
            </a:solidFill>
          </p:grpSpPr>
          <p:pic>
            <p:nvPicPr>
              <p:cNvPr id="23" name="Graphique 22">
                <a:extLst>
                  <a:ext uri="{FF2B5EF4-FFF2-40B4-BE49-F238E27FC236}">
                    <a16:creationId xmlns:a16="http://schemas.microsoft.com/office/drawing/2014/main" id="{4A27BB6A-226A-3FD9-A388-075ED72525E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24" name="Graphique 23">
                <a:extLst>
                  <a:ext uri="{FF2B5EF4-FFF2-40B4-BE49-F238E27FC236}">
                    <a16:creationId xmlns:a16="http://schemas.microsoft.com/office/drawing/2014/main" id="{51991A35-DEA2-CAC4-6BD2-5BDA963B77A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sp>
        <p:nvSpPr>
          <p:cNvPr id="45" name="Rectangle 44">
            <a:extLst>
              <a:ext uri="{FF2B5EF4-FFF2-40B4-BE49-F238E27FC236}">
                <a16:creationId xmlns:a16="http://schemas.microsoft.com/office/drawing/2014/main" id="{52B30E73-4B62-1EA1-9324-A949C5B9A584}"/>
              </a:ext>
            </a:extLst>
          </p:cNvPr>
          <p:cNvSpPr/>
          <p:nvPr userDrawn="1"/>
        </p:nvSpPr>
        <p:spPr>
          <a:xfrm flipH="1">
            <a:off x="6886573" y="2924745"/>
            <a:ext cx="5305425"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8BB3A15D-E333-AF18-9D35-B6D2B7AE1160}"/>
              </a:ext>
            </a:extLst>
          </p:cNvPr>
          <p:cNvSpPr/>
          <p:nvPr userDrawn="1"/>
        </p:nvSpPr>
        <p:spPr>
          <a:xfrm>
            <a:off x="0" y="2924745"/>
            <a:ext cx="5305424"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Graphique 2">
            <a:extLst>
              <a:ext uri="{FF2B5EF4-FFF2-40B4-BE49-F238E27FC236}">
                <a16:creationId xmlns:a16="http://schemas.microsoft.com/office/drawing/2014/main" id="{E2D430C7-B687-BF0D-FE35-515C37426E03}"/>
              </a:ext>
            </a:extLst>
          </p:cNvPr>
          <p:cNvSpPr>
            <a:spLocks/>
          </p:cNvSpPr>
          <p:nvPr userDrawn="1"/>
        </p:nvSpPr>
        <p:spPr>
          <a:xfrm rot="16200000">
            <a:off x="9409266" y="3882473"/>
            <a:ext cx="2701930" cy="233996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22" name="Ellipse 21">
            <a:extLst>
              <a:ext uri="{FF2B5EF4-FFF2-40B4-BE49-F238E27FC236}">
                <a16:creationId xmlns:a16="http://schemas.microsoft.com/office/drawing/2014/main" id="{0880D9A7-D3DC-ECF1-9907-880828EBD7E0}"/>
              </a:ext>
            </a:extLst>
          </p:cNvPr>
          <p:cNvSpPr/>
          <p:nvPr userDrawn="1"/>
        </p:nvSpPr>
        <p:spPr>
          <a:xfrm>
            <a:off x="1984308" y="602312"/>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space réservé pour une image  25">
            <a:extLst>
              <a:ext uri="{FF2B5EF4-FFF2-40B4-BE49-F238E27FC236}">
                <a16:creationId xmlns:a16="http://schemas.microsoft.com/office/drawing/2014/main" id="{056FFB86-5F45-E063-0B92-AA7D89BA20E6}"/>
              </a:ext>
            </a:extLst>
          </p:cNvPr>
          <p:cNvSpPr>
            <a:spLocks noGrp="1"/>
          </p:cNvSpPr>
          <p:nvPr>
            <p:ph type="pic" sz="quarter" idx="11" hasCustomPrompt="1"/>
          </p:nvPr>
        </p:nvSpPr>
        <p:spPr>
          <a:xfrm>
            <a:off x="2039843" y="657390"/>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27" name="Espace réservé du texte 4">
            <a:extLst>
              <a:ext uri="{FF2B5EF4-FFF2-40B4-BE49-F238E27FC236}">
                <a16:creationId xmlns:a16="http://schemas.microsoft.com/office/drawing/2014/main" id="{CE04097C-808E-6780-92DB-14BBD1F50CB0}"/>
              </a:ext>
            </a:extLst>
          </p:cNvPr>
          <p:cNvSpPr>
            <a:spLocks noGrp="1"/>
          </p:cNvSpPr>
          <p:nvPr>
            <p:ph type="body" sz="quarter" idx="13" hasCustomPrompt="1"/>
          </p:nvPr>
        </p:nvSpPr>
        <p:spPr>
          <a:xfrm>
            <a:off x="1507059" y="2189833"/>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28" name="Espace réservé du texte 4">
            <a:extLst>
              <a:ext uri="{FF2B5EF4-FFF2-40B4-BE49-F238E27FC236}">
                <a16:creationId xmlns:a16="http://schemas.microsoft.com/office/drawing/2014/main" id="{676D0FFF-F426-FAC2-B0E4-C9285F97D3A0}"/>
              </a:ext>
            </a:extLst>
          </p:cNvPr>
          <p:cNvSpPr>
            <a:spLocks noGrp="1"/>
          </p:cNvSpPr>
          <p:nvPr>
            <p:ph type="body" sz="quarter" idx="14" hasCustomPrompt="1"/>
          </p:nvPr>
        </p:nvSpPr>
        <p:spPr>
          <a:xfrm>
            <a:off x="1507059" y="2421608"/>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29" name="Ellipse 28">
            <a:extLst>
              <a:ext uri="{FF2B5EF4-FFF2-40B4-BE49-F238E27FC236}">
                <a16:creationId xmlns:a16="http://schemas.microsoft.com/office/drawing/2014/main" id="{00C1E6D3-1F66-E378-59C9-F9A4B6779615}"/>
              </a:ext>
            </a:extLst>
          </p:cNvPr>
          <p:cNvSpPr/>
          <p:nvPr userDrawn="1"/>
        </p:nvSpPr>
        <p:spPr>
          <a:xfrm>
            <a:off x="8816387" y="602312"/>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space réservé pour une image  25">
            <a:extLst>
              <a:ext uri="{FF2B5EF4-FFF2-40B4-BE49-F238E27FC236}">
                <a16:creationId xmlns:a16="http://schemas.microsoft.com/office/drawing/2014/main" id="{FF751E7E-B219-3C60-3AB7-04A0FA08005C}"/>
              </a:ext>
            </a:extLst>
          </p:cNvPr>
          <p:cNvSpPr>
            <a:spLocks noGrp="1"/>
          </p:cNvSpPr>
          <p:nvPr>
            <p:ph type="pic" sz="quarter" idx="15" hasCustomPrompt="1"/>
          </p:nvPr>
        </p:nvSpPr>
        <p:spPr>
          <a:xfrm>
            <a:off x="8871922" y="657390"/>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31" name="Espace réservé du texte 4">
            <a:extLst>
              <a:ext uri="{FF2B5EF4-FFF2-40B4-BE49-F238E27FC236}">
                <a16:creationId xmlns:a16="http://schemas.microsoft.com/office/drawing/2014/main" id="{CA5C2EB2-86E9-8448-7C2D-41CFDFB58E20}"/>
              </a:ext>
            </a:extLst>
          </p:cNvPr>
          <p:cNvSpPr>
            <a:spLocks noGrp="1"/>
          </p:cNvSpPr>
          <p:nvPr>
            <p:ph type="body" sz="quarter" idx="16" hasCustomPrompt="1"/>
          </p:nvPr>
        </p:nvSpPr>
        <p:spPr>
          <a:xfrm>
            <a:off x="8339138" y="2189833"/>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32" name="Espace réservé du texte 4">
            <a:extLst>
              <a:ext uri="{FF2B5EF4-FFF2-40B4-BE49-F238E27FC236}">
                <a16:creationId xmlns:a16="http://schemas.microsoft.com/office/drawing/2014/main" id="{7861C6B7-6703-B9AC-6F55-CC984887C4F0}"/>
              </a:ext>
            </a:extLst>
          </p:cNvPr>
          <p:cNvSpPr>
            <a:spLocks noGrp="1"/>
          </p:cNvSpPr>
          <p:nvPr>
            <p:ph type="body" sz="quarter" idx="17" hasCustomPrompt="1"/>
          </p:nvPr>
        </p:nvSpPr>
        <p:spPr>
          <a:xfrm>
            <a:off x="8339138" y="2421608"/>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7" name="Ellipse 6">
            <a:extLst>
              <a:ext uri="{FF2B5EF4-FFF2-40B4-BE49-F238E27FC236}">
                <a16:creationId xmlns:a16="http://schemas.microsoft.com/office/drawing/2014/main" id="{FF522DD6-12CA-771D-2F36-18B47D8DC9D7}"/>
              </a:ext>
            </a:extLst>
          </p:cNvPr>
          <p:cNvSpPr/>
          <p:nvPr userDrawn="1"/>
        </p:nvSpPr>
        <p:spPr>
          <a:xfrm>
            <a:off x="1984308" y="4044296"/>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space réservé pour une image  25">
            <a:extLst>
              <a:ext uri="{FF2B5EF4-FFF2-40B4-BE49-F238E27FC236}">
                <a16:creationId xmlns:a16="http://schemas.microsoft.com/office/drawing/2014/main" id="{B29450E7-C933-BEEE-41D2-8BE66F9D938D}"/>
              </a:ext>
            </a:extLst>
          </p:cNvPr>
          <p:cNvSpPr>
            <a:spLocks noGrp="1"/>
          </p:cNvSpPr>
          <p:nvPr>
            <p:ph type="pic" sz="quarter" idx="18" hasCustomPrompt="1"/>
          </p:nvPr>
        </p:nvSpPr>
        <p:spPr>
          <a:xfrm>
            <a:off x="2039843" y="4099374"/>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13" name="Espace réservé du texte 4">
            <a:extLst>
              <a:ext uri="{FF2B5EF4-FFF2-40B4-BE49-F238E27FC236}">
                <a16:creationId xmlns:a16="http://schemas.microsoft.com/office/drawing/2014/main" id="{B1988F02-5517-2A2F-0643-7651229BB6BA}"/>
              </a:ext>
            </a:extLst>
          </p:cNvPr>
          <p:cNvSpPr>
            <a:spLocks noGrp="1"/>
          </p:cNvSpPr>
          <p:nvPr>
            <p:ph type="body" sz="quarter" idx="19" hasCustomPrompt="1"/>
          </p:nvPr>
        </p:nvSpPr>
        <p:spPr>
          <a:xfrm>
            <a:off x="1507059" y="5631817"/>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14" name="Espace réservé du texte 4">
            <a:extLst>
              <a:ext uri="{FF2B5EF4-FFF2-40B4-BE49-F238E27FC236}">
                <a16:creationId xmlns:a16="http://schemas.microsoft.com/office/drawing/2014/main" id="{C344E7A0-EFBE-5C78-53BC-62319CB47F78}"/>
              </a:ext>
            </a:extLst>
          </p:cNvPr>
          <p:cNvSpPr>
            <a:spLocks noGrp="1"/>
          </p:cNvSpPr>
          <p:nvPr>
            <p:ph type="body" sz="quarter" idx="20" hasCustomPrompt="1"/>
          </p:nvPr>
        </p:nvSpPr>
        <p:spPr>
          <a:xfrm>
            <a:off x="1507059" y="5869942"/>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15" name="Ellipse 14">
            <a:extLst>
              <a:ext uri="{FF2B5EF4-FFF2-40B4-BE49-F238E27FC236}">
                <a16:creationId xmlns:a16="http://schemas.microsoft.com/office/drawing/2014/main" id="{B99B7AC1-D0EB-B725-2CB1-243F27907E7A}"/>
              </a:ext>
            </a:extLst>
          </p:cNvPr>
          <p:cNvSpPr/>
          <p:nvPr userDrawn="1"/>
        </p:nvSpPr>
        <p:spPr>
          <a:xfrm>
            <a:off x="8816387" y="4044296"/>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space réservé pour une image  25">
            <a:extLst>
              <a:ext uri="{FF2B5EF4-FFF2-40B4-BE49-F238E27FC236}">
                <a16:creationId xmlns:a16="http://schemas.microsoft.com/office/drawing/2014/main" id="{1FE7C43C-6BDC-4E1C-52C5-AB0C639FACB3}"/>
              </a:ext>
            </a:extLst>
          </p:cNvPr>
          <p:cNvSpPr>
            <a:spLocks noGrp="1"/>
          </p:cNvSpPr>
          <p:nvPr>
            <p:ph type="pic" sz="quarter" idx="21" hasCustomPrompt="1"/>
          </p:nvPr>
        </p:nvSpPr>
        <p:spPr>
          <a:xfrm>
            <a:off x="8871922" y="4099374"/>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17" name="Espace réservé du texte 4">
            <a:extLst>
              <a:ext uri="{FF2B5EF4-FFF2-40B4-BE49-F238E27FC236}">
                <a16:creationId xmlns:a16="http://schemas.microsoft.com/office/drawing/2014/main" id="{492E0895-5B9D-D8F4-6138-04608B1CF903}"/>
              </a:ext>
            </a:extLst>
          </p:cNvPr>
          <p:cNvSpPr>
            <a:spLocks noGrp="1"/>
          </p:cNvSpPr>
          <p:nvPr>
            <p:ph type="body" sz="quarter" idx="22" hasCustomPrompt="1"/>
          </p:nvPr>
        </p:nvSpPr>
        <p:spPr>
          <a:xfrm>
            <a:off x="8339138" y="5631817"/>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18" name="Espace réservé du texte 4">
            <a:extLst>
              <a:ext uri="{FF2B5EF4-FFF2-40B4-BE49-F238E27FC236}">
                <a16:creationId xmlns:a16="http://schemas.microsoft.com/office/drawing/2014/main" id="{CC04EFD5-DD4C-6D52-CB64-AC6FDABF0B09}"/>
              </a:ext>
            </a:extLst>
          </p:cNvPr>
          <p:cNvSpPr>
            <a:spLocks noGrp="1"/>
          </p:cNvSpPr>
          <p:nvPr>
            <p:ph type="body" sz="quarter" idx="23" hasCustomPrompt="1"/>
          </p:nvPr>
        </p:nvSpPr>
        <p:spPr>
          <a:xfrm>
            <a:off x="8339138" y="5869942"/>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37" name="Ellipse 36">
            <a:extLst>
              <a:ext uri="{FF2B5EF4-FFF2-40B4-BE49-F238E27FC236}">
                <a16:creationId xmlns:a16="http://schemas.microsoft.com/office/drawing/2014/main" id="{C96D0E39-D4DC-B5F1-DB18-0A0C74652808}"/>
              </a:ext>
            </a:extLst>
          </p:cNvPr>
          <p:cNvSpPr/>
          <p:nvPr userDrawn="1"/>
        </p:nvSpPr>
        <p:spPr>
          <a:xfrm>
            <a:off x="5403607" y="602312"/>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Espace réservé pour une image  25">
            <a:extLst>
              <a:ext uri="{FF2B5EF4-FFF2-40B4-BE49-F238E27FC236}">
                <a16:creationId xmlns:a16="http://schemas.microsoft.com/office/drawing/2014/main" id="{E1F82515-F602-4AAC-B84B-9D6858B51E88}"/>
              </a:ext>
            </a:extLst>
          </p:cNvPr>
          <p:cNvSpPr>
            <a:spLocks noGrp="1"/>
          </p:cNvSpPr>
          <p:nvPr>
            <p:ph type="pic" sz="quarter" idx="24" hasCustomPrompt="1"/>
          </p:nvPr>
        </p:nvSpPr>
        <p:spPr>
          <a:xfrm>
            <a:off x="5459142" y="657390"/>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39" name="Espace réservé du texte 4">
            <a:extLst>
              <a:ext uri="{FF2B5EF4-FFF2-40B4-BE49-F238E27FC236}">
                <a16:creationId xmlns:a16="http://schemas.microsoft.com/office/drawing/2014/main" id="{6D28FEDA-563B-D894-CF7D-40ED27CF7807}"/>
              </a:ext>
            </a:extLst>
          </p:cNvPr>
          <p:cNvSpPr>
            <a:spLocks noGrp="1"/>
          </p:cNvSpPr>
          <p:nvPr>
            <p:ph type="body" sz="quarter" idx="25" hasCustomPrompt="1"/>
          </p:nvPr>
        </p:nvSpPr>
        <p:spPr>
          <a:xfrm>
            <a:off x="4926358" y="2189833"/>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40" name="Espace réservé du texte 4">
            <a:extLst>
              <a:ext uri="{FF2B5EF4-FFF2-40B4-BE49-F238E27FC236}">
                <a16:creationId xmlns:a16="http://schemas.microsoft.com/office/drawing/2014/main" id="{049B9D3A-D505-5E8B-3CFD-6536BBEE74D8}"/>
              </a:ext>
            </a:extLst>
          </p:cNvPr>
          <p:cNvSpPr>
            <a:spLocks noGrp="1"/>
          </p:cNvSpPr>
          <p:nvPr>
            <p:ph type="body" sz="quarter" idx="26" hasCustomPrompt="1"/>
          </p:nvPr>
        </p:nvSpPr>
        <p:spPr>
          <a:xfrm>
            <a:off x="4926358" y="2421608"/>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41" name="Ellipse 40">
            <a:extLst>
              <a:ext uri="{FF2B5EF4-FFF2-40B4-BE49-F238E27FC236}">
                <a16:creationId xmlns:a16="http://schemas.microsoft.com/office/drawing/2014/main" id="{D987B1B1-95A8-17B5-16EC-94CBC6771107}"/>
              </a:ext>
            </a:extLst>
          </p:cNvPr>
          <p:cNvSpPr/>
          <p:nvPr userDrawn="1"/>
        </p:nvSpPr>
        <p:spPr>
          <a:xfrm>
            <a:off x="5403607" y="4044296"/>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Espace réservé pour une image  25">
            <a:extLst>
              <a:ext uri="{FF2B5EF4-FFF2-40B4-BE49-F238E27FC236}">
                <a16:creationId xmlns:a16="http://schemas.microsoft.com/office/drawing/2014/main" id="{F0B9AA15-E1D7-A6B3-4A62-4D2EADAEA7FC}"/>
              </a:ext>
            </a:extLst>
          </p:cNvPr>
          <p:cNvSpPr>
            <a:spLocks noGrp="1"/>
          </p:cNvSpPr>
          <p:nvPr>
            <p:ph type="pic" sz="quarter" idx="27" hasCustomPrompt="1"/>
          </p:nvPr>
        </p:nvSpPr>
        <p:spPr>
          <a:xfrm>
            <a:off x="5459142" y="4099374"/>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43" name="Espace réservé du texte 4">
            <a:extLst>
              <a:ext uri="{FF2B5EF4-FFF2-40B4-BE49-F238E27FC236}">
                <a16:creationId xmlns:a16="http://schemas.microsoft.com/office/drawing/2014/main" id="{A1ED2A44-9B11-3C7E-DF7E-94961DA86414}"/>
              </a:ext>
            </a:extLst>
          </p:cNvPr>
          <p:cNvSpPr>
            <a:spLocks noGrp="1"/>
          </p:cNvSpPr>
          <p:nvPr>
            <p:ph type="body" sz="quarter" idx="28" hasCustomPrompt="1"/>
          </p:nvPr>
        </p:nvSpPr>
        <p:spPr>
          <a:xfrm>
            <a:off x="4926358" y="5631817"/>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44" name="Espace réservé du texte 4">
            <a:extLst>
              <a:ext uri="{FF2B5EF4-FFF2-40B4-BE49-F238E27FC236}">
                <a16:creationId xmlns:a16="http://schemas.microsoft.com/office/drawing/2014/main" id="{EF7CD025-F7D3-0ECC-1827-79BD24BBAAE4}"/>
              </a:ext>
            </a:extLst>
          </p:cNvPr>
          <p:cNvSpPr>
            <a:spLocks noGrp="1"/>
          </p:cNvSpPr>
          <p:nvPr>
            <p:ph type="body" sz="quarter" idx="29" hasCustomPrompt="1"/>
          </p:nvPr>
        </p:nvSpPr>
        <p:spPr>
          <a:xfrm>
            <a:off x="4926358" y="5869942"/>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47" name="Espace réservé du texte 4">
            <a:extLst>
              <a:ext uri="{FF2B5EF4-FFF2-40B4-BE49-F238E27FC236}">
                <a16:creationId xmlns:a16="http://schemas.microsoft.com/office/drawing/2014/main" id="{71F38B67-3461-8182-D90F-29BADC31A387}"/>
              </a:ext>
            </a:extLst>
          </p:cNvPr>
          <p:cNvSpPr>
            <a:spLocks noGrp="1"/>
          </p:cNvSpPr>
          <p:nvPr>
            <p:ph type="body" sz="quarter" idx="30" hasCustomPrompt="1"/>
          </p:nvPr>
        </p:nvSpPr>
        <p:spPr>
          <a:xfrm>
            <a:off x="1507059" y="2643326"/>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48" name="Espace réservé du texte 4">
            <a:extLst>
              <a:ext uri="{FF2B5EF4-FFF2-40B4-BE49-F238E27FC236}">
                <a16:creationId xmlns:a16="http://schemas.microsoft.com/office/drawing/2014/main" id="{43C8E1D9-E0E4-B24E-9F61-52FA0CD0D129}"/>
              </a:ext>
            </a:extLst>
          </p:cNvPr>
          <p:cNvSpPr>
            <a:spLocks noGrp="1"/>
          </p:cNvSpPr>
          <p:nvPr>
            <p:ph type="body" sz="quarter" idx="31" hasCustomPrompt="1"/>
          </p:nvPr>
        </p:nvSpPr>
        <p:spPr>
          <a:xfrm>
            <a:off x="4926358" y="2643326"/>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49" name="Espace réservé du texte 4">
            <a:extLst>
              <a:ext uri="{FF2B5EF4-FFF2-40B4-BE49-F238E27FC236}">
                <a16:creationId xmlns:a16="http://schemas.microsoft.com/office/drawing/2014/main" id="{B7B441BD-97C6-6DA4-DDE1-5010ADB87478}"/>
              </a:ext>
            </a:extLst>
          </p:cNvPr>
          <p:cNvSpPr>
            <a:spLocks noGrp="1"/>
          </p:cNvSpPr>
          <p:nvPr>
            <p:ph type="body" sz="quarter" idx="32" hasCustomPrompt="1"/>
          </p:nvPr>
        </p:nvSpPr>
        <p:spPr>
          <a:xfrm>
            <a:off x="8339138" y="2643326"/>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50" name="Espace réservé du texte 4">
            <a:extLst>
              <a:ext uri="{FF2B5EF4-FFF2-40B4-BE49-F238E27FC236}">
                <a16:creationId xmlns:a16="http://schemas.microsoft.com/office/drawing/2014/main" id="{8F4A9E8D-B888-4391-C8DA-73F6CF22BF65}"/>
              </a:ext>
            </a:extLst>
          </p:cNvPr>
          <p:cNvSpPr>
            <a:spLocks noGrp="1"/>
          </p:cNvSpPr>
          <p:nvPr>
            <p:ph type="body" sz="quarter" idx="33" hasCustomPrompt="1"/>
          </p:nvPr>
        </p:nvSpPr>
        <p:spPr>
          <a:xfrm>
            <a:off x="1507059" y="6085026"/>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51" name="Espace réservé du texte 4">
            <a:extLst>
              <a:ext uri="{FF2B5EF4-FFF2-40B4-BE49-F238E27FC236}">
                <a16:creationId xmlns:a16="http://schemas.microsoft.com/office/drawing/2014/main" id="{61D52B9E-DFDD-397F-5A73-60154D0B3ACB}"/>
              </a:ext>
            </a:extLst>
          </p:cNvPr>
          <p:cNvSpPr>
            <a:spLocks noGrp="1"/>
          </p:cNvSpPr>
          <p:nvPr>
            <p:ph type="body" sz="quarter" idx="34" hasCustomPrompt="1"/>
          </p:nvPr>
        </p:nvSpPr>
        <p:spPr>
          <a:xfrm>
            <a:off x="4926358" y="6085026"/>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52" name="Espace réservé du texte 4">
            <a:extLst>
              <a:ext uri="{FF2B5EF4-FFF2-40B4-BE49-F238E27FC236}">
                <a16:creationId xmlns:a16="http://schemas.microsoft.com/office/drawing/2014/main" id="{59FFAC1F-83D6-0907-F9EC-854A5DFE03B7}"/>
              </a:ext>
            </a:extLst>
          </p:cNvPr>
          <p:cNvSpPr>
            <a:spLocks noGrp="1"/>
          </p:cNvSpPr>
          <p:nvPr>
            <p:ph type="body" sz="quarter" idx="35" hasCustomPrompt="1"/>
          </p:nvPr>
        </p:nvSpPr>
        <p:spPr>
          <a:xfrm>
            <a:off x="8339138" y="6085026"/>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53" name="Forme libre : forme 52">
            <a:extLst>
              <a:ext uri="{FF2B5EF4-FFF2-40B4-BE49-F238E27FC236}">
                <a16:creationId xmlns:a16="http://schemas.microsoft.com/office/drawing/2014/main" id="{7E5B59B7-F7BC-F6CA-9574-F12D2F3B0132}"/>
              </a:ext>
            </a:extLst>
          </p:cNvPr>
          <p:cNvSpPr>
            <a:spLocks/>
          </p:cNvSpPr>
          <p:nvPr userDrawn="1"/>
        </p:nvSpPr>
        <p:spPr>
          <a:xfrm rot="16200000">
            <a:off x="-691774" y="836767"/>
            <a:ext cx="2152612" cy="769063"/>
          </a:xfrm>
          <a:custGeom>
            <a:avLst/>
            <a:gdLst>
              <a:gd name="connsiteX0" fmla="*/ 2152612 w 2152612"/>
              <a:gd name="connsiteY0" fmla="*/ 769063 h 769063"/>
              <a:gd name="connsiteX1" fmla="*/ 1076306 w 2152612"/>
              <a:gd name="connsiteY1" fmla="*/ 769063 h 769063"/>
              <a:gd name="connsiteX2" fmla="*/ 0 w 2152612"/>
              <a:gd name="connsiteY2" fmla="*/ 769063 h 769063"/>
              <a:gd name="connsiteX3" fmla="*/ 443981 w 2152612"/>
              <a:gd name="connsiteY3" fmla="*/ 0 h 769063"/>
              <a:gd name="connsiteX4" fmla="*/ 1708562 w 2152612"/>
              <a:gd name="connsiteY4" fmla="*/ 0 h 769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2612" h="769063">
                <a:moveTo>
                  <a:pt x="2152612" y="769063"/>
                </a:moveTo>
                <a:lnTo>
                  <a:pt x="1076306" y="769063"/>
                </a:lnTo>
                <a:lnTo>
                  <a:pt x="0" y="769063"/>
                </a:lnTo>
                <a:lnTo>
                  <a:pt x="443981" y="0"/>
                </a:lnTo>
                <a:lnTo>
                  <a:pt x="1708562"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grpSp>
        <p:nvGrpSpPr>
          <p:cNvPr id="61" name="Groupe 60">
            <a:extLst>
              <a:ext uri="{FF2B5EF4-FFF2-40B4-BE49-F238E27FC236}">
                <a16:creationId xmlns:a16="http://schemas.microsoft.com/office/drawing/2014/main" id="{C3FCB0CD-840B-C670-5EFE-AAB6D793B4E8}"/>
              </a:ext>
            </a:extLst>
          </p:cNvPr>
          <p:cNvGrpSpPr/>
          <p:nvPr userDrawn="1"/>
        </p:nvGrpSpPr>
        <p:grpSpPr>
          <a:xfrm>
            <a:off x="5798820" y="3131820"/>
            <a:ext cx="594360" cy="594360"/>
            <a:chOff x="5798820" y="386370"/>
            <a:chExt cx="594360" cy="594360"/>
          </a:xfrm>
        </p:grpSpPr>
        <p:sp>
          <p:nvSpPr>
            <p:cNvPr id="62" name="Ellipse 61">
              <a:extLst>
                <a:ext uri="{FF2B5EF4-FFF2-40B4-BE49-F238E27FC236}">
                  <a16:creationId xmlns:a16="http://schemas.microsoft.com/office/drawing/2014/main" id="{8AA84C6E-0151-7120-FABD-0F2F22218A50}"/>
                </a:ext>
              </a:extLst>
            </p:cNvPr>
            <p:cNvSpPr/>
            <p:nvPr userDrawn="1"/>
          </p:nvSpPr>
          <p:spPr>
            <a:xfrm>
              <a:off x="5798820" y="386370"/>
              <a:ext cx="594360" cy="594360"/>
            </a:xfrm>
            <a:prstGeom prst="ellipse">
              <a:avLst/>
            </a:prstGeom>
            <a:solidFill>
              <a:schemeClr val="bg2"/>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3" name="Groupe 62">
              <a:extLst>
                <a:ext uri="{FF2B5EF4-FFF2-40B4-BE49-F238E27FC236}">
                  <a16:creationId xmlns:a16="http://schemas.microsoft.com/office/drawing/2014/main" id="{FC09837F-1403-C963-2DE8-48E69CEC8C03}"/>
                </a:ext>
              </a:extLst>
            </p:cNvPr>
            <p:cNvGrpSpPr/>
            <p:nvPr userDrawn="1"/>
          </p:nvGrpSpPr>
          <p:grpSpPr>
            <a:xfrm>
              <a:off x="6004751" y="531913"/>
              <a:ext cx="182498" cy="303275"/>
              <a:chOff x="6004749" y="3277362"/>
              <a:chExt cx="182498" cy="303275"/>
            </a:xfrm>
            <a:solidFill>
              <a:schemeClr val="bg1"/>
            </a:solidFill>
          </p:grpSpPr>
          <p:sp>
            <p:nvSpPr>
              <p:cNvPr id="64" name="Forme libre : forme 63">
                <a:extLst>
                  <a:ext uri="{FF2B5EF4-FFF2-40B4-BE49-F238E27FC236}">
                    <a16:creationId xmlns:a16="http://schemas.microsoft.com/office/drawing/2014/main" id="{0ADE458C-5329-C431-5801-242010AD9A17}"/>
                  </a:ext>
                </a:extLst>
              </p:cNvPr>
              <p:cNvSpPr/>
              <p:nvPr/>
            </p:nvSpPr>
            <p:spPr>
              <a:xfrm>
                <a:off x="6032655" y="3277362"/>
                <a:ext cx="126682" cy="213741"/>
              </a:xfrm>
              <a:custGeom>
                <a:avLst/>
                <a:gdLst>
                  <a:gd name="connsiteX0" fmla="*/ 63341 w 126682"/>
                  <a:gd name="connsiteY0" fmla="*/ 213741 h 213741"/>
                  <a:gd name="connsiteX1" fmla="*/ 18552 w 126682"/>
                  <a:gd name="connsiteY1" fmla="*/ 195188 h 213741"/>
                  <a:gd name="connsiteX2" fmla="*/ 0 w 126682"/>
                  <a:gd name="connsiteY2" fmla="*/ 150400 h 213741"/>
                  <a:gd name="connsiteX3" fmla="*/ 0 w 126682"/>
                  <a:gd name="connsiteY3" fmla="*/ 63341 h 213741"/>
                  <a:gd name="connsiteX4" fmla="*/ 4822 w 126682"/>
                  <a:gd name="connsiteY4" fmla="*/ 39102 h 213741"/>
                  <a:gd name="connsiteX5" fmla="*/ 18552 w 126682"/>
                  <a:gd name="connsiteY5" fmla="*/ 18552 h 213741"/>
                  <a:gd name="connsiteX6" fmla="*/ 39102 w 126682"/>
                  <a:gd name="connsiteY6" fmla="*/ 4822 h 213741"/>
                  <a:gd name="connsiteX7" fmla="*/ 63341 w 126682"/>
                  <a:gd name="connsiteY7" fmla="*/ 0 h 213741"/>
                  <a:gd name="connsiteX8" fmla="*/ 87581 w 126682"/>
                  <a:gd name="connsiteY8" fmla="*/ 4822 h 213741"/>
                  <a:gd name="connsiteX9" fmla="*/ 108131 w 126682"/>
                  <a:gd name="connsiteY9" fmla="*/ 18552 h 213741"/>
                  <a:gd name="connsiteX10" fmla="*/ 121861 w 126682"/>
                  <a:gd name="connsiteY10" fmla="*/ 39102 h 213741"/>
                  <a:gd name="connsiteX11" fmla="*/ 126682 w 126682"/>
                  <a:gd name="connsiteY11" fmla="*/ 63341 h 213741"/>
                  <a:gd name="connsiteX12" fmla="*/ 126682 w 126682"/>
                  <a:gd name="connsiteY12" fmla="*/ 150400 h 213741"/>
                  <a:gd name="connsiteX13" fmla="*/ 108131 w 126682"/>
                  <a:gd name="connsiteY13" fmla="*/ 195188 h 213741"/>
                  <a:gd name="connsiteX14" fmla="*/ 63341 w 126682"/>
                  <a:gd name="connsiteY14" fmla="*/ 213741 h 213741"/>
                  <a:gd name="connsiteX15" fmla="*/ 63341 w 126682"/>
                  <a:gd name="connsiteY15" fmla="*/ 8763 h 213741"/>
                  <a:gd name="connsiteX16" fmla="*/ 24479 w 126682"/>
                  <a:gd name="connsiteY16" fmla="*/ 24860 h 213741"/>
                  <a:gd name="connsiteX17" fmla="*/ 8382 w 126682"/>
                  <a:gd name="connsiteY17" fmla="*/ 63722 h 213741"/>
                  <a:gd name="connsiteX18" fmla="*/ 8382 w 126682"/>
                  <a:gd name="connsiteY18" fmla="*/ 150781 h 213741"/>
                  <a:gd name="connsiteX19" fmla="*/ 24479 w 126682"/>
                  <a:gd name="connsiteY19" fmla="*/ 189643 h 213741"/>
                  <a:gd name="connsiteX20" fmla="*/ 63341 w 126682"/>
                  <a:gd name="connsiteY20" fmla="*/ 205740 h 213741"/>
                  <a:gd name="connsiteX21" fmla="*/ 102203 w 126682"/>
                  <a:gd name="connsiteY21" fmla="*/ 189643 h 213741"/>
                  <a:gd name="connsiteX22" fmla="*/ 118300 w 126682"/>
                  <a:gd name="connsiteY22" fmla="*/ 150781 h 213741"/>
                  <a:gd name="connsiteX23" fmla="*/ 118300 w 126682"/>
                  <a:gd name="connsiteY23" fmla="*/ 63341 h 213741"/>
                  <a:gd name="connsiteX24" fmla="*/ 102069 w 126682"/>
                  <a:gd name="connsiteY24" fmla="*/ 24725 h 213741"/>
                  <a:gd name="connsiteX25" fmla="*/ 63341 w 126682"/>
                  <a:gd name="connsiteY25" fmla="*/ 8763 h 21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6682" h="213741">
                    <a:moveTo>
                      <a:pt x="63341" y="213741"/>
                    </a:moveTo>
                    <a:cubicBezTo>
                      <a:pt x="46542" y="213741"/>
                      <a:pt x="30431" y="207068"/>
                      <a:pt x="18552" y="195188"/>
                    </a:cubicBezTo>
                    <a:cubicBezTo>
                      <a:pt x="6673" y="183310"/>
                      <a:pt x="0" y="167199"/>
                      <a:pt x="0" y="150400"/>
                    </a:cubicBezTo>
                    <a:lnTo>
                      <a:pt x="0" y="63341"/>
                    </a:lnTo>
                    <a:cubicBezTo>
                      <a:pt x="0" y="55023"/>
                      <a:pt x="1638" y="46787"/>
                      <a:pt x="4822" y="39102"/>
                    </a:cubicBezTo>
                    <a:cubicBezTo>
                      <a:pt x="8005" y="31417"/>
                      <a:pt x="12670" y="24434"/>
                      <a:pt x="18552" y="18552"/>
                    </a:cubicBezTo>
                    <a:cubicBezTo>
                      <a:pt x="24434" y="12670"/>
                      <a:pt x="31416" y="8005"/>
                      <a:pt x="39102" y="4822"/>
                    </a:cubicBezTo>
                    <a:cubicBezTo>
                      <a:pt x="46787" y="1638"/>
                      <a:pt x="55023" y="0"/>
                      <a:pt x="63341" y="0"/>
                    </a:cubicBezTo>
                    <a:cubicBezTo>
                      <a:pt x="71659" y="0"/>
                      <a:pt x="79896" y="1638"/>
                      <a:pt x="87581" y="4822"/>
                    </a:cubicBezTo>
                    <a:cubicBezTo>
                      <a:pt x="95266" y="8005"/>
                      <a:pt x="102249" y="12670"/>
                      <a:pt x="108131" y="18552"/>
                    </a:cubicBezTo>
                    <a:cubicBezTo>
                      <a:pt x="114012" y="24434"/>
                      <a:pt x="118678" y="31417"/>
                      <a:pt x="121861" y="39102"/>
                    </a:cubicBezTo>
                    <a:cubicBezTo>
                      <a:pt x="125044" y="46787"/>
                      <a:pt x="126682" y="55023"/>
                      <a:pt x="126682" y="63341"/>
                    </a:cubicBezTo>
                    <a:lnTo>
                      <a:pt x="126682" y="150400"/>
                    </a:lnTo>
                    <a:cubicBezTo>
                      <a:pt x="126682" y="167199"/>
                      <a:pt x="120009" y="183310"/>
                      <a:pt x="108131" y="195188"/>
                    </a:cubicBezTo>
                    <a:cubicBezTo>
                      <a:pt x="96252" y="207068"/>
                      <a:pt x="80140" y="213741"/>
                      <a:pt x="63341" y="213741"/>
                    </a:cubicBezTo>
                    <a:close/>
                    <a:moveTo>
                      <a:pt x="63341" y="8763"/>
                    </a:moveTo>
                    <a:cubicBezTo>
                      <a:pt x="48765" y="8763"/>
                      <a:pt x="34786" y="14553"/>
                      <a:pt x="24479" y="24860"/>
                    </a:cubicBezTo>
                    <a:cubicBezTo>
                      <a:pt x="14172" y="35167"/>
                      <a:pt x="8382" y="49146"/>
                      <a:pt x="8382" y="63722"/>
                    </a:cubicBezTo>
                    <a:lnTo>
                      <a:pt x="8382" y="150781"/>
                    </a:lnTo>
                    <a:cubicBezTo>
                      <a:pt x="8382" y="165357"/>
                      <a:pt x="14172" y="179336"/>
                      <a:pt x="24479" y="189643"/>
                    </a:cubicBezTo>
                    <a:cubicBezTo>
                      <a:pt x="34786" y="199950"/>
                      <a:pt x="48765" y="205740"/>
                      <a:pt x="63341" y="205740"/>
                    </a:cubicBezTo>
                    <a:cubicBezTo>
                      <a:pt x="77917" y="205740"/>
                      <a:pt x="91896" y="199950"/>
                      <a:pt x="102203" y="189643"/>
                    </a:cubicBezTo>
                    <a:cubicBezTo>
                      <a:pt x="112510" y="179336"/>
                      <a:pt x="118300" y="165357"/>
                      <a:pt x="118300" y="150781"/>
                    </a:cubicBezTo>
                    <a:lnTo>
                      <a:pt x="118300" y="63341"/>
                    </a:lnTo>
                    <a:cubicBezTo>
                      <a:pt x="118199" y="48831"/>
                      <a:pt x="112365" y="34950"/>
                      <a:pt x="102069" y="24725"/>
                    </a:cubicBezTo>
                    <a:cubicBezTo>
                      <a:pt x="91773" y="14501"/>
                      <a:pt x="77852" y="8763"/>
                      <a:pt x="63341" y="8763"/>
                    </a:cubicBezTo>
                    <a:close/>
                  </a:path>
                </a:pathLst>
              </a:custGeom>
              <a:grpFill/>
              <a:ln w="0" cap="flat">
                <a:noFill/>
                <a:prstDash val="solid"/>
                <a:miter/>
              </a:ln>
            </p:spPr>
            <p:txBody>
              <a:bodyPr rtlCol="0" anchor="ctr"/>
              <a:lstStyle/>
              <a:p>
                <a:endParaRPr lang="fr-FR"/>
              </a:p>
            </p:txBody>
          </p:sp>
          <p:sp>
            <p:nvSpPr>
              <p:cNvPr id="65" name="Forme libre : forme 64">
                <a:extLst>
                  <a:ext uri="{FF2B5EF4-FFF2-40B4-BE49-F238E27FC236}">
                    <a16:creationId xmlns:a16="http://schemas.microsoft.com/office/drawing/2014/main" id="{1BCF3D9B-5A13-5578-D638-133BDF5526C0}"/>
                  </a:ext>
                </a:extLst>
              </p:cNvPr>
              <p:cNvSpPr/>
              <p:nvPr/>
            </p:nvSpPr>
            <p:spPr>
              <a:xfrm>
                <a:off x="6004749" y="3373658"/>
                <a:ext cx="182498" cy="145827"/>
              </a:xfrm>
              <a:custGeom>
                <a:avLst/>
                <a:gdLst>
                  <a:gd name="connsiteX0" fmla="*/ 91249 w 182498"/>
                  <a:gd name="connsiteY0" fmla="*/ 145828 h 145827"/>
                  <a:gd name="connsiteX1" fmla="*/ 26788 w 182498"/>
                  <a:gd name="connsiteY1" fmla="*/ 119107 h 145827"/>
                  <a:gd name="connsiteX2" fmla="*/ 0 w 182498"/>
                  <a:gd name="connsiteY2" fmla="*/ 54673 h 145827"/>
                  <a:gd name="connsiteX3" fmla="*/ 0 w 182498"/>
                  <a:gd name="connsiteY3" fmla="*/ 0 h 145827"/>
                  <a:gd name="connsiteX4" fmla="*/ 8477 w 182498"/>
                  <a:gd name="connsiteY4" fmla="*/ 0 h 145827"/>
                  <a:gd name="connsiteX5" fmla="*/ 8477 w 182498"/>
                  <a:gd name="connsiteY5" fmla="*/ 54673 h 145827"/>
                  <a:gd name="connsiteX6" fmla="*/ 32721 w 182498"/>
                  <a:gd name="connsiteY6" fmla="*/ 113203 h 145827"/>
                  <a:gd name="connsiteX7" fmla="*/ 91249 w 182498"/>
                  <a:gd name="connsiteY7" fmla="*/ 137446 h 145827"/>
                  <a:gd name="connsiteX8" fmla="*/ 149779 w 182498"/>
                  <a:gd name="connsiteY8" fmla="*/ 113203 h 145827"/>
                  <a:gd name="connsiteX9" fmla="*/ 174022 w 182498"/>
                  <a:gd name="connsiteY9" fmla="*/ 54673 h 145827"/>
                  <a:gd name="connsiteX10" fmla="*/ 174022 w 182498"/>
                  <a:gd name="connsiteY10" fmla="*/ 0 h 145827"/>
                  <a:gd name="connsiteX11" fmla="*/ 182499 w 182498"/>
                  <a:gd name="connsiteY11" fmla="*/ 0 h 145827"/>
                  <a:gd name="connsiteX12" fmla="*/ 182499 w 182498"/>
                  <a:gd name="connsiteY12" fmla="*/ 54673 h 145827"/>
                  <a:gd name="connsiteX13" fmla="*/ 155712 w 182498"/>
                  <a:gd name="connsiteY13" fmla="*/ 119107 h 145827"/>
                  <a:gd name="connsiteX14" fmla="*/ 91249 w 182498"/>
                  <a:gd name="connsiteY14" fmla="*/ 145828 h 14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2498" h="145827">
                    <a:moveTo>
                      <a:pt x="91249" y="145828"/>
                    </a:moveTo>
                    <a:cubicBezTo>
                      <a:pt x="67073" y="145803"/>
                      <a:pt x="43892" y="136194"/>
                      <a:pt x="26788" y="119107"/>
                    </a:cubicBezTo>
                    <a:cubicBezTo>
                      <a:pt x="9683" y="102021"/>
                      <a:pt x="50" y="78851"/>
                      <a:pt x="0" y="54673"/>
                    </a:cubicBezTo>
                    <a:lnTo>
                      <a:pt x="0" y="0"/>
                    </a:lnTo>
                    <a:lnTo>
                      <a:pt x="8477" y="0"/>
                    </a:lnTo>
                    <a:lnTo>
                      <a:pt x="8477" y="54673"/>
                    </a:lnTo>
                    <a:cubicBezTo>
                      <a:pt x="8477" y="76627"/>
                      <a:pt x="17198" y="97680"/>
                      <a:pt x="32721" y="113203"/>
                    </a:cubicBezTo>
                    <a:cubicBezTo>
                      <a:pt x="48244" y="128726"/>
                      <a:pt x="69297" y="137446"/>
                      <a:pt x="91249" y="137446"/>
                    </a:cubicBezTo>
                    <a:cubicBezTo>
                      <a:pt x="113203" y="137446"/>
                      <a:pt x="134256" y="128726"/>
                      <a:pt x="149779" y="113203"/>
                    </a:cubicBezTo>
                    <a:cubicBezTo>
                      <a:pt x="165301" y="97680"/>
                      <a:pt x="174022" y="76627"/>
                      <a:pt x="174022" y="54673"/>
                    </a:cubicBezTo>
                    <a:lnTo>
                      <a:pt x="174022" y="0"/>
                    </a:lnTo>
                    <a:lnTo>
                      <a:pt x="182499" y="0"/>
                    </a:lnTo>
                    <a:lnTo>
                      <a:pt x="182499" y="54673"/>
                    </a:lnTo>
                    <a:cubicBezTo>
                      <a:pt x="182448" y="78851"/>
                      <a:pt x="172816" y="102021"/>
                      <a:pt x="155712" y="119107"/>
                    </a:cubicBezTo>
                    <a:cubicBezTo>
                      <a:pt x="138607" y="136194"/>
                      <a:pt x="115427" y="145803"/>
                      <a:pt x="91249" y="145828"/>
                    </a:cubicBezTo>
                    <a:close/>
                  </a:path>
                </a:pathLst>
              </a:custGeom>
              <a:grpFill/>
              <a:ln w="0" cap="flat">
                <a:noFill/>
                <a:prstDash val="solid"/>
                <a:miter/>
              </a:ln>
            </p:spPr>
            <p:txBody>
              <a:bodyPr rtlCol="0" anchor="ctr"/>
              <a:lstStyle/>
              <a:p>
                <a:endParaRPr lang="fr-FR"/>
              </a:p>
            </p:txBody>
          </p:sp>
          <p:sp>
            <p:nvSpPr>
              <p:cNvPr id="66" name="Forme libre : forme 65">
                <a:extLst>
                  <a:ext uri="{FF2B5EF4-FFF2-40B4-BE49-F238E27FC236}">
                    <a16:creationId xmlns:a16="http://schemas.microsoft.com/office/drawing/2014/main" id="{0A9D87A4-1B96-EA2F-0B61-C073D5C764BA}"/>
                  </a:ext>
                </a:extLst>
              </p:cNvPr>
              <p:cNvSpPr/>
              <p:nvPr/>
            </p:nvSpPr>
            <p:spPr>
              <a:xfrm>
                <a:off x="6091805" y="3512534"/>
                <a:ext cx="8382" cy="63055"/>
              </a:xfrm>
              <a:custGeom>
                <a:avLst/>
                <a:gdLst>
                  <a:gd name="connsiteX0" fmla="*/ 8382 w 8382"/>
                  <a:gd name="connsiteY0" fmla="*/ 0 h 63055"/>
                  <a:gd name="connsiteX1" fmla="*/ 0 w 8382"/>
                  <a:gd name="connsiteY1" fmla="*/ 0 h 63055"/>
                  <a:gd name="connsiteX2" fmla="*/ 0 w 8382"/>
                  <a:gd name="connsiteY2" fmla="*/ 63055 h 63055"/>
                  <a:gd name="connsiteX3" fmla="*/ 8382 w 8382"/>
                  <a:gd name="connsiteY3" fmla="*/ 63055 h 63055"/>
                  <a:gd name="connsiteX4" fmla="*/ 8382 w 8382"/>
                  <a:gd name="connsiteY4" fmla="*/ 0 h 63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2" h="63055">
                    <a:moveTo>
                      <a:pt x="8382" y="0"/>
                    </a:moveTo>
                    <a:lnTo>
                      <a:pt x="0" y="0"/>
                    </a:lnTo>
                    <a:lnTo>
                      <a:pt x="0" y="63055"/>
                    </a:lnTo>
                    <a:lnTo>
                      <a:pt x="8382" y="63055"/>
                    </a:lnTo>
                    <a:lnTo>
                      <a:pt x="8382" y="0"/>
                    </a:lnTo>
                    <a:close/>
                  </a:path>
                </a:pathLst>
              </a:custGeom>
              <a:grpFill/>
              <a:ln w="0" cap="flat">
                <a:noFill/>
                <a:prstDash val="solid"/>
                <a:miter/>
              </a:ln>
            </p:spPr>
            <p:txBody>
              <a:bodyPr rtlCol="0" anchor="ctr"/>
              <a:lstStyle/>
              <a:p>
                <a:endParaRPr lang="fr-FR"/>
              </a:p>
            </p:txBody>
          </p:sp>
          <p:sp>
            <p:nvSpPr>
              <p:cNvPr id="67" name="Forme libre : forme 66">
                <a:extLst>
                  <a:ext uri="{FF2B5EF4-FFF2-40B4-BE49-F238E27FC236}">
                    <a16:creationId xmlns:a16="http://schemas.microsoft.com/office/drawing/2014/main" id="{868AC3E3-DE22-F54B-2550-914D5EE2A2F5}"/>
                  </a:ext>
                </a:extLst>
              </p:cNvPr>
              <p:cNvSpPr/>
              <p:nvPr/>
            </p:nvSpPr>
            <p:spPr>
              <a:xfrm>
                <a:off x="6036850" y="3572256"/>
                <a:ext cx="118395" cy="8381"/>
              </a:xfrm>
              <a:custGeom>
                <a:avLst/>
                <a:gdLst>
                  <a:gd name="connsiteX0" fmla="*/ 118395 w 118395"/>
                  <a:gd name="connsiteY0" fmla="*/ 0 h 8381"/>
                  <a:gd name="connsiteX1" fmla="*/ 0 w 118395"/>
                  <a:gd name="connsiteY1" fmla="*/ 0 h 8381"/>
                  <a:gd name="connsiteX2" fmla="*/ 0 w 118395"/>
                  <a:gd name="connsiteY2" fmla="*/ 8382 h 8381"/>
                  <a:gd name="connsiteX3" fmla="*/ 118395 w 118395"/>
                  <a:gd name="connsiteY3" fmla="*/ 8382 h 8381"/>
                  <a:gd name="connsiteX4" fmla="*/ 118395 w 118395"/>
                  <a:gd name="connsiteY4" fmla="*/ 0 h 83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395" h="8381">
                    <a:moveTo>
                      <a:pt x="118395" y="0"/>
                    </a:moveTo>
                    <a:lnTo>
                      <a:pt x="0" y="0"/>
                    </a:lnTo>
                    <a:lnTo>
                      <a:pt x="0" y="8382"/>
                    </a:lnTo>
                    <a:lnTo>
                      <a:pt x="118395" y="8382"/>
                    </a:lnTo>
                    <a:lnTo>
                      <a:pt x="118395" y="0"/>
                    </a:lnTo>
                    <a:close/>
                  </a:path>
                </a:pathLst>
              </a:custGeom>
              <a:grpFill/>
              <a:ln w="0" cap="flat">
                <a:noFill/>
                <a:prstDash val="solid"/>
                <a:miter/>
              </a:ln>
            </p:spPr>
            <p:txBody>
              <a:bodyPr rtlCol="0" anchor="ctr"/>
              <a:lstStyle/>
              <a:p>
                <a:endParaRPr lang="fr-FR"/>
              </a:p>
            </p:txBody>
          </p:sp>
        </p:grpSp>
      </p:grpSp>
    </p:spTree>
    <p:extLst>
      <p:ext uri="{BB962C8B-B14F-4D97-AF65-F5344CB8AC3E}">
        <p14:creationId xmlns:p14="http://schemas.microsoft.com/office/powerpoint/2010/main" val="1484637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repeatCount="indefinite" fill="hold" nodeType="withEffect">
                                  <p:stCondLst>
                                    <p:cond delay="0"/>
                                  </p:stCondLst>
                                  <p:childTnLst>
                                    <p:animMotion origin="layout" path="M 0 3.33333E-6 L 0.19063 0.00139 " pathEditMode="relative" rAng="0" ptsTypes="AA">
                                      <p:cBhvr>
                                        <p:cTn id="6" dur="10000" fill="hold"/>
                                        <p:tgtEl>
                                          <p:spTgt spid="19"/>
                                        </p:tgtEl>
                                        <p:attrNameLst>
                                          <p:attrName>ppt_x</p:attrName>
                                          <p:attrName>ppt_y</p:attrName>
                                        </p:attrNameLst>
                                      </p:cBhvr>
                                      <p:rCtr x="9531"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x6 speaker (without anim)">
    <p:bg>
      <p:bgPr>
        <a:solidFill>
          <a:schemeClr val="tx1"/>
        </a:solidFill>
        <a:effectLst/>
      </p:bgPr>
    </p:bg>
    <p:spTree>
      <p:nvGrpSpPr>
        <p:cNvPr id="1" name=""/>
        <p:cNvGrpSpPr/>
        <p:nvPr/>
      </p:nvGrpSpPr>
      <p:grpSpPr>
        <a:xfrm>
          <a:off x="0" y="0"/>
          <a:ext cx="0" cy="0"/>
          <a:chOff x="0" y="0"/>
          <a:chExt cx="0" cy="0"/>
        </a:xfrm>
      </p:grpSpPr>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Graphique 2">
            <a:extLst>
              <a:ext uri="{FF2B5EF4-FFF2-40B4-BE49-F238E27FC236}">
                <a16:creationId xmlns:a16="http://schemas.microsoft.com/office/drawing/2014/main" id="{E2D430C7-B687-BF0D-FE35-515C37426E03}"/>
              </a:ext>
            </a:extLst>
          </p:cNvPr>
          <p:cNvSpPr>
            <a:spLocks/>
          </p:cNvSpPr>
          <p:nvPr userDrawn="1"/>
        </p:nvSpPr>
        <p:spPr>
          <a:xfrm rot="16200000">
            <a:off x="9409266" y="3882473"/>
            <a:ext cx="2701930" cy="233996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22" name="Ellipse 21">
            <a:extLst>
              <a:ext uri="{FF2B5EF4-FFF2-40B4-BE49-F238E27FC236}">
                <a16:creationId xmlns:a16="http://schemas.microsoft.com/office/drawing/2014/main" id="{0880D9A7-D3DC-ECF1-9907-880828EBD7E0}"/>
              </a:ext>
            </a:extLst>
          </p:cNvPr>
          <p:cNvSpPr/>
          <p:nvPr userDrawn="1"/>
        </p:nvSpPr>
        <p:spPr>
          <a:xfrm>
            <a:off x="1984308" y="723900"/>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space réservé pour une image  25">
            <a:extLst>
              <a:ext uri="{FF2B5EF4-FFF2-40B4-BE49-F238E27FC236}">
                <a16:creationId xmlns:a16="http://schemas.microsoft.com/office/drawing/2014/main" id="{056FFB86-5F45-E063-0B92-AA7D89BA20E6}"/>
              </a:ext>
            </a:extLst>
          </p:cNvPr>
          <p:cNvSpPr>
            <a:spLocks noGrp="1"/>
          </p:cNvSpPr>
          <p:nvPr>
            <p:ph type="pic" sz="quarter" idx="11" hasCustomPrompt="1"/>
          </p:nvPr>
        </p:nvSpPr>
        <p:spPr>
          <a:xfrm>
            <a:off x="2039843" y="778978"/>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27" name="Espace réservé du texte 4">
            <a:extLst>
              <a:ext uri="{FF2B5EF4-FFF2-40B4-BE49-F238E27FC236}">
                <a16:creationId xmlns:a16="http://schemas.microsoft.com/office/drawing/2014/main" id="{CE04097C-808E-6780-92DB-14BBD1F50CB0}"/>
              </a:ext>
            </a:extLst>
          </p:cNvPr>
          <p:cNvSpPr>
            <a:spLocks noGrp="1"/>
          </p:cNvSpPr>
          <p:nvPr>
            <p:ph type="body" sz="quarter" idx="13" hasCustomPrompt="1"/>
          </p:nvPr>
        </p:nvSpPr>
        <p:spPr>
          <a:xfrm>
            <a:off x="1507059" y="2311421"/>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28" name="Espace réservé du texte 4">
            <a:extLst>
              <a:ext uri="{FF2B5EF4-FFF2-40B4-BE49-F238E27FC236}">
                <a16:creationId xmlns:a16="http://schemas.microsoft.com/office/drawing/2014/main" id="{676D0FFF-F426-FAC2-B0E4-C9285F97D3A0}"/>
              </a:ext>
            </a:extLst>
          </p:cNvPr>
          <p:cNvSpPr>
            <a:spLocks noGrp="1"/>
          </p:cNvSpPr>
          <p:nvPr>
            <p:ph type="body" sz="quarter" idx="14" hasCustomPrompt="1"/>
          </p:nvPr>
        </p:nvSpPr>
        <p:spPr>
          <a:xfrm>
            <a:off x="1507059" y="2543196"/>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29" name="Ellipse 28">
            <a:extLst>
              <a:ext uri="{FF2B5EF4-FFF2-40B4-BE49-F238E27FC236}">
                <a16:creationId xmlns:a16="http://schemas.microsoft.com/office/drawing/2014/main" id="{00C1E6D3-1F66-E378-59C9-F9A4B6779615}"/>
              </a:ext>
            </a:extLst>
          </p:cNvPr>
          <p:cNvSpPr/>
          <p:nvPr userDrawn="1"/>
        </p:nvSpPr>
        <p:spPr>
          <a:xfrm>
            <a:off x="8816387" y="723900"/>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space réservé pour une image  25">
            <a:extLst>
              <a:ext uri="{FF2B5EF4-FFF2-40B4-BE49-F238E27FC236}">
                <a16:creationId xmlns:a16="http://schemas.microsoft.com/office/drawing/2014/main" id="{FF751E7E-B219-3C60-3AB7-04A0FA08005C}"/>
              </a:ext>
            </a:extLst>
          </p:cNvPr>
          <p:cNvSpPr>
            <a:spLocks noGrp="1"/>
          </p:cNvSpPr>
          <p:nvPr>
            <p:ph type="pic" sz="quarter" idx="15" hasCustomPrompt="1"/>
          </p:nvPr>
        </p:nvSpPr>
        <p:spPr>
          <a:xfrm>
            <a:off x="8871922" y="778978"/>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31" name="Espace réservé du texte 4">
            <a:extLst>
              <a:ext uri="{FF2B5EF4-FFF2-40B4-BE49-F238E27FC236}">
                <a16:creationId xmlns:a16="http://schemas.microsoft.com/office/drawing/2014/main" id="{CA5C2EB2-86E9-8448-7C2D-41CFDFB58E20}"/>
              </a:ext>
            </a:extLst>
          </p:cNvPr>
          <p:cNvSpPr>
            <a:spLocks noGrp="1"/>
          </p:cNvSpPr>
          <p:nvPr>
            <p:ph type="body" sz="quarter" idx="16" hasCustomPrompt="1"/>
          </p:nvPr>
        </p:nvSpPr>
        <p:spPr>
          <a:xfrm>
            <a:off x="8339138" y="2311421"/>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32" name="Espace réservé du texte 4">
            <a:extLst>
              <a:ext uri="{FF2B5EF4-FFF2-40B4-BE49-F238E27FC236}">
                <a16:creationId xmlns:a16="http://schemas.microsoft.com/office/drawing/2014/main" id="{7861C6B7-6703-B9AC-6F55-CC984887C4F0}"/>
              </a:ext>
            </a:extLst>
          </p:cNvPr>
          <p:cNvSpPr>
            <a:spLocks noGrp="1"/>
          </p:cNvSpPr>
          <p:nvPr>
            <p:ph type="body" sz="quarter" idx="17" hasCustomPrompt="1"/>
          </p:nvPr>
        </p:nvSpPr>
        <p:spPr>
          <a:xfrm>
            <a:off x="8339138" y="2543196"/>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7" name="Ellipse 6">
            <a:extLst>
              <a:ext uri="{FF2B5EF4-FFF2-40B4-BE49-F238E27FC236}">
                <a16:creationId xmlns:a16="http://schemas.microsoft.com/office/drawing/2014/main" id="{FF522DD6-12CA-771D-2F36-18B47D8DC9D7}"/>
              </a:ext>
            </a:extLst>
          </p:cNvPr>
          <p:cNvSpPr/>
          <p:nvPr userDrawn="1"/>
        </p:nvSpPr>
        <p:spPr>
          <a:xfrm>
            <a:off x="1984308" y="3800475"/>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space réservé pour une image  25">
            <a:extLst>
              <a:ext uri="{FF2B5EF4-FFF2-40B4-BE49-F238E27FC236}">
                <a16:creationId xmlns:a16="http://schemas.microsoft.com/office/drawing/2014/main" id="{B29450E7-C933-BEEE-41D2-8BE66F9D938D}"/>
              </a:ext>
            </a:extLst>
          </p:cNvPr>
          <p:cNvSpPr>
            <a:spLocks noGrp="1"/>
          </p:cNvSpPr>
          <p:nvPr>
            <p:ph type="pic" sz="quarter" idx="18" hasCustomPrompt="1"/>
          </p:nvPr>
        </p:nvSpPr>
        <p:spPr>
          <a:xfrm>
            <a:off x="2039843" y="3855553"/>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13" name="Espace réservé du texte 4">
            <a:extLst>
              <a:ext uri="{FF2B5EF4-FFF2-40B4-BE49-F238E27FC236}">
                <a16:creationId xmlns:a16="http://schemas.microsoft.com/office/drawing/2014/main" id="{B1988F02-5517-2A2F-0643-7651229BB6BA}"/>
              </a:ext>
            </a:extLst>
          </p:cNvPr>
          <p:cNvSpPr>
            <a:spLocks noGrp="1"/>
          </p:cNvSpPr>
          <p:nvPr>
            <p:ph type="body" sz="quarter" idx="19" hasCustomPrompt="1"/>
          </p:nvPr>
        </p:nvSpPr>
        <p:spPr>
          <a:xfrm>
            <a:off x="1507059" y="5387996"/>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14" name="Espace réservé du texte 4">
            <a:extLst>
              <a:ext uri="{FF2B5EF4-FFF2-40B4-BE49-F238E27FC236}">
                <a16:creationId xmlns:a16="http://schemas.microsoft.com/office/drawing/2014/main" id="{C344E7A0-EFBE-5C78-53BC-62319CB47F78}"/>
              </a:ext>
            </a:extLst>
          </p:cNvPr>
          <p:cNvSpPr>
            <a:spLocks noGrp="1"/>
          </p:cNvSpPr>
          <p:nvPr>
            <p:ph type="body" sz="quarter" idx="20" hasCustomPrompt="1"/>
          </p:nvPr>
        </p:nvSpPr>
        <p:spPr>
          <a:xfrm>
            <a:off x="1507059" y="5619771"/>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15" name="Ellipse 14">
            <a:extLst>
              <a:ext uri="{FF2B5EF4-FFF2-40B4-BE49-F238E27FC236}">
                <a16:creationId xmlns:a16="http://schemas.microsoft.com/office/drawing/2014/main" id="{B99B7AC1-D0EB-B725-2CB1-243F27907E7A}"/>
              </a:ext>
            </a:extLst>
          </p:cNvPr>
          <p:cNvSpPr/>
          <p:nvPr userDrawn="1"/>
        </p:nvSpPr>
        <p:spPr>
          <a:xfrm>
            <a:off x="8816387" y="3800475"/>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space réservé pour une image  25">
            <a:extLst>
              <a:ext uri="{FF2B5EF4-FFF2-40B4-BE49-F238E27FC236}">
                <a16:creationId xmlns:a16="http://schemas.microsoft.com/office/drawing/2014/main" id="{1FE7C43C-6BDC-4E1C-52C5-AB0C639FACB3}"/>
              </a:ext>
            </a:extLst>
          </p:cNvPr>
          <p:cNvSpPr>
            <a:spLocks noGrp="1"/>
          </p:cNvSpPr>
          <p:nvPr>
            <p:ph type="pic" sz="quarter" idx="21" hasCustomPrompt="1"/>
          </p:nvPr>
        </p:nvSpPr>
        <p:spPr>
          <a:xfrm>
            <a:off x="8871922" y="3855553"/>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17" name="Espace réservé du texte 4">
            <a:extLst>
              <a:ext uri="{FF2B5EF4-FFF2-40B4-BE49-F238E27FC236}">
                <a16:creationId xmlns:a16="http://schemas.microsoft.com/office/drawing/2014/main" id="{492E0895-5B9D-D8F4-6138-04608B1CF903}"/>
              </a:ext>
            </a:extLst>
          </p:cNvPr>
          <p:cNvSpPr>
            <a:spLocks noGrp="1"/>
          </p:cNvSpPr>
          <p:nvPr>
            <p:ph type="body" sz="quarter" idx="22" hasCustomPrompt="1"/>
          </p:nvPr>
        </p:nvSpPr>
        <p:spPr>
          <a:xfrm>
            <a:off x="8339138" y="5387996"/>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18" name="Espace réservé du texte 4">
            <a:extLst>
              <a:ext uri="{FF2B5EF4-FFF2-40B4-BE49-F238E27FC236}">
                <a16:creationId xmlns:a16="http://schemas.microsoft.com/office/drawing/2014/main" id="{CC04EFD5-DD4C-6D52-CB64-AC6FDABF0B09}"/>
              </a:ext>
            </a:extLst>
          </p:cNvPr>
          <p:cNvSpPr>
            <a:spLocks noGrp="1"/>
          </p:cNvSpPr>
          <p:nvPr>
            <p:ph type="body" sz="quarter" idx="23" hasCustomPrompt="1"/>
          </p:nvPr>
        </p:nvSpPr>
        <p:spPr>
          <a:xfrm>
            <a:off x="8339138" y="5619771"/>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37" name="Ellipse 36">
            <a:extLst>
              <a:ext uri="{FF2B5EF4-FFF2-40B4-BE49-F238E27FC236}">
                <a16:creationId xmlns:a16="http://schemas.microsoft.com/office/drawing/2014/main" id="{C96D0E39-D4DC-B5F1-DB18-0A0C74652808}"/>
              </a:ext>
            </a:extLst>
          </p:cNvPr>
          <p:cNvSpPr/>
          <p:nvPr userDrawn="1"/>
        </p:nvSpPr>
        <p:spPr>
          <a:xfrm>
            <a:off x="5403607" y="723900"/>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Espace réservé pour une image  25">
            <a:extLst>
              <a:ext uri="{FF2B5EF4-FFF2-40B4-BE49-F238E27FC236}">
                <a16:creationId xmlns:a16="http://schemas.microsoft.com/office/drawing/2014/main" id="{E1F82515-F602-4AAC-B84B-9D6858B51E88}"/>
              </a:ext>
            </a:extLst>
          </p:cNvPr>
          <p:cNvSpPr>
            <a:spLocks noGrp="1"/>
          </p:cNvSpPr>
          <p:nvPr>
            <p:ph type="pic" sz="quarter" idx="24" hasCustomPrompt="1"/>
          </p:nvPr>
        </p:nvSpPr>
        <p:spPr>
          <a:xfrm>
            <a:off x="5459142" y="778978"/>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39" name="Espace réservé du texte 4">
            <a:extLst>
              <a:ext uri="{FF2B5EF4-FFF2-40B4-BE49-F238E27FC236}">
                <a16:creationId xmlns:a16="http://schemas.microsoft.com/office/drawing/2014/main" id="{6D28FEDA-563B-D894-CF7D-40ED27CF7807}"/>
              </a:ext>
            </a:extLst>
          </p:cNvPr>
          <p:cNvSpPr>
            <a:spLocks noGrp="1"/>
          </p:cNvSpPr>
          <p:nvPr>
            <p:ph type="body" sz="quarter" idx="25" hasCustomPrompt="1"/>
          </p:nvPr>
        </p:nvSpPr>
        <p:spPr>
          <a:xfrm>
            <a:off x="4926358" y="2311421"/>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40" name="Espace réservé du texte 4">
            <a:extLst>
              <a:ext uri="{FF2B5EF4-FFF2-40B4-BE49-F238E27FC236}">
                <a16:creationId xmlns:a16="http://schemas.microsoft.com/office/drawing/2014/main" id="{049B9D3A-D505-5E8B-3CFD-6536BBEE74D8}"/>
              </a:ext>
            </a:extLst>
          </p:cNvPr>
          <p:cNvSpPr>
            <a:spLocks noGrp="1"/>
          </p:cNvSpPr>
          <p:nvPr>
            <p:ph type="body" sz="quarter" idx="26" hasCustomPrompt="1"/>
          </p:nvPr>
        </p:nvSpPr>
        <p:spPr>
          <a:xfrm>
            <a:off x="4926358" y="2543196"/>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41" name="Ellipse 40">
            <a:extLst>
              <a:ext uri="{FF2B5EF4-FFF2-40B4-BE49-F238E27FC236}">
                <a16:creationId xmlns:a16="http://schemas.microsoft.com/office/drawing/2014/main" id="{D987B1B1-95A8-17B5-16EC-94CBC6771107}"/>
              </a:ext>
            </a:extLst>
          </p:cNvPr>
          <p:cNvSpPr/>
          <p:nvPr userDrawn="1"/>
        </p:nvSpPr>
        <p:spPr>
          <a:xfrm>
            <a:off x="5403607" y="3800475"/>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Espace réservé pour une image  25">
            <a:extLst>
              <a:ext uri="{FF2B5EF4-FFF2-40B4-BE49-F238E27FC236}">
                <a16:creationId xmlns:a16="http://schemas.microsoft.com/office/drawing/2014/main" id="{F0B9AA15-E1D7-A6B3-4A62-4D2EADAEA7FC}"/>
              </a:ext>
            </a:extLst>
          </p:cNvPr>
          <p:cNvSpPr>
            <a:spLocks noGrp="1"/>
          </p:cNvSpPr>
          <p:nvPr>
            <p:ph type="pic" sz="quarter" idx="27" hasCustomPrompt="1"/>
          </p:nvPr>
        </p:nvSpPr>
        <p:spPr>
          <a:xfrm>
            <a:off x="5459142" y="3855553"/>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43" name="Espace réservé du texte 4">
            <a:extLst>
              <a:ext uri="{FF2B5EF4-FFF2-40B4-BE49-F238E27FC236}">
                <a16:creationId xmlns:a16="http://schemas.microsoft.com/office/drawing/2014/main" id="{A1ED2A44-9B11-3C7E-DF7E-94961DA86414}"/>
              </a:ext>
            </a:extLst>
          </p:cNvPr>
          <p:cNvSpPr>
            <a:spLocks noGrp="1"/>
          </p:cNvSpPr>
          <p:nvPr>
            <p:ph type="body" sz="quarter" idx="28" hasCustomPrompt="1"/>
          </p:nvPr>
        </p:nvSpPr>
        <p:spPr>
          <a:xfrm>
            <a:off x="4926358" y="5387996"/>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a:t>First name LAST NAME</a:t>
            </a:r>
          </a:p>
        </p:txBody>
      </p:sp>
      <p:sp>
        <p:nvSpPr>
          <p:cNvPr id="44" name="Espace réservé du texte 4">
            <a:extLst>
              <a:ext uri="{FF2B5EF4-FFF2-40B4-BE49-F238E27FC236}">
                <a16:creationId xmlns:a16="http://schemas.microsoft.com/office/drawing/2014/main" id="{EF7CD025-F7D3-0ECC-1827-79BD24BBAAE4}"/>
              </a:ext>
            </a:extLst>
          </p:cNvPr>
          <p:cNvSpPr>
            <a:spLocks noGrp="1"/>
          </p:cNvSpPr>
          <p:nvPr>
            <p:ph type="body" sz="quarter" idx="29" hasCustomPrompt="1"/>
          </p:nvPr>
        </p:nvSpPr>
        <p:spPr>
          <a:xfrm>
            <a:off x="4926358" y="5619771"/>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a:t>Function</a:t>
            </a:r>
          </a:p>
        </p:txBody>
      </p:sp>
      <p:sp>
        <p:nvSpPr>
          <p:cNvPr id="52" name="Espace réservé du texte 4">
            <a:extLst>
              <a:ext uri="{FF2B5EF4-FFF2-40B4-BE49-F238E27FC236}">
                <a16:creationId xmlns:a16="http://schemas.microsoft.com/office/drawing/2014/main" id="{D3AFF784-05A0-7D92-11A5-DE2D4F8F8620}"/>
              </a:ext>
            </a:extLst>
          </p:cNvPr>
          <p:cNvSpPr>
            <a:spLocks noGrp="1"/>
          </p:cNvSpPr>
          <p:nvPr>
            <p:ph type="body" sz="quarter" idx="30" hasCustomPrompt="1"/>
          </p:nvPr>
        </p:nvSpPr>
        <p:spPr>
          <a:xfrm>
            <a:off x="1507059" y="2802529"/>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53" name="Espace réservé du texte 4">
            <a:extLst>
              <a:ext uri="{FF2B5EF4-FFF2-40B4-BE49-F238E27FC236}">
                <a16:creationId xmlns:a16="http://schemas.microsoft.com/office/drawing/2014/main" id="{77FD5A76-8740-9AE9-41A6-2EF0F8207DEB}"/>
              </a:ext>
            </a:extLst>
          </p:cNvPr>
          <p:cNvSpPr>
            <a:spLocks noGrp="1"/>
          </p:cNvSpPr>
          <p:nvPr>
            <p:ph type="body" sz="quarter" idx="31" hasCustomPrompt="1"/>
          </p:nvPr>
        </p:nvSpPr>
        <p:spPr>
          <a:xfrm>
            <a:off x="4926358" y="2802529"/>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54" name="Espace réservé du texte 4">
            <a:extLst>
              <a:ext uri="{FF2B5EF4-FFF2-40B4-BE49-F238E27FC236}">
                <a16:creationId xmlns:a16="http://schemas.microsoft.com/office/drawing/2014/main" id="{11953C72-B5D8-3DC4-5ED8-CD1879E7D045}"/>
              </a:ext>
            </a:extLst>
          </p:cNvPr>
          <p:cNvSpPr>
            <a:spLocks noGrp="1"/>
          </p:cNvSpPr>
          <p:nvPr>
            <p:ph type="body" sz="quarter" idx="32" hasCustomPrompt="1"/>
          </p:nvPr>
        </p:nvSpPr>
        <p:spPr>
          <a:xfrm>
            <a:off x="8339138" y="2802529"/>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55" name="Espace réservé du texte 4">
            <a:extLst>
              <a:ext uri="{FF2B5EF4-FFF2-40B4-BE49-F238E27FC236}">
                <a16:creationId xmlns:a16="http://schemas.microsoft.com/office/drawing/2014/main" id="{B2A57B8C-9DA2-4EA1-82EE-D831BCADBFE5}"/>
              </a:ext>
            </a:extLst>
          </p:cNvPr>
          <p:cNvSpPr>
            <a:spLocks noGrp="1"/>
          </p:cNvSpPr>
          <p:nvPr>
            <p:ph type="body" sz="quarter" idx="33" hasCustomPrompt="1"/>
          </p:nvPr>
        </p:nvSpPr>
        <p:spPr>
          <a:xfrm>
            <a:off x="1507059" y="5881248"/>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56" name="Espace réservé du texte 4">
            <a:extLst>
              <a:ext uri="{FF2B5EF4-FFF2-40B4-BE49-F238E27FC236}">
                <a16:creationId xmlns:a16="http://schemas.microsoft.com/office/drawing/2014/main" id="{1B724638-767E-3CE3-3AE5-BBEB7CDB66B3}"/>
              </a:ext>
            </a:extLst>
          </p:cNvPr>
          <p:cNvSpPr>
            <a:spLocks noGrp="1"/>
          </p:cNvSpPr>
          <p:nvPr>
            <p:ph type="body" sz="quarter" idx="34" hasCustomPrompt="1"/>
          </p:nvPr>
        </p:nvSpPr>
        <p:spPr>
          <a:xfrm>
            <a:off x="4926358" y="5881248"/>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57" name="Espace réservé du texte 4">
            <a:extLst>
              <a:ext uri="{FF2B5EF4-FFF2-40B4-BE49-F238E27FC236}">
                <a16:creationId xmlns:a16="http://schemas.microsoft.com/office/drawing/2014/main" id="{DE159F46-792A-BE93-5586-317670AF5A83}"/>
              </a:ext>
            </a:extLst>
          </p:cNvPr>
          <p:cNvSpPr>
            <a:spLocks noGrp="1"/>
          </p:cNvSpPr>
          <p:nvPr>
            <p:ph type="body" sz="quarter" idx="35" hasCustomPrompt="1"/>
          </p:nvPr>
        </p:nvSpPr>
        <p:spPr>
          <a:xfrm>
            <a:off x="8339138" y="5881248"/>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a:t>xx min</a:t>
            </a:r>
          </a:p>
        </p:txBody>
      </p:sp>
      <p:sp>
        <p:nvSpPr>
          <p:cNvPr id="58" name="Forme libre : forme 57">
            <a:extLst>
              <a:ext uri="{FF2B5EF4-FFF2-40B4-BE49-F238E27FC236}">
                <a16:creationId xmlns:a16="http://schemas.microsoft.com/office/drawing/2014/main" id="{02B026B7-A377-537C-1488-70C69DA34DFC}"/>
              </a:ext>
            </a:extLst>
          </p:cNvPr>
          <p:cNvSpPr>
            <a:spLocks/>
          </p:cNvSpPr>
          <p:nvPr userDrawn="1"/>
        </p:nvSpPr>
        <p:spPr>
          <a:xfrm rot="16200000">
            <a:off x="-691774" y="836767"/>
            <a:ext cx="2152612" cy="769063"/>
          </a:xfrm>
          <a:custGeom>
            <a:avLst/>
            <a:gdLst>
              <a:gd name="connsiteX0" fmla="*/ 2152612 w 2152612"/>
              <a:gd name="connsiteY0" fmla="*/ 769063 h 769063"/>
              <a:gd name="connsiteX1" fmla="*/ 1076306 w 2152612"/>
              <a:gd name="connsiteY1" fmla="*/ 769063 h 769063"/>
              <a:gd name="connsiteX2" fmla="*/ 0 w 2152612"/>
              <a:gd name="connsiteY2" fmla="*/ 769063 h 769063"/>
              <a:gd name="connsiteX3" fmla="*/ 443981 w 2152612"/>
              <a:gd name="connsiteY3" fmla="*/ 0 h 769063"/>
              <a:gd name="connsiteX4" fmla="*/ 1708562 w 2152612"/>
              <a:gd name="connsiteY4" fmla="*/ 0 h 769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2612" h="769063">
                <a:moveTo>
                  <a:pt x="2152612" y="769063"/>
                </a:moveTo>
                <a:lnTo>
                  <a:pt x="1076306" y="769063"/>
                </a:lnTo>
                <a:lnTo>
                  <a:pt x="0" y="769063"/>
                </a:lnTo>
                <a:lnTo>
                  <a:pt x="443981" y="0"/>
                </a:lnTo>
                <a:lnTo>
                  <a:pt x="1708562"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spTree>
    <p:extLst>
      <p:ext uri="{BB962C8B-B14F-4D97-AF65-F5344CB8AC3E}">
        <p14:creationId xmlns:p14="http://schemas.microsoft.com/office/powerpoint/2010/main" val="3565069987"/>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6 Key Numbers">
    <p:bg>
      <p:bgPr>
        <a:solidFill>
          <a:schemeClr val="tx1"/>
        </a:solidFill>
        <a:effectLst/>
      </p:bgPr>
    </p:bg>
    <p:spTree>
      <p:nvGrpSpPr>
        <p:cNvPr id="1" name=""/>
        <p:cNvGrpSpPr/>
        <p:nvPr/>
      </p:nvGrpSpPr>
      <p:grpSpPr>
        <a:xfrm>
          <a:off x="0" y="0"/>
          <a:ext cx="0" cy="0"/>
          <a:chOff x="0" y="0"/>
          <a:chExt cx="0" cy="0"/>
        </a:xfrm>
      </p:grpSpPr>
      <p:grpSp>
        <p:nvGrpSpPr>
          <p:cNvPr id="29" name="Groupe 28">
            <a:extLst>
              <a:ext uri="{FF2B5EF4-FFF2-40B4-BE49-F238E27FC236}">
                <a16:creationId xmlns:a16="http://schemas.microsoft.com/office/drawing/2014/main" id="{9050522E-ADB7-82B7-66F7-41E0719AB03A}"/>
              </a:ext>
            </a:extLst>
          </p:cNvPr>
          <p:cNvGrpSpPr/>
          <p:nvPr userDrawn="1"/>
        </p:nvGrpSpPr>
        <p:grpSpPr>
          <a:xfrm>
            <a:off x="7489596" y="0"/>
            <a:ext cx="4702404" cy="6254917"/>
            <a:chOff x="7489596" y="0"/>
            <a:chExt cx="4702404" cy="6254917"/>
          </a:xfrm>
        </p:grpSpPr>
        <p:sp>
          <p:nvSpPr>
            <p:cNvPr id="22" name="Forme libre : forme 21">
              <a:extLst>
                <a:ext uri="{FF2B5EF4-FFF2-40B4-BE49-F238E27FC236}">
                  <a16:creationId xmlns:a16="http://schemas.microsoft.com/office/drawing/2014/main" id="{3DA8DFE6-1EDF-DF75-D0C9-8EBD0B721B63}"/>
                </a:ext>
              </a:extLst>
            </p:cNvPr>
            <p:cNvSpPr>
              <a:spLocks/>
            </p:cNvSpPr>
            <p:nvPr userDrawn="1"/>
          </p:nvSpPr>
          <p:spPr>
            <a:xfrm rot="16200000" flipH="1">
              <a:off x="10865897" y="2786504"/>
              <a:ext cx="1499630" cy="1152577"/>
            </a:xfrm>
            <a:custGeom>
              <a:avLst/>
              <a:gdLst>
                <a:gd name="connsiteX0" fmla="*/ 0 w 1499630"/>
                <a:gd name="connsiteY0" fmla="*/ 1152577 h 1152577"/>
                <a:gd name="connsiteX1" fmla="*/ 1499630 w 1499630"/>
                <a:gd name="connsiteY1" fmla="*/ 1152577 h 1152577"/>
                <a:gd name="connsiteX2" fmla="*/ 749815 w 1499630"/>
                <a:gd name="connsiteY2" fmla="*/ 0 h 1152577"/>
              </a:gdLst>
              <a:ahLst/>
              <a:cxnLst>
                <a:cxn ang="0">
                  <a:pos x="connsiteX0" y="connsiteY0"/>
                </a:cxn>
                <a:cxn ang="0">
                  <a:pos x="connsiteX1" y="connsiteY1"/>
                </a:cxn>
                <a:cxn ang="0">
                  <a:pos x="connsiteX2" y="connsiteY2"/>
                </a:cxn>
              </a:cxnLst>
              <a:rect l="l" t="t" r="r" b="b"/>
              <a:pathLst>
                <a:path w="1499630" h="1152577">
                  <a:moveTo>
                    <a:pt x="0" y="1152577"/>
                  </a:moveTo>
                  <a:lnTo>
                    <a:pt x="1499630" y="1152577"/>
                  </a:lnTo>
                  <a:lnTo>
                    <a:pt x="749815"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6" name="Graphique 2">
              <a:extLst>
                <a:ext uri="{FF2B5EF4-FFF2-40B4-BE49-F238E27FC236}">
                  <a16:creationId xmlns:a16="http://schemas.microsoft.com/office/drawing/2014/main" id="{62A3921D-B51B-0D65-3E21-988E4165EA77}"/>
                </a:ext>
              </a:extLst>
            </p:cNvPr>
            <p:cNvSpPr>
              <a:spLocks/>
            </p:cNvSpPr>
            <p:nvPr userDrawn="1"/>
          </p:nvSpPr>
          <p:spPr>
            <a:xfrm rot="16200000">
              <a:off x="10495527" y="5583632"/>
              <a:ext cx="719478" cy="623092"/>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cap="none" spc="0" normalizeH="0" baseline="0">
                <a:ln>
                  <a:noFill/>
                </a:ln>
                <a:solidFill>
                  <a:prstClr val="white"/>
                </a:solidFill>
                <a:effectLst/>
                <a:uLnTx/>
                <a:uFillTx/>
                <a:latin typeface="Source Sans Pro"/>
              </a:endParaRPr>
            </a:p>
          </p:txBody>
        </p:sp>
        <p:sp>
          <p:nvSpPr>
            <p:cNvPr id="28" name="Forme libre : forme 27">
              <a:extLst>
                <a:ext uri="{FF2B5EF4-FFF2-40B4-BE49-F238E27FC236}">
                  <a16:creationId xmlns:a16="http://schemas.microsoft.com/office/drawing/2014/main" id="{49B051F0-44D4-BA15-BA1C-89376729705A}"/>
                </a:ext>
              </a:extLst>
            </p:cNvPr>
            <p:cNvSpPr>
              <a:spLocks/>
            </p:cNvSpPr>
            <p:nvPr userDrawn="1"/>
          </p:nvSpPr>
          <p:spPr>
            <a:xfrm rot="16200000" flipH="1">
              <a:off x="8035703" y="-546107"/>
              <a:ext cx="2033354" cy="3125568"/>
            </a:xfrm>
            <a:custGeom>
              <a:avLst/>
              <a:gdLst>
                <a:gd name="connsiteX0" fmla="*/ 0 w 2033354"/>
                <a:gd name="connsiteY0" fmla="*/ 0 h 3125568"/>
                <a:gd name="connsiteX1" fmla="*/ 0 w 2033354"/>
                <a:gd name="connsiteY1" fmla="*/ 3125568 h 3125568"/>
                <a:gd name="connsiteX2" fmla="*/ 2033354 w 2033354"/>
                <a:gd name="connsiteY2" fmla="*/ 3125568 h 3125568"/>
              </a:gdLst>
              <a:ahLst/>
              <a:cxnLst>
                <a:cxn ang="0">
                  <a:pos x="connsiteX0" y="connsiteY0"/>
                </a:cxn>
                <a:cxn ang="0">
                  <a:pos x="connsiteX1" y="connsiteY1"/>
                </a:cxn>
                <a:cxn ang="0">
                  <a:pos x="connsiteX2" y="connsiteY2"/>
                </a:cxn>
              </a:cxnLst>
              <a:rect l="l" t="t" r="r" b="b"/>
              <a:pathLst>
                <a:path w="2033354" h="3125568">
                  <a:moveTo>
                    <a:pt x="0" y="0"/>
                  </a:moveTo>
                  <a:lnTo>
                    <a:pt x="0" y="3125568"/>
                  </a:lnTo>
                  <a:lnTo>
                    <a:pt x="2033354" y="3125568"/>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Titre 1">
            <a:extLst>
              <a:ext uri="{FF2B5EF4-FFF2-40B4-BE49-F238E27FC236}">
                <a16:creationId xmlns:a16="http://schemas.microsoft.com/office/drawing/2014/main" id="{D27C77D1-5C4D-F7CB-9542-37C70EF18E84}"/>
              </a:ext>
            </a:extLst>
          </p:cNvPr>
          <p:cNvSpPr>
            <a:spLocks noGrp="1"/>
          </p:cNvSpPr>
          <p:nvPr>
            <p:ph type="title" hasCustomPrompt="1"/>
          </p:nvPr>
        </p:nvSpPr>
        <p:spPr>
          <a:xfrm>
            <a:off x="1027113" y="1276350"/>
            <a:ext cx="10728324" cy="720197"/>
          </a:xfrm>
        </p:spPr>
        <p:txBody>
          <a:bodyPr tIns="0" bIns="0">
            <a:spAutoFit/>
          </a:bodyPr>
          <a:lstStyle>
            <a:lvl1pPr>
              <a:defRPr>
                <a:solidFill>
                  <a:schemeClr val="bg1"/>
                </a:solidFill>
              </a:defRPr>
            </a:lvl1pPr>
          </a:lstStyle>
          <a:p>
            <a:r>
              <a:rPr lang="fr-FR"/>
              <a:t>Title of the slide</a:t>
            </a:r>
            <a:br>
              <a:rPr lang="fr-FR"/>
            </a:br>
            <a:r>
              <a:rPr lang="fr-FR"/>
              <a:t>on two line if necessary</a:t>
            </a:r>
            <a:endParaRPr lang="en-US" dirty="0"/>
          </a:p>
        </p:txBody>
      </p:sp>
      <p:sp>
        <p:nvSpPr>
          <p:cNvPr id="7" name="Espace réservé du texte 5">
            <a:extLst>
              <a:ext uri="{FF2B5EF4-FFF2-40B4-BE49-F238E27FC236}">
                <a16:creationId xmlns:a16="http://schemas.microsoft.com/office/drawing/2014/main" id="{57748347-247E-FD80-0D54-8606E8E18FE5}"/>
              </a:ext>
            </a:extLst>
          </p:cNvPr>
          <p:cNvSpPr>
            <a:spLocks noGrp="1"/>
          </p:cNvSpPr>
          <p:nvPr>
            <p:ph type="body" sz="quarter" idx="13" hasCustomPrompt="1"/>
          </p:nvPr>
        </p:nvSpPr>
        <p:spPr>
          <a:xfrm>
            <a:off x="1027113" y="2005209"/>
            <a:ext cx="10728324" cy="313932"/>
          </a:xfrm>
        </p:spPr>
        <p:txBody>
          <a:bodyPr wrap="square">
            <a:spAutoFit/>
          </a:bodyPr>
          <a:lstStyle>
            <a:lvl1pPr marL="0" indent="0">
              <a:buNone/>
              <a:defRPr b="0">
                <a:solidFill>
                  <a:schemeClr val="bg1"/>
                </a:solidFill>
              </a:defRPr>
            </a:lvl1pPr>
          </a:lstStyle>
          <a:p>
            <a:pPr lvl="0"/>
            <a:r>
              <a:rPr lang="fr-FR"/>
              <a:t>Subtitle of the slide</a:t>
            </a:r>
            <a:endParaRPr lang="fr-FR" dirty="0"/>
          </a:p>
        </p:txBody>
      </p:sp>
      <p:sp>
        <p:nvSpPr>
          <p:cNvPr id="9" name="Espace réservé du texte 4">
            <a:extLst>
              <a:ext uri="{FF2B5EF4-FFF2-40B4-BE49-F238E27FC236}">
                <a16:creationId xmlns:a16="http://schemas.microsoft.com/office/drawing/2014/main" id="{F167DBB0-673A-58CB-65BF-AAEDDF79ADE0}"/>
              </a:ext>
            </a:extLst>
          </p:cNvPr>
          <p:cNvSpPr>
            <a:spLocks noGrp="1"/>
          </p:cNvSpPr>
          <p:nvPr>
            <p:ph type="body" sz="quarter" idx="14" hasCustomPrompt="1"/>
          </p:nvPr>
        </p:nvSpPr>
        <p:spPr>
          <a:xfrm>
            <a:off x="1027113" y="3440780"/>
            <a:ext cx="2345150" cy="387798"/>
          </a:xfrm>
        </p:spPr>
        <p:txBody>
          <a:bodyPr wrap="square" tIns="0" bIns="0">
            <a:spAutoFit/>
          </a:bodyPr>
          <a:lstStyle>
            <a:lvl1pPr marL="0" indent="0">
              <a:lnSpc>
                <a:spcPct val="90000"/>
              </a:lnSpc>
              <a:spcBef>
                <a:spcPts val="0"/>
              </a:spcBef>
              <a:buNone/>
              <a:defRPr sz="1400" b="0">
                <a:solidFill>
                  <a:schemeClr val="bg1"/>
                </a:solidFill>
                <a:latin typeface="+mn-lt"/>
                <a:ea typeface="Source Sans Pro SemiBold" panose="020B0603030403020204" pitchFamily="34" charset="0"/>
              </a:defRPr>
            </a:lvl1pPr>
          </a:lstStyle>
          <a:p>
            <a:pPr lvl="0"/>
            <a:r>
              <a:rPr lang="en-US"/>
              <a:t>Click here to add your text, </a:t>
            </a:r>
            <a:br>
              <a:rPr lang="en-US"/>
            </a:br>
            <a:r>
              <a:rPr lang="en-US"/>
              <a:t>on several lines if necessary</a:t>
            </a:r>
            <a:endParaRPr lang="fr-FR"/>
          </a:p>
        </p:txBody>
      </p:sp>
      <p:sp>
        <p:nvSpPr>
          <p:cNvPr id="10" name="Espace réservé du texte 4">
            <a:extLst>
              <a:ext uri="{FF2B5EF4-FFF2-40B4-BE49-F238E27FC236}">
                <a16:creationId xmlns:a16="http://schemas.microsoft.com/office/drawing/2014/main" id="{4EFD0F17-0C64-8BC0-1334-64BB708BF2EA}"/>
              </a:ext>
            </a:extLst>
          </p:cNvPr>
          <p:cNvSpPr>
            <a:spLocks noGrp="1"/>
          </p:cNvSpPr>
          <p:nvPr>
            <p:ph type="body" sz="quarter" idx="15" hasCustomPrompt="1"/>
          </p:nvPr>
        </p:nvSpPr>
        <p:spPr>
          <a:xfrm>
            <a:off x="1033648" y="2692726"/>
            <a:ext cx="785472" cy="840230"/>
          </a:xfrm>
        </p:spPr>
        <p:txBody>
          <a:bodyPr wrap="none" anchor="ctr">
            <a:spAutoFit/>
          </a:bodyPr>
          <a:lstStyle>
            <a:lvl1pPr marL="0" indent="0" algn="l">
              <a:lnSpc>
                <a:spcPct val="90000"/>
              </a:lnSpc>
              <a:spcBef>
                <a:spcPts val="0"/>
              </a:spcBef>
              <a:buNone/>
              <a:defRPr sz="5400" b="1" spc="0" baseline="0">
                <a:solidFill>
                  <a:schemeClr val="accent5"/>
                </a:solidFill>
                <a:latin typeface="+mn-lt"/>
                <a:ea typeface="Source Sans Pro Semibold" panose="020B0603030403020204" pitchFamily="34" charset="0"/>
              </a:defRPr>
            </a:lvl1pPr>
          </a:lstStyle>
          <a:p>
            <a:pPr lvl="0"/>
            <a:r>
              <a:rPr lang="fr-FR" dirty="0"/>
              <a:t>XX</a:t>
            </a:r>
          </a:p>
        </p:txBody>
      </p:sp>
      <p:sp>
        <p:nvSpPr>
          <p:cNvPr id="11" name="Espace réservé du texte 4">
            <a:extLst>
              <a:ext uri="{FF2B5EF4-FFF2-40B4-BE49-F238E27FC236}">
                <a16:creationId xmlns:a16="http://schemas.microsoft.com/office/drawing/2014/main" id="{C4128897-32C1-E63B-1EAD-FD2662010725}"/>
              </a:ext>
            </a:extLst>
          </p:cNvPr>
          <p:cNvSpPr>
            <a:spLocks noGrp="1"/>
          </p:cNvSpPr>
          <p:nvPr>
            <p:ph type="body" sz="quarter" idx="16" hasCustomPrompt="1"/>
          </p:nvPr>
        </p:nvSpPr>
        <p:spPr>
          <a:xfrm>
            <a:off x="4557898" y="3440780"/>
            <a:ext cx="2345150" cy="387798"/>
          </a:xfrm>
        </p:spPr>
        <p:txBody>
          <a:bodyPr wrap="square" tIns="0" bIns="0">
            <a:spAutoFit/>
          </a:bodyPr>
          <a:lstStyle>
            <a:lvl1pPr marL="0" indent="0">
              <a:lnSpc>
                <a:spcPct val="90000"/>
              </a:lnSpc>
              <a:spcBef>
                <a:spcPts val="0"/>
              </a:spcBef>
              <a:buNone/>
              <a:defRPr sz="1400" b="0">
                <a:solidFill>
                  <a:schemeClr val="bg1"/>
                </a:solidFill>
                <a:latin typeface="+mn-lt"/>
                <a:ea typeface="Source Sans Pro SemiBold" panose="020B0603030403020204" pitchFamily="34" charset="0"/>
              </a:defRPr>
            </a:lvl1pPr>
          </a:lstStyle>
          <a:p>
            <a:pPr lvl="0"/>
            <a:r>
              <a:rPr lang="en-US"/>
              <a:t>Click here to add your text, </a:t>
            </a:r>
            <a:br>
              <a:rPr lang="en-US"/>
            </a:br>
            <a:r>
              <a:rPr lang="en-US"/>
              <a:t>on several lines if necessary</a:t>
            </a:r>
            <a:endParaRPr lang="fr-FR"/>
          </a:p>
        </p:txBody>
      </p:sp>
      <p:sp>
        <p:nvSpPr>
          <p:cNvPr id="12" name="Espace réservé du texte 4">
            <a:extLst>
              <a:ext uri="{FF2B5EF4-FFF2-40B4-BE49-F238E27FC236}">
                <a16:creationId xmlns:a16="http://schemas.microsoft.com/office/drawing/2014/main" id="{9E701D4A-F447-68D2-0D5A-35CE8959B540}"/>
              </a:ext>
            </a:extLst>
          </p:cNvPr>
          <p:cNvSpPr>
            <a:spLocks noGrp="1"/>
          </p:cNvSpPr>
          <p:nvPr>
            <p:ph type="body" sz="quarter" idx="17" hasCustomPrompt="1"/>
          </p:nvPr>
        </p:nvSpPr>
        <p:spPr>
          <a:xfrm>
            <a:off x="4557898" y="2692726"/>
            <a:ext cx="785472" cy="840230"/>
          </a:xfrm>
        </p:spPr>
        <p:txBody>
          <a:bodyPr wrap="none" anchor="ctr">
            <a:spAutoFit/>
          </a:bodyPr>
          <a:lstStyle>
            <a:lvl1pPr marL="0" indent="0" algn="l">
              <a:lnSpc>
                <a:spcPct val="90000"/>
              </a:lnSpc>
              <a:spcBef>
                <a:spcPts val="0"/>
              </a:spcBef>
              <a:buNone/>
              <a:defRPr sz="5400" b="1" spc="0" baseline="0">
                <a:solidFill>
                  <a:schemeClr val="accent5"/>
                </a:solidFill>
                <a:latin typeface="+mn-lt"/>
                <a:ea typeface="Source Sans Pro Semibold" panose="020B0603030403020204" pitchFamily="34" charset="0"/>
              </a:defRPr>
            </a:lvl1pPr>
          </a:lstStyle>
          <a:p>
            <a:pPr lvl="0"/>
            <a:r>
              <a:rPr lang="fr-FR"/>
              <a:t>XX</a:t>
            </a:r>
          </a:p>
        </p:txBody>
      </p:sp>
      <p:sp>
        <p:nvSpPr>
          <p:cNvPr id="13" name="Espace réservé du texte 4">
            <a:extLst>
              <a:ext uri="{FF2B5EF4-FFF2-40B4-BE49-F238E27FC236}">
                <a16:creationId xmlns:a16="http://schemas.microsoft.com/office/drawing/2014/main" id="{44871A87-9BD2-837F-0412-D4BECC2F95AC}"/>
              </a:ext>
            </a:extLst>
          </p:cNvPr>
          <p:cNvSpPr>
            <a:spLocks noGrp="1"/>
          </p:cNvSpPr>
          <p:nvPr>
            <p:ph type="body" sz="quarter" idx="18" hasCustomPrompt="1"/>
          </p:nvPr>
        </p:nvSpPr>
        <p:spPr>
          <a:xfrm>
            <a:off x="8075613" y="3440780"/>
            <a:ext cx="2345150" cy="387798"/>
          </a:xfrm>
        </p:spPr>
        <p:txBody>
          <a:bodyPr wrap="square" tIns="0" bIns="0">
            <a:spAutoFit/>
          </a:bodyPr>
          <a:lstStyle>
            <a:lvl1pPr marL="0" indent="0">
              <a:lnSpc>
                <a:spcPct val="90000"/>
              </a:lnSpc>
              <a:spcBef>
                <a:spcPts val="0"/>
              </a:spcBef>
              <a:buNone/>
              <a:defRPr sz="1400" b="0">
                <a:solidFill>
                  <a:schemeClr val="bg1"/>
                </a:solidFill>
                <a:latin typeface="+mn-lt"/>
                <a:ea typeface="Source Sans Pro SemiBold" panose="020B0603030403020204" pitchFamily="34" charset="0"/>
              </a:defRPr>
            </a:lvl1pPr>
          </a:lstStyle>
          <a:p>
            <a:pPr lvl="0"/>
            <a:r>
              <a:rPr lang="en-US"/>
              <a:t>Click here to add your text, </a:t>
            </a:r>
            <a:br>
              <a:rPr lang="en-US"/>
            </a:br>
            <a:r>
              <a:rPr lang="en-US"/>
              <a:t>on several lines if necessary</a:t>
            </a:r>
            <a:endParaRPr lang="fr-FR"/>
          </a:p>
        </p:txBody>
      </p:sp>
      <p:sp>
        <p:nvSpPr>
          <p:cNvPr id="14" name="Espace réservé du texte 4">
            <a:extLst>
              <a:ext uri="{FF2B5EF4-FFF2-40B4-BE49-F238E27FC236}">
                <a16:creationId xmlns:a16="http://schemas.microsoft.com/office/drawing/2014/main" id="{E433ACD7-7699-775F-BAAA-48389AC75A26}"/>
              </a:ext>
            </a:extLst>
          </p:cNvPr>
          <p:cNvSpPr>
            <a:spLocks noGrp="1"/>
          </p:cNvSpPr>
          <p:nvPr>
            <p:ph type="body" sz="quarter" idx="19" hasCustomPrompt="1"/>
          </p:nvPr>
        </p:nvSpPr>
        <p:spPr>
          <a:xfrm>
            <a:off x="8082148" y="2692726"/>
            <a:ext cx="785472" cy="840230"/>
          </a:xfrm>
        </p:spPr>
        <p:txBody>
          <a:bodyPr wrap="none" anchor="ctr">
            <a:spAutoFit/>
          </a:bodyPr>
          <a:lstStyle>
            <a:lvl1pPr marL="0" indent="0" algn="l">
              <a:lnSpc>
                <a:spcPct val="90000"/>
              </a:lnSpc>
              <a:spcBef>
                <a:spcPts val="0"/>
              </a:spcBef>
              <a:buNone/>
              <a:defRPr sz="5400" b="1" spc="0" baseline="0">
                <a:solidFill>
                  <a:schemeClr val="accent5"/>
                </a:solidFill>
                <a:latin typeface="+mn-lt"/>
                <a:ea typeface="Source Sans Pro Semibold" panose="020B0603030403020204" pitchFamily="34" charset="0"/>
              </a:defRPr>
            </a:lvl1pPr>
          </a:lstStyle>
          <a:p>
            <a:pPr lvl="0"/>
            <a:r>
              <a:rPr lang="fr-FR"/>
              <a:t>XX</a:t>
            </a:r>
          </a:p>
        </p:txBody>
      </p:sp>
      <p:sp>
        <p:nvSpPr>
          <p:cNvPr id="16" name="Espace réservé du texte 4">
            <a:extLst>
              <a:ext uri="{FF2B5EF4-FFF2-40B4-BE49-F238E27FC236}">
                <a16:creationId xmlns:a16="http://schemas.microsoft.com/office/drawing/2014/main" id="{9683382D-20D5-EE87-8653-C454BA7154F3}"/>
              </a:ext>
            </a:extLst>
          </p:cNvPr>
          <p:cNvSpPr>
            <a:spLocks noGrp="1"/>
          </p:cNvSpPr>
          <p:nvPr>
            <p:ph type="body" sz="quarter" idx="20" hasCustomPrompt="1"/>
          </p:nvPr>
        </p:nvSpPr>
        <p:spPr>
          <a:xfrm>
            <a:off x="1027113" y="5078473"/>
            <a:ext cx="2345150" cy="387798"/>
          </a:xfrm>
        </p:spPr>
        <p:txBody>
          <a:bodyPr wrap="square" tIns="0" bIns="0">
            <a:spAutoFit/>
          </a:bodyPr>
          <a:lstStyle>
            <a:lvl1pPr marL="0" indent="0">
              <a:lnSpc>
                <a:spcPct val="90000"/>
              </a:lnSpc>
              <a:spcBef>
                <a:spcPts val="0"/>
              </a:spcBef>
              <a:buNone/>
              <a:defRPr sz="1400" b="0">
                <a:solidFill>
                  <a:schemeClr val="bg1"/>
                </a:solidFill>
                <a:latin typeface="+mn-lt"/>
                <a:ea typeface="Source Sans Pro SemiBold" panose="020B0603030403020204" pitchFamily="34" charset="0"/>
              </a:defRPr>
            </a:lvl1pPr>
          </a:lstStyle>
          <a:p>
            <a:pPr lvl="0"/>
            <a:r>
              <a:rPr lang="en-US"/>
              <a:t>Click here to add your text, </a:t>
            </a:r>
            <a:br>
              <a:rPr lang="en-US"/>
            </a:br>
            <a:r>
              <a:rPr lang="en-US"/>
              <a:t>on several lines if necessary</a:t>
            </a:r>
            <a:endParaRPr lang="fr-FR"/>
          </a:p>
        </p:txBody>
      </p:sp>
      <p:sp>
        <p:nvSpPr>
          <p:cNvPr id="17" name="Espace réservé du texte 4">
            <a:extLst>
              <a:ext uri="{FF2B5EF4-FFF2-40B4-BE49-F238E27FC236}">
                <a16:creationId xmlns:a16="http://schemas.microsoft.com/office/drawing/2014/main" id="{E4F3705C-9737-294F-838F-CCEEA7A0324F}"/>
              </a:ext>
            </a:extLst>
          </p:cNvPr>
          <p:cNvSpPr>
            <a:spLocks noGrp="1"/>
          </p:cNvSpPr>
          <p:nvPr>
            <p:ph type="body" sz="quarter" idx="21" hasCustomPrompt="1"/>
          </p:nvPr>
        </p:nvSpPr>
        <p:spPr>
          <a:xfrm>
            <a:off x="1033648" y="4330419"/>
            <a:ext cx="785472" cy="840230"/>
          </a:xfrm>
        </p:spPr>
        <p:txBody>
          <a:bodyPr wrap="none" anchor="ctr">
            <a:spAutoFit/>
          </a:bodyPr>
          <a:lstStyle>
            <a:lvl1pPr marL="0" indent="0" algn="l">
              <a:lnSpc>
                <a:spcPct val="90000"/>
              </a:lnSpc>
              <a:spcBef>
                <a:spcPts val="0"/>
              </a:spcBef>
              <a:buNone/>
              <a:defRPr sz="5400" b="1" spc="0" baseline="0">
                <a:solidFill>
                  <a:schemeClr val="accent5"/>
                </a:solidFill>
                <a:latin typeface="+mn-lt"/>
                <a:ea typeface="Source Sans Pro Semibold" panose="020B0603030403020204" pitchFamily="34" charset="0"/>
              </a:defRPr>
            </a:lvl1pPr>
          </a:lstStyle>
          <a:p>
            <a:pPr lvl="0"/>
            <a:r>
              <a:rPr lang="fr-FR"/>
              <a:t>XX</a:t>
            </a:r>
          </a:p>
        </p:txBody>
      </p:sp>
      <p:sp>
        <p:nvSpPr>
          <p:cNvPr id="18" name="Espace réservé du texte 4">
            <a:extLst>
              <a:ext uri="{FF2B5EF4-FFF2-40B4-BE49-F238E27FC236}">
                <a16:creationId xmlns:a16="http://schemas.microsoft.com/office/drawing/2014/main" id="{09B7B951-4F72-CF7F-44C5-778A1DFCA51F}"/>
              </a:ext>
            </a:extLst>
          </p:cNvPr>
          <p:cNvSpPr>
            <a:spLocks noGrp="1"/>
          </p:cNvSpPr>
          <p:nvPr>
            <p:ph type="body" sz="quarter" idx="22" hasCustomPrompt="1"/>
          </p:nvPr>
        </p:nvSpPr>
        <p:spPr>
          <a:xfrm>
            <a:off x="4557898" y="5078473"/>
            <a:ext cx="2345150" cy="387798"/>
          </a:xfrm>
        </p:spPr>
        <p:txBody>
          <a:bodyPr wrap="square" tIns="0" bIns="0">
            <a:spAutoFit/>
          </a:bodyPr>
          <a:lstStyle>
            <a:lvl1pPr marL="0" indent="0">
              <a:lnSpc>
                <a:spcPct val="90000"/>
              </a:lnSpc>
              <a:spcBef>
                <a:spcPts val="0"/>
              </a:spcBef>
              <a:buNone/>
              <a:defRPr sz="1400" b="0">
                <a:solidFill>
                  <a:schemeClr val="bg1"/>
                </a:solidFill>
                <a:latin typeface="+mn-lt"/>
                <a:ea typeface="Source Sans Pro SemiBold" panose="020B0603030403020204" pitchFamily="34" charset="0"/>
              </a:defRPr>
            </a:lvl1pPr>
          </a:lstStyle>
          <a:p>
            <a:pPr lvl="0"/>
            <a:r>
              <a:rPr lang="en-US"/>
              <a:t>Click here to add your text, </a:t>
            </a:r>
            <a:br>
              <a:rPr lang="en-US"/>
            </a:br>
            <a:r>
              <a:rPr lang="en-US"/>
              <a:t>on several lines if necessary</a:t>
            </a:r>
            <a:endParaRPr lang="fr-FR"/>
          </a:p>
        </p:txBody>
      </p:sp>
      <p:sp>
        <p:nvSpPr>
          <p:cNvPr id="19" name="Espace réservé du texte 4">
            <a:extLst>
              <a:ext uri="{FF2B5EF4-FFF2-40B4-BE49-F238E27FC236}">
                <a16:creationId xmlns:a16="http://schemas.microsoft.com/office/drawing/2014/main" id="{578B119F-A716-77FD-D4D0-BCE1C6CBCED5}"/>
              </a:ext>
            </a:extLst>
          </p:cNvPr>
          <p:cNvSpPr>
            <a:spLocks noGrp="1"/>
          </p:cNvSpPr>
          <p:nvPr>
            <p:ph type="body" sz="quarter" idx="23" hasCustomPrompt="1"/>
          </p:nvPr>
        </p:nvSpPr>
        <p:spPr>
          <a:xfrm>
            <a:off x="4557898" y="4330419"/>
            <a:ext cx="785472" cy="840230"/>
          </a:xfrm>
        </p:spPr>
        <p:txBody>
          <a:bodyPr wrap="none" anchor="ctr">
            <a:spAutoFit/>
          </a:bodyPr>
          <a:lstStyle>
            <a:lvl1pPr marL="0" indent="0" algn="l">
              <a:lnSpc>
                <a:spcPct val="90000"/>
              </a:lnSpc>
              <a:spcBef>
                <a:spcPts val="0"/>
              </a:spcBef>
              <a:buNone/>
              <a:defRPr sz="5400" b="1" spc="0" baseline="0">
                <a:solidFill>
                  <a:schemeClr val="accent5"/>
                </a:solidFill>
                <a:latin typeface="+mn-lt"/>
                <a:ea typeface="Source Sans Pro Semibold" panose="020B0603030403020204" pitchFamily="34" charset="0"/>
              </a:defRPr>
            </a:lvl1pPr>
          </a:lstStyle>
          <a:p>
            <a:pPr lvl="0"/>
            <a:r>
              <a:rPr lang="fr-FR"/>
              <a:t>XX</a:t>
            </a:r>
          </a:p>
        </p:txBody>
      </p:sp>
      <p:sp>
        <p:nvSpPr>
          <p:cNvPr id="20" name="Espace réservé du texte 4">
            <a:extLst>
              <a:ext uri="{FF2B5EF4-FFF2-40B4-BE49-F238E27FC236}">
                <a16:creationId xmlns:a16="http://schemas.microsoft.com/office/drawing/2014/main" id="{8B1D0719-6033-AF9E-6136-8969A14FCB80}"/>
              </a:ext>
            </a:extLst>
          </p:cNvPr>
          <p:cNvSpPr>
            <a:spLocks noGrp="1"/>
          </p:cNvSpPr>
          <p:nvPr>
            <p:ph type="body" sz="quarter" idx="24" hasCustomPrompt="1"/>
          </p:nvPr>
        </p:nvSpPr>
        <p:spPr>
          <a:xfrm>
            <a:off x="8075613" y="5078473"/>
            <a:ext cx="2345150" cy="387798"/>
          </a:xfrm>
        </p:spPr>
        <p:txBody>
          <a:bodyPr wrap="square" tIns="0" bIns="0">
            <a:spAutoFit/>
          </a:bodyPr>
          <a:lstStyle>
            <a:lvl1pPr marL="0" indent="0">
              <a:lnSpc>
                <a:spcPct val="90000"/>
              </a:lnSpc>
              <a:spcBef>
                <a:spcPts val="0"/>
              </a:spcBef>
              <a:buNone/>
              <a:defRPr sz="1400" b="0">
                <a:solidFill>
                  <a:schemeClr val="bg1"/>
                </a:solidFill>
                <a:latin typeface="+mn-lt"/>
                <a:ea typeface="Source Sans Pro SemiBold" panose="020B0603030403020204" pitchFamily="34" charset="0"/>
              </a:defRPr>
            </a:lvl1pPr>
          </a:lstStyle>
          <a:p>
            <a:pPr lvl="0"/>
            <a:r>
              <a:rPr lang="en-US"/>
              <a:t>Click here to add your text, </a:t>
            </a:r>
            <a:br>
              <a:rPr lang="en-US"/>
            </a:br>
            <a:r>
              <a:rPr lang="en-US"/>
              <a:t>on several lines if necessary</a:t>
            </a:r>
            <a:endParaRPr lang="fr-FR"/>
          </a:p>
        </p:txBody>
      </p:sp>
      <p:sp>
        <p:nvSpPr>
          <p:cNvPr id="21" name="Espace réservé du texte 4">
            <a:extLst>
              <a:ext uri="{FF2B5EF4-FFF2-40B4-BE49-F238E27FC236}">
                <a16:creationId xmlns:a16="http://schemas.microsoft.com/office/drawing/2014/main" id="{3B8B4F1C-8303-92E3-56CA-D6DACFA23886}"/>
              </a:ext>
            </a:extLst>
          </p:cNvPr>
          <p:cNvSpPr>
            <a:spLocks noGrp="1"/>
          </p:cNvSpPr>
          <p:nvPr>
            <p:ph type="body" sz="quarter" idx="25" hasCustomPrompt="1"/>
          </p:nvPr>
        </p:nvSpPr>
        <p:spPr>
          <a:xfrm>
            <a:off x="8082148" y="4330419"/>
            <a:ext cx="785472" cy="840230"/>
          </a:xfrm>
        </p:spPr>
        <p:txBody>
          <a:bodyPr wrap="none" anchor="ctr">
            <a:spAutoFit/>
          </a:bodyPr>
          <a:lstStyle>
            <a:lvl1pPr marL="0" indent="0" algn="l">
              <a:lnSpc>
                <a:spcPct val="90000"/>
              </a:lnSpc>
              <a:spcBef>
                <a:spcPts val="0"/>
              </a:spcBef>
              <a:buNone/>
              <a:defRPr sz="5400" b="1" spc="0" baseline="0">
                <a:solidFill>
                  <a:schemeClr val="accent5"/>
                </a:solidFill>
                <a:latin typeface="+mn-lt"/>
                <a:ea typeface="Source Sans Pro Semibold" panose="020B0603030403020204" pitchFamily="34" charset="0"/>
              </a:defRPr>
            </a:lvl1pPr>
          </a:lstStyle>
          <a:p>
            <a:pPr lvl="0"/>
            <a:r>
              <a:rPr lang="fr-FR"/>
              <a:t>XX</a:t>
            </a:r>
          </a:p>
        </p:txBody>
      </p:sp>
    </p:spTree>
    <p:extLst>
      <p:ext uri="{BB962C8B-B14F-4D97-AF65-F5344CB8AC3E}">
        <p14:creationId xmlns:p14="http://schemas.microsoft.com/office/powerpoint/2010/main" val="370356012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x1 contact">
    <p:bg>
      <p:bgPr>
        <a:solidFill>
          <a:schemeClr val="tx1"/>
        </a:solidFill>
        <a:effectLst/>
      </p:bgPr>
    </p:bg>
    <p:spTree>
      <p:nvGrpSpPr>
        <p:cNvPr id="1" name=""/>
        <p:cNvGrpSpPr/>
        <p:nvPr/>
      </p:nvGrpSpPr>
      <p:grpSpPr>
        <a:xfrm>
          <a:off x="0" y="0"/>
          <a:ext cx="0" cy="0"/>
          <a:chOff x="0" y="0"/>
          <a:chExt cx="0" cy="0"/>
        </a:xfrm>
      </p:grpSpPr>
      <p:grpSp>
        <p:nvGrpSpPr>
          <p:cNvPr id="36" name="Groupe 35">
            <a:extLst>
              <a:ext uri="{FF2B5EF4-FFF2-40B4-BE49-F238E27FC236}">
                <a16:creationId xmlns:a16="http://schemas.microsoft.com/office/drawing/2014/main" id="{96C7FBF9-E5BF-A9B6-AC29-D1CDC8AE0345}"/>
              </a:ext>
            </a:extLst>
          </p:cNvPr>
          <p:cNvGrpSpPr/>
          <p:nvPr userDrawn="1"/>
        </p:nvGrpSpPr>
        <p:grpSpPr>
          <a:xfrm>
            <a:off x="9894472" y="253835"/>
            <a:ext cx="1998542" cy="6604165"/>
            <a:chOff x="9890391" y="1"/>
            <a:chExt cx="1998542" cy="6604165"/>
          </a:xfrm>
        </p:grpSpPr>
        <p:sp>
          <p:nvSpPr>
            <p:cNvPr id="35" name="Forme libre : forme 34">
              <a:extLst>
                <a:ext uri="{FF2B5EF4-FFF2-40B4-BE49-F238E27FC236}">
                  <a16:creationId xmlns:a16="http://schemas.microsoft.com/office/drawing/2014/main" id="{CBB933F6-A3AE-A6C5-66EE-D72238A9D121}"/>
                </a:ext>
              </a:extLst>
            </p:cNvPr>
            <p:cNvSpPr/>
            <p:nvPr userDrawn="1"/>
          </p:nvSpPr>
          <p:spPr>
            <a:xfrm rot="16200000" flipH="1">
              <a:off x="9703800" y="186592"/>
              <a:ext cx="2371724" cy="1998542"/>
            </a:xfrm>
            <a:custGeom>
              <a:avLst/>
              <a:gdLst>
                <a:gd name="connsiteX0" fmla="*/ 0 w 2371724"/>
                <a:gd name="connsiteY0" fmla="*/ 1647150 h 1998542"/>
                <a:gd name="connsiteX1" fmla="*/ 0 w 2371724"/>
                <a:gd name="connsiteY1" fmla="*/ 1998542 h 1998542"/>
                <a:gd name="connsiteX2" fmla="*/ 2371724 w 2371724"/>
                <a:gd name="connsiteY2" fmla="*/ 1998542 h 1998542"/>
                <a:gd name="connsiteX3" fmla="*/ 1071562 w 2371724"/>
                <a:gd name="connsiteY3" fmla="*/ 0 h 1998542"/>
              </a:gdLst>
              <a:ahLst/>
              <a:cxnLst>
                <a:cxn ang="0">
                  <a:pos x="connsiteX0" y="connsiteY0"/>
                </a:cxn>
                <a:cxn ang="0">
                  <a:pos x="connsiteX1" y="connsiteY1"/>
                </a:cxn>
                <a:cxn ang="0">
                  <a:pos x="connsiteX2" y="connsiteY2"/>
                </a:cxn>
                <a:cxn ang="0">
                  <a:pos x="connsiteX3" y="connsiteY3"/>
                </a:cxn>
              </a:cxnLst>
              <a:rect l="l" t="t" r="r" b="b"/>
              <a:pathLst>
                <a:path w="2371724" h="1998542">
                  <a:moveTo>
                    <a:pt x="0" y="1647150"/>
                  </a:moveTo>
                  <a:lnTo>
                    <a:pt x="0" y="1998542"/>
                  </a:lnTo>
                  <a:lnTo>
                    <a:pt x="2371724" y="1998542"/>
                  </a:lnTo>
                  <a:lnTo>
                    <a:pt x="1071562"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1" name="Freeform 26">
              <a:extLst>
                <a:ext uri="{FF2B5EF4-FFF2-40B4-BE49-F238E27FC236}">
                  <a16:creationId xmlns:a16="http://schemas.microsoft.com/office/drawing/2014/main" id="{1BBAE00B-9854-A322-10EF-03D0F52942C4}"/>
                </a:ext>
              </a:extLst>
            </p:cNvPr>
            <p:cNvSpPr>
              <a:spLocks/>
            </p:cNvSpPr>
            <p:nvPr userDrawn="1"/>
          </p:nvSpPr>
          <p:spPr>
            <a:xfrm rot="16200000" flipH="1">
              <a:off x="10364704" y="5763898"/>
              <a:ext cx="950220" cy="730315"/>
            </a:xfrm>
            <a:custGeom>
              <a:avLst/>
              <a:gdLst>
                <a:gd name="connsiteX0" fmla="*/ 0 w 1499630"/>
                <a:gd name="connsiteY0" fmla="*/ 1152577 h 1152577"/>
                <a:gd name="connsiteX1" fmla="*/ 1499630 w 1499630"/>
                <a:gd name="connsiteY1" fmla="*/ 1152577 h 1152577"/>
                <a:gd name="connsiteX2" fmla="*/ 749815 w 1499630"/>
                <a:gd name="connsiteY2" fmla="*/ 0 h 1152577"/>
              </a:gdLst>
              <a:ahLst/>
              <a:cxnLst>
                <a:cxn ang="0">
                  <a:pos x="connsiteX0" y="connsiteY0"/>
                </a:cxn>
                <a:cxn ang="0">
                  <a:pos x="connsiteX1" y="connsiteY1"/>
                </a:cxn>
                <a:cxn ang="0">
                  <a:pos x="connsiteX2" y="connsiteY2"/>
                </a:cxn>
              </a:cxnLst>
              <a:rect l="l" t="t" r="r" b="b"/>
              <a:pathLst>
                <a:path w="1499630" h="1152577">
                  <a:moveTo>
                    <a:pt x="0" y="1152577"/>
                  </a:moveTo>
                  <a:lnTo>
                    <a:pt x="1499630" y="1152577"/>
                  </a:lnTo>
                  <a:lnTo>
                    <a:pt x="749815"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userDrawn="1">
            <p:ph type="ftr" sz="quarter" idx="10"/>
          </p:nvPr>
        </p:nvSpPr>
        <p:spPr>
          <a:xfrm>
            <a:off x="1511300" y="6385984"/>
            <a:ext cx="2879219"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userDrawn="1">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grpSp>
        <p:nvGrpSpPr>
          <p:cNvPr id="5" name="Groupe 4">
            <a:extLst>
              <a:ext uri="{FF2B5EF4-FFF2-40B4-BE49-F238E27FC236}">
                <a16:creationId xmlns:a16="http://schemas.microsoft.com/office/drawing/2014/main" id="{54BE906C-D28B-8316-35CB-7A7F2F6E231C}"/>
              </a:ext>
            </a:extLst>
          </p:cNvPr>
          <p:cNvGrpSpPr/>
          <p:nvPr userDrawn="1"/>
        </p:nvGrpSpPr>
        <p:grpSpPr>
          <a:xfrm>
            <a:off x="4597400" y="6448996"/>
            <a:ext cx="2997200" cy="168374"/>
            <a:chOff x="4597400" y="6448996"/>
            <a:chExt cx="2997200" cy="168374"/>
          </a:xfrm>
        </p:grpSpPr>
        <p:sp>
          <p:nvSpPr>
            <p:cNvPr id="38" name="Graphique 38">
              <a:hlinkClick r:id="rId2"/>
              <a:extLst>
                <a:ext uri="{FF2B5EF4-FFF2-40B4-BE49-F238E27FC236}">
                  <a16:creationId xmlns:a16="http://schemas.microsoft.com/office/drawing/2014/main" id="{14C3CFAA-2E92-7D5F-36E4-833E3DA9367A}"/>
                </a:ext>
              </a:extLst>
            </p:cNvPr>
            <p:cNvSpPr>
              <a:spLocks noChangeAspect="1"/>
            </p:cNvSpPr>
            <p:nvPr/>
          </p:nvSpPr>
          <p:spPr>
            <a:xfrm>
              <a:off x="5729283" y="6448996"/>
              <a:ext cx="236686" cy="168374"/>
            </a:xfrm>
            <a:custGeom>
              <a:avLst/>
              <a:gdLst>
                <a:gd name="connsiteX0" fmla="*/ 290513 w 292417"/>
                <a:gd name="connsiteY0" fmla="*/ 70859 h 208018"/>
                <a:gd name="connsiteX1" fmla="*/ 284798 w 292417"/>
                <a:gd name="connsiteY1" fmla="*/ 34664 h 208018"/>
                <a:gd name="connsiteX2" fmla="*/ 256223 w 292417"/>
                <a:gd name="connsiteY2" fmla="*/ 6089 h 208018"/>
                <a:gd name="connsiteX3" fmla="*/ 233363 w 292417"/>
                <a:gd name="connsiteY3" fmla="*/ 3231 h 208018"/>
                <a:gd name="connsiteX4" fmla="*/ 171450 w 292417"/>
                <a:gd name="connsiteY4" fmla="*/ 374 h 208018"/>
                <a:gd name="connsiteX5" fmla="*/ 72390 w 292417"/>
                <a:gd name="connsiteY5" fmla="*/ 2279 h 208018"/>
                <a:gd name="connsiteX6" fmla="*/ 39053 w 292417"/>
                <a:gd name="connsiteY6" fmla="*/ 5136 h 208018"/>
                <a:gd name="connsiteX7" fmla="*/ 5715 w 292417"/>
                <a:gd name="connsiteY7" fmla="*/ 36569 h 208018"/>
                <a:gd name="connsiteX8" fmla="*/ 2858 w 292417"/>
                <a:gd name="connsiteY8" fmla="*/ 56571 h 208018"/>
                <a:gd name="connsiteX9" fmla="*/ 0 w 292417"/>
                <a:gd name="connsiteY9" fmla="*/ 122294 h 208018"/>
                <a:gd name="connsiteX10" fmla="*/ 5715 w 292417"/>
                <a:gd name="connsiteY10" fmla="*/ 168966 h 208018"/>
                <a:gd name="connsiteX11" fmla="*/ 39053 w 292417"/>
                <a:gd name="connsiteY11" fmla="*/ 201351 h 208018"/>
                <a:gd name="connsiteX12" fmla="*/ 71438 w 292417"/>
                <a:gd name="connsiteY12" fmla="*/ 205161 h 208018"/>
                <a:gd name="connsiteX13" fmla="*/ 124778 w 292417"/>
                <a:gd name="connsiteY13" fmla="*/ 207066 h 208018"/>
                <a:gd name="connsiteX14" fmla="*/ 145733 w 292417"/>
                <a:gd name="connsiteY14" fmla="*/ 208019 h 208018"/>
                <a:gd name="connsiteX15" fmla="*/ 145733 w 292417"/>
                <a:gd name="connsiteY15" fmla="*/ 208019 h 208018"/>
                <a:gd name="connsiteX16" fmla="*/ 233363 w 292417"/>
                <a:gd name="connsiteY16" fmla="*/ 205161 h 208018"/>
                <a:gd name="connsiteX17" fmla="*/ 258128 w 292417"/>
                <a:gd name="connsiteY17" fmla="*/ 201351 h 208018"/>
                <a:gd name="connsiteX18" fmla="*/ 286703 w 292417"/>
                <a:gd name="connsiteY18" fmla="*/ 170871 h 208018"/>
                <a:gd name="connsiteX19" fmla="*/ 292418 w 292417"/>
                <a:gd name="connsiteY19" fmla="*/ 112769 h 208018"/>
                <a:gd name="connsiteX20" fmla="*/ 290513 w 292417"/>
                <a:gd name="connsiteY20" fmla="*/ 70859 h 208018"/>
                <a:gd name="connsiteX21" fmla="*/ 193358 w 292417"/>
                <a:gd name="connsiteY21" fmla="*/ 107054 h 208018"/>
                <a:gd name="connsiteX22" fmla="*/ 120015 w 292417"/>
                <a:gd name="connsiteY22" fmla="*/ 149916 h 208018"/>
                <a:gd name="connsiteX23" fmla="*/ 118110 w 292417"/>
                <a:gd name="connsiteY23" fmla="*/ 150869 h 208018"/>
                <a:gd name="connsiteX24" fmla="*/ 116205 w 292417"/>
                <a:gd name="connsiteY24" fmla="*/ 149916 h 208018"/>
                <a:gd name="connsiteX25" fmla="*/ 114300 w 292417"/>
                <a:gd name="connsiteY25" fmla="*/ 146106 h 208018"/>
                <a:gd name="connsiteX26" fmla="*/ 114300 w 292417"/>
                <a:gd name="connsiteY26" fmla="*/ 61334 h 208018"/>
                <a:gd name="connsiteX27" fmla="*/ 116205 w 292417"/>
                <a:gd name="connsiteY27" fmla="*/ 57524 h 208018"/>
                <a:gd name="connsiteX28" fmla="*/ 120968 w 292417"/>
                <a:gd name="connsiteY28" fmla="*/ 57524 h 208018"/>
                <a:gd name="connsiteX29" fmla="*/ 194310 w 292417"/>
                <a:gd name="connsiteY29" fmla="*/ 99434 h 208018"/>
                <a:gd name="connsiteX30" fmla="*/ 196215 w 292417"/>
                <a:gd name="connsiteY30" fmla="*/ 103244 h 208018"/>
                <a:gd name="connsiteX31" fmla="*/ 193358 w 292417"/>
                <a:gd name="connsiteY31" fmla="*/ 107054 h 208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92417" h="208018">
                  <a:moveTo>
                    <a:pt x="290513" y="70859"/>
                  </a:moveTo>
                  <a:cubicBezTo>
                    <a:pt x="290513" y="58476"/>
                    <a:pt x="288608" y="46094"/>
                    <a:pt x="284798" y="34664"/>
                  </a:cubicBezTo>
                  <a:cubicBezTo>
                    <a:pt x="281940" y="20376"/>
                    <a:pt x="270510" y="8946"/>
                    <a:pt x="256223" y="6089"/>
                  </a:cubicBezTo>
                  <a:cubicBezTo>
                    <a:pt x="248603" y="4184"/>
                    <a:pt x="240983" y="3231"/>
                    <a:pt x="233363" y="3231"/>
                  </a:cubicBezTo>
                  <a:cubicBezTo>
                    <a:pt x="216218" y="2279"/>
                    <a:pt x="194310" y="1326"/>
                    <a:pt x="171450" y="374"/>
                  </a:cubicBezTo>
                  <a:cubicBezTo>
                    <a:pt x="139065" y="-579"/>
                    <a:pt x="105728" y="374"/>
                    <a:pt x="72390" y="2279"/>
                  </a:cubicBezTo>
                  <a:cubicBezTo>
                    <a:pt x="60960" y="2279"/>
                    <a:pt x="49530" y="3231"/>
                    <a:pt x="39053" y="5136"/>
                  </a:cubicBezTo>
                  <a:cubicBezTo>
                    <a:pt x="21908" y="7041"/>
                    <a:pt x="8573" y="20376"/>
                    <a:pt x="5715" y="36569"/>
                  </a:cubicBezTo>
                  <a:cubicBezTo>
                    <a:pt x="4763" y="43236"/>
                    <a:pt x="3810" y="49904"/>
                    <a:pt x="2858" y="56571"/>
                  </a:cubicBezTo>
                  <a:cubicBezTo>
                    <a:pt x="0" y="78479"/>
                    <a:pt x="0" y="100386"/>
                    <a:pt x="0" y="122294"/>
                  </a:cubicBezTo>
                  <a:cubicBezTo>
                    <a:pt x="0" y="138486"/>
                    <a:pt x="1905" y="153726"/>
                    <a:pt x="5715" y="168966"/>
                  </a:cubicBezTo>
                  <a:cubicBezTo>
                    <a:pt x="8573" y="186111"/>
                    <a:pt x="21908" y="198494"/>
                    <a:pt x="39053" y="201351"/>
                  </a:cubicBezTo>
                  <a:cubicBezTo>
                    <a:pt x="49530" y="203256"/>
                    <a:pt x="60008" y="204209"/>
                    <a:pt x="71438" y="205161"/>
                  </a:cubicBezTo>
                  <a:cubicBezTo>
                    <a:pt x="89535" y="206114"/>
                    <a:pt x="106680" y="206114"/>
                    <a:pt x="124778" y="207066"/>
                  </a:cubicBezTo>
                  <a:lnTo>
                    <a:pt x="145733" y="208019"/>
                  </a:lnTo>
                  <a:lnTo>
                    <a:pt x="145733" y="208019"/>
                  </a:lnTo>
                  <a:cubicBezTo>
                    <a:pt x="173355" y="208019"/>
                    <a:pt x="202883" y="207066"/>
                    <a:pt x="233363" y="205161"/>
                  </a:cubicBezTo>
                  <a:cubicBezTo>
                    <a:pt x="241935" y="205161"/>
                    <a:pt x="249555" y="203256"/>
                    <a:pt x="258128" y="201351"/>
                  </a:cubicBezTo>
                  <a:cubicBezTo>
                    <a:pt x="273368" y="197541"/>
                    <a:pt x="283845" y="186111"/>
                    <a:pt x="286703" y="170871"/>
                  </a:cubicBezTo>
                  <a:cubicBezTo>
                    <a:pt x="290513" y="151821"/>
                    <a:pt x="292418" y="131819"/>
                    <a:pt x="292418" y="112769"/>
                  </a:cubicBezTo>
                  <a:cubicBezTo>
                    <a:pt x="291465" y="96576"/>
                    <a:pt x="291465" y="82289"/>
                    <a:pt x="290513" y="70859"/>
                  </a:cubicBezTo>
                  <a:close/>
                  <a:moveTo>
                    <a:pt x="193358" y="107054"/>
                  </a:moveTo>
                  <a:lnTo>
                    <a:pt x="120015" y="149916"/>
                  </a:lnTo>
                  <a:cubicBezTo>
                    <a:pt x="119063" y="149916"/>
                    <a:pt x="118110" y="150869"/>
                    <a:pt x="118110" y="150869"/>
                  </a:cubicBezTo>
                  <a:cubicBezTo>
                    <a:pt x="117158" y="150869"/>
                    <a:pt x="116205" y="150869"/>
                    <a:pt x="116205" y="149916"/>
                  </a:cubicBezTo>
                  <a:cubicBezTo>
                    <a:pt x="114300" y="148964"/>
                    <a:pt x="114300" y="147059"/>
                    <a:pt x="114300" y="146106"/>
                  </a:cubicBezTo>
                  <a:lnTo>
                    <a:pt x="114300" y="61334"/>
                  </a:lnTo>
                  <a:cubicBezTo>
                    <a:pt x="114300" y="59429"/>
                    <a:pt x="115253" y="58476"/>
                    <a:pt x="116205" y="57524"/>
                  </a:cubicBezTo>
                  <a:cubicBezTo>
                    <a:pt x="118110" y="56571"/>
                    <a:pt x="119063" y="56571"/>
                    <a:pt x="120968" y="57524"/>
                  </a:cubicBezTo>
                  <a:lnTo>
                    <a:pt x="194310" y="99434"/>
                  </a:lnTo>
                  <a:cubicBezTo>
                    <a:pt x="196215" y="100386"/>
                    <a:pt x="197168" y="102291"/>
                    <a:pt x="196215" y="103244"/>
                  </a:cubicBezTo>
                  <a:cubicBezTo>
                    <a:pt x="195263" y="105149"/>
                    <a:pt x="195263" y="106101"/>
                    <a:pt x="193358" y="107054"/>
                  </a:cubicBezTo>
                  <a:close/>
                </a:path>
              </a:pathLst>
            </a:custGeom>
            <a:solidFill>
              <a:schemeClr val="bg1"/>
            </a:solidFill>
            <a:ln w="9525" cap="flat">
              <a:noFill/>
              <a:prstDash val="solid"/>
              <a:miter/>
            </a:ln>
          </p:spPr>
          <p:txBody>
            <a:bodyPr rtlCol="0" anchor="ctr"/>
            <a:lstStyle/>
            <a:p>
              <a:endParaRPr lang="fr-FR"/>
            </a:p>
          </p:txBody>
        </p:sp>
        <p:sp>
          <p:nvSpPr>
            <p:cNvPr id="39" name="Forme libre : forme 38">
              <a:hlinkClick r:id="rId3"/>
              <a:extLst>
                <a:ext uri="{FF2B5EF4-FFF2-40B4-BE49-F238E27FC236}">
                  <a16:creationId xmlns:a16="http://schemas.microsoft.com/office/drawing/2014/main" id="{FDB7F279-27F9-5EE0-6138-C882951E9483}"/>
                </a:ext>
              </a:extLst>
            </p:cNvPr>
            <p:cNvSpPr>
              <a:spLocks noChangeAspect="1"/>
            </p:cNvSpPr>
            <p:nvPr/>
          </p:nvSpPr>
          <p:spPr>
            <a:xfrm>
              <a:off x="4597400" y="6448996"/>
              <a:ext cx="205135" cy="168374"/>
            </a:xfrm>
            <a:custGeom>
              <a:avLst/>
              <a:gdLst>
                <a:gd name="connsiteX0" fmla="*/ 300038 w 300037"/>
                <a:gd name="connsiteY0" fmla="*/ 30049 h 246266"/>
                <a:gd name="connsiteX1" fmla="*/ 265748 w 300037"/>
                <a:gd name="connsiteY1" fmla="*/ 39574 h 246266"/>
                <a:gd name="connsiteX2" fmla="*/ 291465 w 300037"/>
                <a:gd name="connsiteY2" fmla="*/ 6237 h 246266"/>
                <a:gd name="connsiteX3" fmla="*/ 253365 w 300037"/>
                <a:gd name="connsiteY3" fmla="*/ 19572 h 246266"/>
                <a:gd name="connsiteX4" fmla="*/ 253365 w 300037"/>
                <a:gd name="connsiteY4" fmla="*/ 19572 h 246266"/>
                <a:gd name="connsiteX5" fmla="*/ 184785 w 300037"/>
                <a:gd name="connsiteY5" fmla="*/ 4332 h 246266"/>
                <a:gd name="connsiteX6" fmla="*/ 145733 w 300037"/>
                <a:gd name="connsiteY6" fmla="*/ 62434 h 246266"/>
                <a:gd name="connsiteX7" fmla="*/ 147638 w 300037"/>
                <a:gd name="connsiteY7" fmla="*/ 75770 h 246266"/>
                <a:gd name="connsiteX8" fmla="*/ 147638 w 300037"/>
                <a:gd name="connsiteY8" fmla="*/ 75770 h 246266"/>
                <a:gd name="connsiteX9" fmla="*/ 20003 w 300037"/>
                <a:gd name="connsiteY9" fmla="*/ 12904 h 246266"/>
                <a:gd name="connsiteX10" fmla="*/ 39053 w 300037"/>
                <a:gd name="connsiteY10" fmla="*/ 94819 h 246266"/>
                <a:gd name="connsiteX11" fmla="*/ 12383 w 300037"/>
                <a:gd name="connsiteY11" fmla="*/ 88152 h 246266"/>
                <a:gd name="connsiteX12" fmla="*/ 60008 w 300037"/>
                <a:gd name="connsiteY12" fmla="*/ 149112 h 246266"/>
                <a:gd name="connsiteX13" fmla="*/ 34290 w 300037"/>
                <a:gd name="connsiteY13" fmla="*/ 151017 h 246266"/>
                <a:gd name="connsiteX14" fmla="*/ 89535 w 300037"/>
                <a:gd name="connsiteY14" fmla="*/ 192927 h 246266"/>
                <a:gd name="connsiteX15" fmla="*/ 0 w 300037"/>
                <a:gd name="connsiteY15" fmla="*/ 218644 h 246266"/>
                <a:gd name="connsiteX16" fmla="*/ 97155 w 300037"/>
                <a:gd name="connsiteY16" fmla="*/ 246267 h 246266"/>
                <a:gd name="connsiteX17" fmla="*/ 222885 w 300037"/>
                <a:gd name="connsiteY17" fmla="*/ 192927 h 246266"/>
                <a:gd name="connsiteX18" fmla="*/ 270510 w 300037"/>
                <a:gd name="connsiteY18" fmla="*/ 65292 h 246266"/>
                <a:gd name="connsiteX19" fmla="*/ 270510 w 300037"/>
                <a:gd name="connsiteY19" fmla="*/ 62434 h 246266"/>
                <a:gd name="connsiteX20" fmla="*/ 300038 w 300037"/>
                <a:gd name="connsiteY20" fmla="*/ 30049 h 246266"/>
                <a:gd name="connsiteX21" fmla="*/ 300038 w 300037"/>
                <a:gd name="connsiteY21" fmla="*/ 30049 h 24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0037" h="246266">
                  <a:moveTo>
                    <a:pt x="300038" y="30049"/>
                  </a:moveTo>
                  <a:cubicBezTo>
                    <a:pt x="289560" y="34812"/>
                    <a:pt x="277178" y="38622"/>
                    <a:pt x="265748" y="39574"/>
                  </a:cubicBezTo>
                  <a:cubicBezTo>
                    <a:pt x="278130" y="31954"/>
                    <a:pt x="286703" y="19572"/>
                    <a:pt x="291465" y="6237"/>
                  </a:cubicBezTo>
                  <a:cubicBezTo>
                    <a:pt x="280035" y="12904"/>
                    <a:pt x="266700" y="17667"/>
                    <a:pt x="253365" y="19572"/>
                  </a:cubicBezTo>
                  <a:lnTo>
                    <a:pt x="253365" y="19572"/>
                  </a:lnTo>
                  <a:cubicBezTo>
                    <a:pt x="236220" y="1474"/>
                    <a:pt x="208598" y="-5193"/>
                    <a:pt x="184785" y="4332"/>
                  </a:cubicBezTo>
                  <a:cubicBezTo>
                    <a:pt x="160973" y="13857"/>
                    <a:pt x="145733" y="36717"/>
                    <a:pt x="145733" y="62434"/>
                  </a:cubicBezTo>
                  <a:cubicBezTo>
                    <a:pt x="145733" y="67197"/>
                    <a:pt x="146685" y="71959"/>
                    <a:pt x="147638" y="75770"/>
                  </a:cubicBezTo>
                  <a:lnTo>
                    <a:pt x="147638" y="75770"/>
                  </a:lnTo>
                  <a:cubicBezTo>
                    <a:pt x="98108" y="74817"/>
                    <a:pt x="51435" y="51957"/>
                    <a:pt x="20003" y="12904"/>
                  </a:cubicBezTo>
                  <a:cubicBezTo>
                    <a:pt x="3810" y="40527"/>
                    <a:pt x="12383" y="76722"/>
                    <a:pt x="39053" y="94819"/>
                  </a:cubicBezTo>
                  <a:cubicBezTo>
                    <a:pt x="29528" y="95772"/>
                    <a:pt x="20003" y="92914"/>
                    <a:pt x="12383" y="88152"/>
                  </a:cubicBezTo>
                  <a:cubicBezTo>
                    <a:pt x="11430" y="117680"/>
                    <a:pt x="31433" y="142444"/>
                    <a:pt x="60008" y="149112"/>
                  </a:cubicBezTo>
                  <a:cubicBezTo>
                    <a:pt x="51435" y="151969"/>
                    <a:pt x="42863" y="152922"/>
                    <a:pt x="34290" y="151017"/>
                  </a:cubicBezTo>
                  <a:cubicBezTo>
                    <a:pt x="36195" y="169115"/>
                    <a:pt x="61913" y="192927"/>
                    <a:pt x="89535" y="192927"/>
                  </a:cubicBezTo>
                  <a:cubicBezTo>
                    <a:pt x="80010" y="204357"/>
                    <a:pt x="42863" y="225312"/>
                    <a:pt x="0" y="218644"/>
                  </a:cubicBezTo>
                  <a:cubicBezTo>
                    <a:pt x="29528" y="236742"/>
                    <a:pt x="62865" y="246267"/>
                    <a:pt x="97155" y="246267"/>
                  </a:cubicBezTo>
                  <a:cubicBezTo>
                    <a:pt x="144780" y="246267"/>
                    <a:pt x="190500" y="227217"/>
                    <a:pt x="222885" y="192927"/>
                  </a:cubicBezTo>
                  <a:cubicBezTo>
                    <a:pt x="255270" y="158637"/>
                    <a:pt x="272415" y="111964"/>
                    <a:pt x="270510" y="65292"/>
                  </a:cubicBezTo>
                  <a:lnTo>
                    <a:pt x="270510" y="62434"/>
                  </a:lnTo>
                  <a:cubicBezTo>
                    <a:pt x="281940" y="53862"/>
                    <a:pt x="292418" y="43384"/>
                    <a:pt x="300038" y="30049"/>
                  </a:cubicBezTo>
                  <a:lnTo>
                    <a:pt x="300038" y="30049"/>
                  </a:lnTo>
                  <a:close/>
                </a:path>
              </a:pathLst>
            </a:custGeom>
            <a:solidFill>
              <a:schemeClr val="bg1"/>
            </a:solidFill>
            <a:ln w="9525" cap="flat">
              <a:noFill/>
              <a:prstDash val="solid"/>
              <a:miter/>
            </a:ln>
          </p:spPr>
          <p:txBody>
            <a:bodyPr rtlCol="0" anchor="ctr"/>
            <a:lstStyle/>
            <a:p>
              <a:endParaRPr lang="fr-FR"/>
            </a:p>
          </p:txBody>
        </p:sp>
        <p:sp>
          <p:nvSpPr>
            <p:cNvPr id="40" name="Forme libre : forme 39">
              <a:hlinkClick r:id="rId4"/>
              <a:extLst>
                <a:ext uri="{FF2B5EF4-FFF2-40B4-BE49-F238E27FC236}">
                  <a16:creationId xmlns:a16="http://schemas.microsoft.com/office/drawing/2014/main" id="{D719BC25-A7A1-7F1C-DCAF-6423C3A4AE74}"/>
                </a:ext>
              </a:extLst>
            </p:cNvPr>
            <p:cNvSpPr>
              <a:spLocks noChangeAspect="1"/>
            </p:cNvSpPr>
            <p:nvPr/>
          </p:nvSpPr>
          <p:spPr>
            <a:xfrm>
              <a:off x="5029041" y="6448996"/>
              <a:ext cx="173467" cy="168374"/>
            </a:xfrm>
            <a:custGeom>
              <a:avLst/>
              <a:gdLst>
                <a:gd name="connsiteX0" fmla="*/ 3810 w 290512"/>
                <a:gd name="connsiteY0" fmla="*/ 281030 h 281982"/>
                <a:gd name="connsiteX1" fmla="*/ 68580 w 290512"/>
                <a:gd name="connsiteY1" fmla="*/ 281030 h 281982"/>
                <a:gd name="connsiteX2" fmla="*/ 68580 w 290512"/>
                <a:gd name="connsiteY2" fmla="*/ 94340 h 281982"/>
                <a:gd name="connsiteX3" fmla="*/ 3810 w 290512"/>
                <a:gd name="connsiteY3" fmla="*/ 94340 h 281982"/>
                <a:gd name="connsiteX4" fmla="*/ 3810 w 290512"/>
                <a:gd name="connsiteY4" fmla="*/ 281030 h 281982"/>
                <a:gd name="connsiteX5" fmla="*/ 220028 w 290512"/>
                <a:gd name="connsiteY5" fmla="*/ 87672 h 281982"/>
                <a:gd name="connsiteX6" fmla="*/ 160973 w 290512"/>
                <a:gd name="connsiteY6" fmla="*/ 119105 h 281982"/>
                <a:gd name="connsiteX7" fmla="*/ 160973 w 290512"/>
                <a:gd name="connsiteY7" fmla="*/ 94340 h 281982"/>
                <a:gd name="connsiteX8" fmla="*/ 96203 w 290512"/>
                <a:gd name="connsiteY8" fmla="*/ 94340 h 281982"/>
                <a:gd name="connsiteX9" fmla="*/ 96203 w 290512"/>
                <a:gd name="connsiteY9" fmla="*/ 281982 h 281982"/>
                <a:gd name="connsiteX10" fmla="*/ 160973 w 290512"/>
                <a:gd name="connsiteY10" fmla="*/ 281982 h 281982"/>
                <a:gd name="connsiteX11" fmla="*/ 160973 w 290512"/>
                <a:gd name="connsiteY11" fmla="*/ 179112 h 281982"/>
                <a:gd name="connsiteX12" fmla="*/ 195263 w 290512"/>
                <a:gd name="connsiteY12" fmla="*/ 136250 h 281982"/>
                <a:gd name="connsiteX13" fmla="*/ 225743 w 290512"/>
                <a:gd name="connsiteY13" fmla="*/ 178160 h 281982"/>
                <a:gd name="connsiteX14" fmla="*/ 225743 w 290512"/>
                <a:gd name="connsiteY14" fmla="*/ 280077 h 281982"/>
                <a:gd name="connsiteX15" fmla="*/ 290513 w 290512"/>
                <a:gd name="connsiteY15" fmla="*/ 280077 h 281982"/>
                <a:gd name="connsiteX16" fmla="*/ 290513 w 290512"/>
                <a:gd name="connsiteY16" fmla="*/ 174350 h 281982"/>
                <a:gd name="connsiteX17" fmla="*/ 220028 w 290512"/>
                <a:gd name="connsiteY17" fmla="*/ 87672 h 281982"/>
                <a:gd name="connsiteX18" fmla="*/ 36195 w 290512"/>
                <a:gd name="connsiteY18" fmla="*/ 42 h 281982"/>
                <a:gd name="connsiteX19" fmla="*/ 0 w 290512"/>
                <a:gd name="connsiteY19" fmla="*/ 33380 h 281982"/>
                <a:gd name="connsiteX20" fmla="*/ 36195 w 290512"/>
                <a:gd name="connsiteY20" fmla="*/ 66717 h 281982"/>
                <a:gd name="connsiteX21" fmla="*/ 72390 w 290512"/>
                <a:gd name="connsiteY21" fmla="*/ 33380 h 281982"/>
                <a:gd name="connsiteX22" fmla="*/ 36195 w 290512"/>
                <a:gd name="connsiteY22" fmla="*/ 42 h 281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90512" h="281982">
                  <a:moveTo>
                    <a:pt x="3810" y="281030"/>
                  </a:moveTo>
                  <a:lnTo>
                    <a:pt x="68580" y="281030"/>
                  </a:lnTo>
                  <a:lnTo>
                    <a:pt x="68580" y="94340"/>
                  </a:lnTo>
                  <a:lnTo>
                    <a:pt x="3810" y="94340"/>
                  </a:lnTo>
                  <a:lnTo>
                    <a:pt x="3810" y="281030"/>
                  </a:lnTo>
                  <a:close/>
                  <a:moveTo>
                    <a:pt x="220028" y="87672"/>
                  </a:moveTo>
                  <a:cubicBezTo>
                    <a:pt x="193358" y="87672"/>
                    <a:pt x="178118" y="97197"/>
                    <a:pt x="160973" y="119105"/>
                  </a:cubicBezTo>
                  <a:lnTo>
                    <a:pt x="160973" y="94340"/>
                  </a:lnTo>
                  <a:lnTo>
                    <a:pt x="96203" y="94340"/>
                  </a:lnTo>
                  <a:lnTo>
                    <a:pt x="96203" y="281982"/>
                  </a:lnTo>
                  <a:lnTo>
                    <a:pt x="160973" y="281982"/>
                  </a:lnTo>
                  <a:lnTo>
                    <a:pt x="160973" y="179112"/>
                  </a:lnTo>
                  <a:cubicBezTo>
                    <a:pt x="160973" y="157205"/>
                    <a:pt x="171450" y="136250"/>
                    <a:pt x="195263" y="136250"/>
                  </a:cubicBezTo>
                  <a:cubicBezTo>
                    <a:pt x="219075" y="136250"/>
                    <a:pt x="225743" y="157205"/>
                    <a:pt x="225743" y="178160"/>
                  </a:cubicBezTo>
                  <a:lnTo>
                    <a:pt x="225743" y="280077"/>
                  </a:lnTo>
                  <a:lnTo>
                    <a:pt x="290513" y="280077"/>
                  </a:lnTo>
                  <a:lnTo>
                    <a:pt x="290513" y="174350"/>
                  </a:lnTo>
                  <a:cubicBezTo>
                    <a:pt x="290513" y="101007"/>
                    <a:pt x="246698" y="87672"/>
                    <a:pt x="220028" y="87672"/>
                  </a:cubicBezTo>
                  <a:close/>
                  <a:moveTo>
                    <a:pt x="36195" y="42"/>
                  </a:moveTo>
                  <a:cubicBezTo>
                    <a:pt x="17145" y="-910"/>
                    <a:pt x="953" y="14330"/>
                    <a:pt x="0" y="33380"/>
                  </a:cubicBezTo>
                  <a:cubicBezTo>
                    <a:pt x="953" y="52430"/>
                    <a:pt x="17145" y="67670"/>
                    <a:pt x="36195" y="66717"/>
                  </a:cubicBezTo>
                  <a:cubicBezTo>
                    <a:pt x="55245" y="67670"/>
                    <a:pt x="71438" y="52430"/>
                    <a:pt x="72390" y="33380"/>
                  </a:cubicBezTo>
                  <a:cubicBezTo>
                    <a:pt x="71438" y="14330"/>
                    <a:pt x="55245" y="-910"/>
                    <a:pt x="36195" y="42"/>
                  </a:cubicBezTo>
                  <a:close/>
                </a:path>
              </a:pathLst>
            </a:custGeom>
            <a:solidFill>
              <a:schemeClr val="bg1"/>
            </a:solidFill>
            <a:ln w="9525" cap="flat">
              <a:noFill/>
              <a:prstDash val="solid"/>
              <a:miter/>
            </a:ln>
          </p:spPr>
          <p:txBody>
            <a:bodyPr rtlCol="0" anchor="ctr"/>
            <a:lstStyle/>
            <a:p>
              <a:endParaRPr lang="fr-FR"/>
            </a:p>
          </p:txBody>
        </p:sp>
        <p:sp>
          <p:nvSpPr>
            <p:cNvPr id="41" name="Graphique 46">
              <a:extLst>
                <a:ext uri="{FF2B5EF4-FFF2-40B4-BE49-F238E27FC236}">
                  <a16:creationId xmlns:a16="http://schemas.microsoft.com/office/drawing/2014/main" id="{7A3026D7-B8D2-CF43-A8B9-46D20FE09DA7}"/>
                </a:ext>
              </a:extLst>
            </p:cNvPr>
            <p:cNvSpPr>
              <a:spLocks noChangeAspect="1"/>
            </p:cNvSpPr>
            <p:nvPr/>
          </p:nvSpPr>
          <p:spPr>
            <a:xfrm>
              <a:off x="7011888" y="6448996"/>
              <a:ext cx="171194" cy="168374"/>
            </a:xfrm>
            <a:custGeom>
              <a:avLst/>
              <a:gdLst>
                <a:gd name="connsiteX0" fmla="*/ 465773 w 929643"/>
                <a:gd name="connsiteY0" fmla="*/ 0 h 914341"/>
                <a:gd name="connsiteX1" fmla="*/ 0 w 929643"/>
                <a:gd name="connsiteY1" fmla="*/ 468630 h 914341"/>
                <a:gd name="connsiteX2" fmla="*/ 318135 w 929643"/>
                <a:gd name="connsiteY2" fmla="*/ 913448 h 914341"/>
                <a:gd name="connsiteX3" fmla="*/ 349568 w 929643"/>
                <a:gd name="connsiteY3" fmla="*/ 890588 h 914341"/>
                <a:gd name="connsiteX4" fmla="*/ 348615 w 929643"/>
                <a:gd name="connsiteY4" fmla="*/ 803910 h 914341"/>
                <a:gd name="connsiteX5" fmla="*/ 192405 w 929643"/>
                <a:gd name="connsiteY5" fmla="*/ 747713 h 914341"/>
                <a:gd name="connsiteX6" fmla="*/ 140970 w 929643"/>
                <a:gd name="connsiteY6" fmla="*/ 679133 h 914341"/>
                <a:gd name="connsiteX7" fmla="*/ 143828 w 929643"/>
                <a:gd name="connsiteY7" fmla="*/ 650558 h 914341"/>
                <a:gd name="connsiteX8" fmla="*/ 215265 w 929643"/>
                <a:gd name="connsiteY8" fmla="*/ 699135 h 914341"/>
                <a:gd name="connsiteX9" fmla="*/ 350520 w 929643"/>
                <a:gd name="connsiteY9" fmla="*/ 738188 h 914341"/>
                <a:gd name="connsiteX10" fmla="*/ 380048 w 929643"/>
                <a:gd name="connsiteY10" fmla="*/ 675323 h 914341"/>
                <a:gd name="connsiteX11" fmla="*/ 168593 w 929643"/>
                <a:gd name="connsiteY11" fmla="*/ 443865 h 914341"/>
                <a:gd name="connsiteX12" fmla="*/ 216218 w 929643"/>
                <a:gd name="connsiteY12" fmla="*/ 318135 h 914341"/>
                <a:gd name="connsiteX13" fmla="*/ 220980 w 929643"/>
                <a:gd name="connsiteY13" fmla="*/ 194310 h 914341"/>
                <a:gd name="connsiteX14" fmla="*/ 348615 w 929643"/>
                <a:gd name="connsiteY14" fmla="*/ 242888 h 914341"/>
                <a:gd name="connsiteX15" fmla="*/ 464820 w 929643"/>
                <a:gd name="connsiteY15" fmla="*/ 227648 h 914341"/>
                <a:gd name="connsiteX16" fmla="*/ 581025 w 929643"/>
                <a:gd name="connsiteY16" fmla="*/ 242888 h 914341"/>
                <a:gd name="connsiteX17" fmla="*/ 708660 w 929643"/>
                <a:gd name="connsiteY17" fmla="*/ 194310 h 914341"/>
                <a:gd name="connsiteX18" fmla="*/ 713423 w 929643"/>
                <a:gd name="connsiteY18" fmla="*/ 318135 h 914341"/>
                <a:gd name="connsiteX19" fmla="*/ 761048 w 929643"/>
                <a:gd name="connsiteY19" fmla="*/ 443865 h 914341"/>
                <a:gd name="connsiteX20" fmla="*/ 548640 w 929643"/>
                <a:gd name="connsiteY20" fmla="*/ 675323 h 914341"/>
                <a:gd name="connsiteX21" fmla="*/ 580073 w 929643"/>
                <a:gd name="connsiteY21" fmla="*/ 762000 h 914341"/>
                <a:gd name="connsiteX22" fmla="*/ 579120 w 929643"/>
                <a:gd name="connsiteY22" fmla="*/ 890588 h 914341"/>
                <a:gd name="connsiteX23" fmla="*/ 610553 w 929643"/>
                <a:gd name="connsiteY23" fmla="*/ 913448 h 914341"/>
                <a:gd name="connsiteX24" fmla="*/ 929640 w 929643"/>
                <a:gd name="connsiteY24" fmla="*/ 468630 h 914341"/>
                <a:gd name="connsiteX25" fmla="*/ 465773 w 929643"/>
                <a:gd name="connsiteY25" fmla="*/ 0 h 914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29643" h="914341">
                  <a:moveTo>
                    <a:pt x="465773" y="0"/>
                  </a:moveTo>
                  <a:cubicBezTo>
                    <a:pt x="207645" y="0"/>
                    <a:pt x="0" y="209550"/>
                    <a:pt x="0" y="468630"/>
                  </a:cubicBezTo>
                  <a:cubicBezTo>
                    <a:pt x="0" y="676275"/>
                    <a:pt x="133350" y="851535"/>
                    <a:pt x="318135" y="913448"/>
                  </a:cubicBezTo>
                  <a:cubicBezTo>
                    <a:pt x="340995" y="918210"/>
                    <a:pt x="349568" y="902970"/>
                    <a:pt x="349568" y="890588"/>
                  </a:cubicBezTo>
                  <a:cubicBezTo>
                    <a:pt x="349568" y="880110"/>
                    <a:pt x="348615" y="842010"/>
                    <a:pt x="348615" y="803910"/>
                  </a:cubicBezTo>
                  <a:cubicBezTo>
                    <a:pt x="219075" y="831533"/>
                    <a:pt x="192405" y="747713"/>
                    <a:pt x="192405" y="747713"/>
                  </a:cubicBezTo>
                  <a:cubicBezTo>
                    <a:pt x="171450" y="693420"/>
                    <a:pt x="140970" y="679133"/>
                    <a:pt x="140970" y="679133"/>
                  </a:cubicBezTo>
                  <a:cubicBezTo>
                    <a:pt x="99060" y="650558"/>
                    <a:pt x="143828" y="650558"/>
                    <a:pt x="143828" y="650558"/>
                  </a:cubicBezTo>
                  <a:cubicBezTo>
                    <a:pt x="190500" y="653415"/>
                    <a:pt x="215265" y="699135"/>
                    <a:pt x="215265" y="699135"/>
                  </a:cubicBezTo>
                  <a:cubicBezTo>
                    <a:pt x="257175" y="770573"/>
                    <a:pt x="323850" y="750570"/>
                    <a:pt x="350520" y="738188"/>
                  </a:cubicBezTo>
                  <a:cubicBezTo>
                    <a:pt x="354330" y="707708"/>
                    <a:pt x="366713" y="686753"/>
                    <a:pt x="380048" y="675323"/>
                  </a:cubicBezTo>
                  <a:cubicBezTo>
                    <a:pt x="277178" y="664845"/>
                    <a:pt x="168593" y="623888"/>
                    <a:pt x="168593" y="443865"/>
                  </a:cubicBezTo>
                  <a:cubicBezTo>
                    <a:pt x="168593" y="392430"/>
                    <a:pt x="186690" y="350520"/>
                    <a:pt x="216218" y="318135"/>
                  </a:cubicBezTo>
                  <a:cubicBezTo>
                    <a:pt x="211455" y="306705"/>
                    <a:pt x="195263" y="258128"/>
                    <a:pt x="220980" y="194310"/>
                  </a:cubicBezTo>
                  <a:cubicBezTo>
                    <a:pt x="220980" y="194310"/>
                    <a:pt x="260033" y="181928"/>
                    <a:pt x="348615" y="242888"/>
                  </a:cubicBezTo>
                  <a:cubicBezTo>
                    <a:pt x="386715" y="232410"/>
                    <a:pt x="425768" y="227648"/>
                    <a:pt x="464820" y="227648"/>
                  </a:cubicBezTo>
                  <a:cubicBezTo>
                    <a:pt x="503873" y="227648"/>
                    <a:pt x="543878" y="233363"/>
                    <a:pt x="581025" y="242888"/>
                  </a:cubicBezTo>
                  <a:cubicBezTo>
                    <a:pt x="669608" y="181928"/>
                    <a:pt x="708660" y="194310"/>
                    <a:pt x="708660" y="194310"/>
                  </a:cubicBezTo>
                  <a:cubicBezTo>
                    <a:pt x="734378" y="259080"/>
                    <a:pt x="718185" y="306705"/>
                    <a:pt x="713423" y="318135"/>
                  </a:cubicBezTo>
                  <a:cubicBezTo>
                    <a:pt x="743903" y="350520"/>
                    <a:pt x="761048" y="392430"/>
                    <a:pt x="761048" y="443865"/>
                  </a:cubicBezTo>
                  <a:cubicBezTo>
                    <a:pt x="761048" y="623888"/>
                    <a:pt x="652463" y="663893"/>
                    <a:pt x="548640" y="675323"/>
                  </a:cubicBezTo>
                  <a:cubicBezTo>
                    <a:pt x="565785" y="689610"/>
                    <a:pt x="580073" y="718185"/>
                    <a:pt x="580073" y="762000"/>
                  </a:cubicBezTo>
                  <a:cubicBezTo>
                    <a:pt x="580073" y="824865"/>
                    <a:pt x="579120" y="875348"/>
                    <a:pt x="579120" y="890588"/>
                  </a:cubicBezTo>
                  <a:cubicBezTo>
                    <a:pt x="579120" y="902970"/>
                    <a:pt x="587693" y="918210"/>
                    <a:pt x="610553" y="913448"/>
                  </a:cubicBezTo>
                  <a:cubicBezTo>
                    <a:pt x="796290" y="851535"/>
                    <a:pt x="929640" y="676275"/>
                    <a:pt x="929640" y="468630"/>
                  </a:cubicBezTo>
                  <a:cubicBezTo>
                    <a:pt x="930593" y="209550"/>
                    <a:pt x="721995" y="0"/>
                    <a:pt x="465773" y="0"/>
                  </a:cubicBezTo>
                  <a:close/>
                </a:path>
              </a:pathLst>
            </a:custGeom>
            <a:solidFill>
              <a:schemeClr val="bg1"/>
            </a:solidFill>
            <a:ln w="9525" cap="flat">
              <a:noFill/>
              <a:prstDash val="solid"/>
              <a:miter/>
            </a:ln>
          </p:spPr>
          <p:txBody>
            <a:bodyPr rtlCol="0" anchor="ctr"/>
            <a:lstStyle/>
            <a:p>
              <a:endParaRPr lang="fr-FR"/>
            </a:p>
          </p:txBody>
        </p:sp>
        <p:sp>
          <p:nvSpPr>
            <p:cNvPr id="42" name="Forme libre : forme 41">
              <a:hlinkClick r:id="rId5"/>
              <a:extLst>
                <a:ext uri="{FF2B5EF4-FFF2-40B4-BE49-F238E27FC236}">
                  <a16:creationId xmlns:a16="http://schemas.microsoft.com/office/drawing/2014/main" id="{60B274D1-EF55-C768-FD82-3ABBD50B803F}"/>
                </a:ext>
              </a:extLst>
            </p:cNvPr>
            <p:cNvSpPr>
              <a:spLocks noChangeAspect="1"/>
            </p:cNvSpPr>
            <p:nvPr/>
          </p:nvSpPr>
          <p:spPr>
            <a:xfrm>
              <a:off x="5429015" y="6448996"/>
              <a:ext cx="73762" cy="168374"/>
            </a:xfrm>
            <a:custGeom>
              <a:avLst/>
              <a:gdLst>
                <a:gd name="connsiteX0" fmla="*/ 81915 w 131445"/>
                <a:gd name="connsiteY0" fmla="*/ 102870 h 300037"/>
                <a:gd name="connsiteX1" fmla="*/ 81915 w 131445"/>
                <a:gd name="connsiteY1" fmla="*/ 69533 h 300037"/>
                <a:gd name="connsiteX2" fmla="*/ 99060 w 131445"/>
                <a:gd name="connsiteY2" fmla="*/ 46673 h 300037"/>
                <a:gd name="connsiteX3" fmla="*/ 127635 w 131445"/>
                <a:gd name="connsiteY3" fmla="*/ 46673 h 300037"/>
                <a:gd name="connsiteX4" fmla="*/ 127635 w 131445"/>
                <a:gd name="connsiteY4" fmla="*/ 0 h 300037"/>
                <a:gd name="connsiteX5" fmla="*/ 93345 w 131445"/>
                <a:gd name="connsiteY5" fmla="*/ 0 h 300037"/>
                <a:gd name="connsiteX6" fmla="*/ 27623 w 131445"/>
                <a:gd name="connsiteY6" fmla="*/ 65723 h 300037"/>
                <a:gd name="connsiteX7" fmla="*/ 27623 w 131445"/>
                <a:gd name="connsiteY7" fmla="*/ 65723 h 300037"/>
                <a:gd name="connsiteX8" fmla="*/ 27623 w 131445"/>
                <a:gd name="connsiteY8" fmla="*/ 102870 h 300037"/>
                <a:gd name="connsiteX9" fmla="*/ 0 w 131445"/>
                <a:gd name="connsiteY9" fmla="*/ 102870 h 300037"/>
                <a:gd name="connsiteX10" fmla="*/ 0 w 131445"/>
                <a:gd name="connsiteY10" fmla="*/ 149543 h 300037"/>
                <a:gd name="connsiteX11" fmla="*/ 27623 w 131445"/>
                <a:gd name="connsiteY11" fmla="*/ 149543 h 300037"/>
                <a:gd name="connsiteX12" fmla="*/ 27623 w 131445"/>
                <a:gd name="connsiteY12" fmla="*/ 300038 h 300037"/>
                <a:gd name="connsiteX13" fmla="*/ 81915 w 131445"/>
                <a:gd name="connsiteY13" fmla="*/ 300038 h 300037"/>
                <a:gd name="connsiteX14" fmla="*/ 81915 w 131445"/>
                <a:gd name="connsiteY14" fmla="*/ 150495 h 300037"/>
                <a:gd name="connsiteX15" fmla="*/ 122873 w 131445"/>
                <a:gd name="connsiteY15" fmla="*/ 150495 h 300037"/>
                <a:gd name="connsiteX16" fmla="*/ 131445 w 131445"/>
                <a:gd name="connsiteY16" fmla="*/ 103823 h 300037"/>
                <a:gd name="connsiteX17" fmla="*/ 81915 w 131445"/>
                <a:gd name="connsiteY17" fmla="*/ 103823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445" h="300037">
                  <a:moveTo>
                    <a:pt x="81915" y="102870"/>
                  </a:moveTo>
                  <a:lnTo>
                    <a:pt x="81915" y="69533"/>
                  </a:lnTo>
                  <a:cubicBezTo>
                    <a:pt x="81915" y="58103"/>
                    <a:pt x="88583" y="46673"/>
                    <a:pt x="99060" y="46673"/>
                  </a:cubicBezTo>
                  <a:lnTo>
                    <a:pt x="127635" y="46673"/>
                  </a:lnTo>
                  <a:lnTo>
                    <a:pt x="127635" y="0"/>
                  </a:lnTo>
                  <a:lnTo>
                    <a:pt x="93345" y="0"/>
                  </a:lnTo>
                  <a:cubicBezTo>
                    <a:pt x="39053" y="1905"/>
                    <a:pt x="28575" y="33338"/>
                    <a:pt x="27623" y="65723"/>
                  </a:cubicBezTo>
                  <a:lnTo>
                    <a:pt x="27623" y="65723"/>
                  </a:lnTo>
                  <a:lnTo>
                    <a:pt x="27623" y="102870"/>
                  </a:lnTo>
                  <a:lnTo>
                    <a:pt x="0" y="102870"/>
                  </a:lnTo>
                  <a:lnTo>
                    <a:pt x="0" y="149543"/>
                  </a:lnTo>
                  <a:lnTo>
                    <a:pt x="27623" y="149543"/>
                  </a:lnTo>
                  <a:lnTo>
                    <a:pt x="27623" y="300038"/>
                  </a:lnTo>
                  <a:lnTo>
                    <a:pt x="81915" y="300038"/>
                  </a:lnTo>
                  <a:lnTo>
                    <a:pt x="81915" y="150495"/>
                  </a:lnTo>
                  <a:lnTo>
                    <a:pt x="122873" y="150495"/>
                  </a:lnTo>
                  <a:lnTo>
                    <a:pt x="131445" y="103823"/>
                  </a:lnTo>
                  <a:lnTo>
                    <a:pt x="81915" y="103823"/>
                  </a:lnTo>
                  <a:close/>
                </a:path>
              </a:pathLst>
            </a:custGeom>
            <a:solidFill>
              <a:schemeClr val="bg1"/>
            </a:solidFill>
            <a:ln w="9525" cap="flat">
              <a:noFill/>
              <a:prstDash val="solid"/>
              <a:miter/>
            </a:ln>
          </p:spPr>
          <p:txBody>
            <a:bodyPr rtlCol="0" anchor="ctr"/>
            <a:lstStyle/>
            <a:p>
              <a:endParaRPr lang="fr-FR"/>
            </a:p>
          </p:txBody>
        </p:sp>
        <p:grpSp>
          <p:nvGrpSpPr>
            <p:cNvPr id="43" name="Graphique 52">
              <a:extLst>
                <a:ext uri="{FF2B5EF4-FFF2-40B4-BE49-F238E27FC236}">
                  <a16:creationId xmlns:a16="http://schemas.microsoft.com/office/drawing/2014/main" id="{93438643-A231-1FD0-E65F-29EF411EC5D8}"/>
                </a:ext>
              </a:extLst>
            </p:cNvPr>
            <p:cNvGrpSpPr>
              <a:grpSpLocks noChangeAspect="1"/>
            </p:cNvGrpSpPr>
            <p:nvPr/>
          </p:nvGrpSpPr>
          <p:grpSpPr>
            <a:xfrm>
              <a:off x="7409590" y="6448996"/>
              <a:ext cx="185010" cy="168374"/>
              <a:chOff x="11711593" y="4221165"/>
              <a:chExt cx="2376487" cy="2162809"/>
            </a:xfrm>
            <a:solidFill>
              <a:schemeClr val="bg1"/>
            </a:solidFill>
          </p:grpSpPr>
          <p:sp>
            <p:nvSpPr>
              <p:cNvPr id="46" name="Forme libre : forme 45">
                <a:extLst>
                  <a:ext uri="{FF2B5EF4-FFF2-40B4-BE49-F238E27FC236}">
                    <a16:creationId xmlns:a16="http://schemas.microsoft.com/office/drawing/2014/main" id="{4DFFD983-2367-4AF8-C957-47E9E35E368C}"/>
                  </a:ext>
                </a:extLst>
              </p:cNvPr>
              <p:cNvSpPr>
                <a:spLocks/>
              </p:cNvSpPr>
              <p:nvPr/>
            </p:nvSpPr>
            <p:spPr>
              <a:xfrm>
                <a:off x="11711593" y="4221165"/>
                <a:ext cx="2376487" cy="2162809"/>
              </a:xfrm>
              <a:custGeom>
                <a:avLst/>
                <a:gdLst>
                  <a:gd name="connsiteX0" fmla="*/ 406718 w 2376487"/>
                  <a:gd name="connsiteY0" fmla="*/ 1917383 h 2162809"/>
                  <a:gd name="connsiteX1" fmla="*/ 762000 w 2376487"/>
                  <a:gd name="connsiteY1" fmla="*/ 1743075 h 2162809"/>
                  <a:gd name="connsiteX2" fmla="*/ 840105 w 2376487"/>
                  <a:gd name="connsiteY2" fmla="*/ 1734503 h 2162809"/>
                  <a:gd name="connsiteX3" fmla="*/ 1169670 w 2376487"/>
                  <a:gd name="connsiteY3" fmla="*/ 1778318 h 2162809"/>
                  <a:gd name="connsiteX4" fmla="*/ 2193608 w 2376487"/>
                  <a:gd name="connsiteY4" fmla="*/ 979170 h 2162809"/>
                  <a:gd name="connsiteX5" fmla="*/ 1169670 w 2376487"/>
                  <a:gd name="connsiteY5" fmla="*/ 180023 h 2162809"/>
                  <a:gd name="connsiteX6" fmla="*/ 145733 w 2376487"/>
                  <a:gd name="connsiteY6" fmla="*/ 979170 h 2162809"/>
                  <a:gd name="connsiteX7" fmla="*/ 406718 w 2376487"/>
                  <a:gd name="connsiteY7" fmla="*/ 1508760 h 2162809"/>
                  <a:gd name="connsiteX8" fmla="*/ 441960 w 2376487"/>
                  <a:gd name="connsiteY8" fmla="*/ 1613535 h 2162809"/>
                  <a:gd name="connsiteX9" fmla="*/ 406718 w 2376487"/>
                  <a:gd name="connsiteY9" fmla="*/ 1917383 h 2162809"/>
                  <a:gd name="connsiteX10" fmla="*/ 372428 w 2376487"/>
                  <a:gd name="connsiteY10" fmla="*/ 2152650 h 2162809"/>
                  <a:gd name="connsiteX11" fmla="*/ 216218 w 2376487"/>
                  <a:gd name="connsiteY11" fmla="*/ 2039303 h 2162809"/>
                  <a:gd name="connsiteX12" fmla="*/ 277178 w 2376487"/>
                  <a:gd name="connsiteY12" fmla="*/ 1596390 h 2162809"/>
                  <a:gd name="connsiteX13" fmla="*/ 0 w 2376487"/>
                  <a:gd name="connsiteY13" fmla="*/ 971550 h 2162809"/>
                  <a:gd name="connsiteX14" fmla="*/ 1189673 w 2376487"/>
                  <a:gd name="connsiteY14" fmla="*/ 0 h 2162809"/>
                  <a:gd name="connsiteX15" fmla="*/ 2376488 w 2376487"/>
                  <a:gd name="connsiteY15" fmla="*/ 971550 h 2162809"/>
                  <a:gd name="connsiteX16" fmla="*/ 1186815 w 2376487"/>
                  <a:gd name="connsiteY16" fmla="*/ 1943100 h 2162809"/>
                  <a:gd name="connsiteX17" fmla="*/ 857250 w 2376487"/>
                  <a:gd name="connsiteY17" fmla="*/ 1907858 h 2162809"/>
                  <a:gd name="connsiteX18" fmla="*/ 372428 w 2376487"/>
                  <a:gd name="connsiteY18" fmla="*/ 2152650 h 2162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376487" h="2162809">
                    <a:moveTo>
                      <a:pt x="406718" y="1917383"/>
                    </a:moveTo>
                    <a:lnTo>
                      <a:pt x="762000" y="1743075"/>
                    </a:lnTo>
                    <a:cubicBezTo>
                      <a:pt x="787718" y="1734503"/>
                      <a:pt x="814388" y="1725930"/>
                      <a:pt x="840105" y="1734503"/>
                    </a:cubicBezTo>
                    <a:cubicBezTo>
                      <a:pt x="944880" y="1760220"/>
                      <a:pt x="1057275" y="1778318"/>
                      <a:pt x="1169670" y="1778318"/>
                    </a:cubicBezTo>
                    <a:cubicBezTo>
                      <a:pt x="1742123" y="1778318"/>
                      <a:pt x="2193608" y="1414463"/>
                      <a:pt x="2193608" y="979170"/>
                    </a:cubicBezTo>
                    <a:cubicBezTo>
                      <a:pt x="2193608" y="543877"/>
                      <a:pt x="1742123" y="180023"/>
                      <a:pt x="1169670" y="180023"/>
                    </a:cubicBezTo>
                    <a:cubicBezTo>
                      <a:pt x="597218" y="180023"/>
                      <a:pt x="145733" y="544830"/>
                      <a:pt x="145733" y="979170"/>
                    </a:cubicBezTo>
                    <a:cubicBezTo>
                      <a:pt x="145733" y="1179195"/>
                      <a:pt x="240983" y="1361123"/>
                      <a:pt x="406718" y="1508760"/>
                    </a:cubicBezTo>
                    <a:cubicBezTo>
                      <a:pt x="432435" y="1534478"/>
                      <a:pt x="450533" y="1569720"/>
                      <a:pt x="441960" y="1613535"/>
                    </a:cubicBezTo>
                    <a:lnTo>
                      <a:pt x="406718" y="1917383"/>
                    </a:lnTo>
                    <a:close/>
                    <a:moveTo>
                      <a:pt x="372428" y="2152650"/>
                    </a:moveTo>
                    <a:cubicBezTo>
                      <a:pt x="294323" y="2187893"/>
                      <a:pt x="207645" y="2126933"/>
                      <a:pt x="216218" y="2039303"/>
                    </a:cubicBezTo>
                    <a:lnTo>
                      <a:pt x="277178" y="1596390"/>
                    </a:lnTo>
                    <a:cubicBezTo>
                      <a:pt x="94298" y="1422083"/>
                      <a:pt x="0" y="1205865"/>
                      <a:pt x="0" y="971550"/>
                    </a:cubicBezTo>
                    <a:cubicBezTo>
                      <a:pt x="0" y="424815"/>
                      <a:pt x="538163" y="0"/>
                      <a:pt x="1189673" y="0"/>
                    </a:cubicBezTo>
                    <a:cubicBezTo>
                      <a:pt x="1841183" y="0"/>
                      <a:pt x="2376488" y="433387"/>
                      <a:pt x="2376488" y="971550"/>
                    </a:cubicBezTo>
                    <a:cubicBezTo>
                      <a:pt x="2376488" y="1509713"/>
                      <a:pt x="1838325" y="1943100"/>
                      <a:pt x="1186815" y="1943100"/>
                    </a:cubicBezTo>
                    <a:cubicBezTo>
                      <a:pt x="1073468" y="1943100"/>
                      <a:pt x="961073" y="1934528"/>
                      <a:pt x="857250" y="1907858"/>
                    </a:cubicBezTo>
                    <a:lnTo>
                      <a:pt x="372428" y="2152650"/>
                    </a:lnTo>
                    <a:close/>
                  </a:path>
                </a:pathLst>
              </a:custGeom>
              <a:grpFill/>
              <a:ln w="9525"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B1B905A5-F7AA-0348-3195-8B418D5679DF}"/>
                  </a:ext>
                </a:extLst>
              </p:cNvPr>
              <p:cNvSpPr>
                <a:spLocks/>
              </p:cNvSpPr>
              <p:nvPr/>
            </p:nvSpPr>
            <p:spPr>
              <a:xfrm>
                <a:off x="12188795" y="4785997"/>
                <a:ext cx="529351" cy="866774"/>
              </a:xfrm>
              <a:custGeom>
                <a:avLst/>
                <a:gdLst>
                  <a:gd name="connsiteX0" fmla="*/ 441960 w 529351"/>
                  <a:gd name="connsiteY0" fmla="*/ 866775 h 866774"/>
                  <a:gd name="connsiteX1" fmla="*/ 381000 w 529351"/>
                  <a:gd name="connsiteY1" fmla="*/ 841057 h 866774"/>
                  <a:gd name="connsiteX2" fmla="*/ 25718 w 529351"/>
                  <a:gd name="connsiteY2" fmla="*/ 494348 h 866774"/>
                  <a:gd name="connsiteX3" fmla="*/ 0 w 529351"/>
                  <a:gd name="connsiteY3" fmla="*/ 433388 h 866774"/>
                  <a:gd name="connsiteX4" fmla="*/ 25718 w 529351"/>
                  <a:gd name="connsiteY4" fmla="*/ 372428 h 866774"/>
                  <a:gd name="connsiteX5" fmla="*/ 381000 w 529351"/>
                  <a:gd name="connsiteY5" fmla="*/ 25717 h 866774"/>
                  <a:gd name="connsiteX6" fmla="*/ 441960 w 529351"/>
                  <a:gd name="connsiteY6" fmla="*/ 0 h 866774"/>
                  <a:gd name="connsiteX7" fmla="*/ 502920 w 529351"/>
                  <a:gd name="connsiteY7" fmla="*/ 25717 h 866774"/>
                  <a:gd name="connsiteX8" fmla="*/ 528638 w 529351"/>
                  <a:gd name="connsiteY8" fmla="*/ 86677 h 866774"/>
                  <a:gd name="connsiteX9" fmla="*/ 502920 w 529351"/>
                  <a:gd name="connsiteY9" fmla="*/ 147638 h 866774"/>
                  <a:gd name="connsiteX10" fmla="*/ 217170 w 529351"/>
                  <a:gd name="connsiteY10" fmla="*/ 433388 h 866774"/>
                  <a:gd name="connsiteX11" fmla="*/ 502920 w 529351"/>
                  <a:gd name="connsiteY11" fmla="*/ 719137 h 866774"/>
                  <a:gd name="connsiteX12" fmla="*/ 502920 w 529351"/>
                  <a:gd name="connsiteY12" fmla="*/ 841057 h 866774"/>
                  <a:gd name="connsiteX13" fmla="*/ 441960 w 529351"/>
                  <a:gd name="connsiteY13" fmla="*/ 866775 h 866774"/>
                  <a:gd name="connsiteX14" fmla="*/ 441960 w 529351"/>
                  <a:gd name="connsiteY14" fmla="*/ 866775 h 866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9351" h="866774">
                    <a:moveTo>
                      <a:pt x="441960" y="866775"/>
                    </a:moveTo>
                    <a:cubicBezTo>
                      <a:pt x="416243" y="866775"/>
                      <a:pt x="398145" y="858203"/>
                      <a:pt x="381000" y="841057"/>
                    </a:cubicBezTo>
                    <a:lnTo>
                      <a:pt x="25718" y="494348"/>
                    </a:lnTo>
                    <a:cubicBezTo>
                      <a:pt x="8573" y="477203"/>
                      <a:pt x="0" y="459105"/>
                      <a:pt x="0" y="433388"/>
                    </a:cubicBezTo>
                    <a:cubicBezTo>
                      <a:pt x="0" y="407670"/>
                      <a:pt x="8573" y="389573"/>
                      <a:pt x="25718" y="372428"/>
                    </a:cubicBezTo>
                    <a:lnTo>
                      <a:pt x="381000" y="25717"/>
                    </a:lnTo>
                    <a:cubicBezTo>
                      <a:pt x="398145" y="8573"/>
                      <a:pt x="416243" y="0"/>
                      <a:pt x="441960" y="0"/>
                    </a:cubicBezTo>
                    <a:cubicBezTo>
                      <a:pt x="467678" y="0"/>
                      <a:pt x="485775" y="8573"/>
                      <a:pt x="502920" y="25717"/>
                    </a:cubicBezTo>
                    <a:cubicBezTo>
                      <a:pt x="520065" y="42863"/>
                      <a:pt x="528638" y="60960"/>
                      <a:pt x="528638" y="86677"/>
                    </a:cubicBezTo>
                    <a:cubicBezTo>
                      <a:pt x="528638" y="112395"/>
                      <a:pt x="520065" y="130492"/>
                      <a:pt x="502920" y="147638"/>
                    </a:cubicBezTo>
                    <a:lnTo>
                      <a:pt x="217170" y="433388"/>
                    </a:lnTo>
                    <a:lnTo>
                      <a:pt x="502920" y="719137"/>
                    </a:lnTo>
                    <a:cubicBezTo>
                      <a:pt x="538163" y="754380"/>
                      <a:pt x="538163" y="805815"/>
                      <a:pt x="502920" y="841057"/>
                    </a:cubicBezTo>
                    <a:cubicBezTo>
                      <a:pt x="494348" y="858203"/>
                      <a:pt x="467678" y="866775"/>
                      <a:pt x="441960" y="866775"/>
                    </a:cubicBezTo>
                    <a:cubicBezTo>
                      <a:pt x="450533" y="866775"/>
                      <a:pt x="441960" y="866775"/>
                      <a:pt x="441960" y="866775"/>
                    </a:cubicBezTo>
                    <a:close/>
                  </a:path>
                </a:pathLst>
              </a:custGeom>
              <a:grpFill/>
              <a:ln w="9525"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C1C73C00-4CE1-6232-D83D-31BECD493A58}"/>
                  </a:ext>
                </a:extLst>
              </p:cNvPr>
              <p:cNvSpPr>
                <a:spLocks/>
              </p:cNvSpPr>
              <p:nvPr/>
            </p:nvSpPr>
            <p:spPr>
              <a:xfrm>
                <a:off x="13072954" y="4785997"/>
                <a:ext cx="529351" cy="866774"/>
              </a:xfrm>
              <a:custGeom>
                <a:avLst/>
                <a:gdLst>
                  <a:gd name="connsiteX0" fmla="*/ 87392 w 529351"/>
                  <a:gd name="connsiteY0" fmla="*/ 866775 h 866774"/>
                  <a:gd name="connsiteX1" fmla="*/ 26432 w 529351"/>
                  <a:gd name="connsiteY1" fmla="*/ 841057 h 866774"/>
                  <a:gd name="connsiteX2" fmla="*/ 26432 w 529351"/>
                  <a:gd name="connsiteY2" fmla="*/ 719137 h 866774"/>
                  <a:gd name="connsiteX3" fmla="*/ 312182 w 529351"/>
                  <a:gd name="connsiteY3" fmla="*/ 433388 h 866774"/>
                  <a:gd name="connsiteX4" fmla="*/ 26432 w 529351"/>
                  <a:gd name="connsiteY4" fmla="*/ 147638 h 866774"/>
                  <a:gd name="connsiteX5" fmla="*/ 714 w 529351"/>
                  <a:gd name="connsiteY5" fmla="*/ 86677 h 866774"/>
                  <a:gd name="connsiteX6" fmla="*/ 26432 w 529351"/>
                  <a:gd name="connsiteY6" fmla="*/ 25717 h 866774"/>
                  <a:gd name="connsiteX7" fmla="*/ 87392 w 529351"/>
                  <a:gd name="connsiteY7" fmla="*/ 0 h 866774"/>
                  <a:gd name="connsiteX8" fmla="*/ 87392 w 529351"/>
                  <a:gd name="connsiteY8" fmla="*/ 0 h 866774"/>
                  <a:gd name="connsiteX9" fmla="*/ 148352 w 529351"/>
                  <a:gd name="connsiteY9" fmla="*/ 25717 h 866774"/>
                  <a:gd name="connsiteX10" fmla="*/ 503634 w 529351"/>
                  <a:gd name="connsiteY10" fmla="*/ 372428 h 866774"/>
                  <a:gd name="connsiteX11" fmla="*/ 529352 w 529351"/>
                  <a:gd name="connsiteY11" fmla="*/ 433388 h 866774"/>
                  <a:gd name="connsiteX12" fmla="*/ 503634 w 529351"/>
                  <a:gd name="connsiteY12" fmla="*/ 494348 h 866774"/>
                  <a:gd name="connsiteX13" fmla="*/ 148352 w 529351"/>
                  <a:gd name="connsiteY13" fmla="*/ 841057 h 866774"/>
                  <a:gd name="connsiteX14" fmla="*/ 87392 w 529351"/>
                  <a:gd name="connsiteY14" fmla="*/ 866775 h 866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9351" h="866774">
                    <a:moveTo>
                      <a:pt x="87392" y="866775"/>
                    </a:moveTo>
                    <a:cubicBezTo>
                      <a:pt x="61674" y="866775"/>
                      <a:pt x="43577" y="858203"/>
                      <a:pt x="26432" y="841057"/>
                    </a:cubicBezTo>
                    <a:cubicBezTo>
                      <a:pt x="-8811" y="805815"/>
                      <a:pt x="-8811" y="754380"/>
                      <a:pt x="26432" y="719137"/>
                    </a:cubicBezTo>
                    <a:lnTo>
                      <a:pt x="312182" y="433388"/>
                    </a:lnTo>
                    <a:lnTo>
                      <a:pt x="26432" y="147638"/>
                    </a:lnTo>
                    <a:cubicBezTo>
                      <a:pt x="9287" y="130492"/>
                      <a:pt x="714" y="112395"/>
                      <a:pt x="714" y="86677"/>
                    </a:cubicBezTo>
                    <a:cubicBezTo>
                      <a:pt x="714" y="60960"/>
                      <a:pt x="9287" y="42863"/>
                      <a:pt x="26432" y="25717"/>
                    </a:cubicBezTo>
                    <a:cubicBezTo>
                      <a:pt x="43577" y="8573"/>
                      <a:pt x="61674" y="0"/>
                      <a:pt x="87392" y="0"/>
                    </a:cubicBezTo>
                    <a:lnTo>
                      <a:pt x="87392" y="0"/>
                    </a:lnTo>
                    <a:cubicBezTo>
                      <a:pt x="113109" y="0"/>
                      <a:pt x="131207" y="8573"/>
                      <a:pt x="148352" y="25717"/>
                    </a:cubicBezTo>
                    <a:lnTo>
                      <a:pt x="503634" y="372428"/>
                    </a:lnTo>
                    <a:cubicBezTo>
                      <a:pt x="520779" y="389573"/>
                      <a:pt x="529352" y="407670"/>
                      <a:pt x="529352" y="433388"/>
                    </a:cubicBezTo>
                    <a:cubicBezTo>
                      <a:pt x="529352" y="459105"/>
                      <a:pt x="520779" y="477203"/>
                      <a:pt x="503634" y="494348"/>
                    </a:cubicBezTo>
                    <a:lnTo>
                      <a:pt x="148352" y="841057"/>
                    </a:lnTo>
                    <a:cubicBezTo>
                      <a:pt x="130254" y="858203"/>
                      <a:pt x="113109" y="866775"/>
                      <a:pt x="87392" y="866775"/>
                    </a:cubicBezTo>
                    <a:close/>
                  </a:path>
                </a:pathLst>
              </a:custGeom>
              <a:grpFill/>
              <a:ln w="9525" cap="flat">
                <a:noFill/>
                <a:prstDash val="solid"/>
                <a:miter/>
              </a:ln>
            </p:spPr>
            <p:txBody>
              <a:bodyPr rtlCol="0" anchor="ctr"/>
              <a:lstStyle/>
              <a:p>
                <a:endParaRPr lang="fr-FR"/>
              </a:p>
            </p:txBody>
          </p:sp>
        </p:grpSp>
        <p:sp>
          <p:nvSpPr>
            <p:cNvPr id="44" name="Forme libre : forme 43">
              <a:hlinkClick r:id="rId6"/>
              <a:extLst>
                <a:ext uri="{FF2B5EF4-FFF2-40B4-BE49-F238E27FC236}">
                  <a16:creationId xmlns:a16="http://schemas.microsoft.com/office/drawing/2014/main" id="{4CAFCF9E-E5FF-6FB8-E3A0-AB8AFC4E8252}"/>
                </a:ext>
              </a:extLst>
            </p:cNvPr>
            <p:cNvSpPr>
              <a:spLocks noChangeAspect="1"/>
            </p:cNvSpPr>
            <p:nvPr/>
          </p:nvSpPr>
          <p:spPr>
            <a:xfrm>
              <a:off x="6192476" y="6448996"/>
              <a:ext cx="144319" cy="168374"/>
            </a:xfrm>
            <a:custGeom>
              <a:avLst/>
              <a:gdLst>
                <a:gd name="connsiteX0" fmla="*/ 218571 w 308571"/>
                <a:gd name="connsiteY0" fmla="*/ 70714 h 360000"/>
                <a:gd name="connsiteX1" fmla="*/ 244285 w 308571"/>
                <a:gd name="connsiteY1" fmla="*/ 70714 h 360000"/>
                <a:gd name="connsiteX2" fmla="*/ 244285 w 308571"/>
                <a:gd name="connsiteY2" fmla="*/ 147857 h 360000"/>
                <a:gd name="connsiteX3" fmla="*/ 218571 w 308571"/>
                <a:gd name="connsiteY3" fmla="*/ 147857 h 360000"/>
                <a:gd name="connsiteX4" fmla="*/ 147857 w 308571"/>
                <a:gd name="connsiteY4" fmla="*/ 70714 h 360000"/>
                <a:gd name="connsiteX5" fmla="*/ 173571 w 308571"/>
                <a:gd name="connsiteY5" fmla="*/ 70714 h 360000"/>
                <a:gd name="connsiteX6" fmla="*/ 173571 w 308571"/>
                <a:gd name="connsiteY6" fmla="*/ 147857 h 360000"/>
                <a:gd name="connsiteX7" fmla="*/ 147857 w 308571"/>
                <a:gd name="connsiteY7" fmla="*/ 147857 h 360000"/>
                <a:gd name="connsiteX8" fmla="*/ 77143 w 308571"/>
                <a:gd name="connsiteY8" fmla="*/ 25715 h 360000"/>
                <a:gd name="connsiteX9" fmla="*/ 77143 w 308571"/>
                <a:gd name="connsiteY9" fmla="*/ 218572 h 360000"/>
                <a:gd name="connsiteX10" fmla="*/ 135000 w 308571"/>
                <a:gd name="connsiteY10" fmla="*/ 218572 h 360000"/>
                <a:gd name="connsiteX11" fmla="*/ 135000 w 308571"/>
                <a:gd name="connsiteY11" fmla="*/ 263572 h 360000"/>
                <a:gd name="connsiteX12" fmla="*/ 180000 w 308571"/>
                <a:gd name="connsiteY12" fmla="*/ 218572 h 360000"/>
                <a:gd name="connsiteX13" fmla="*/ 231428 w 308571"/>
                <a:gd name="connsiteY13" fmla="*/ 218572 h 360000"/>
                <a:gd name="connsiteX14" fmla="*/ 282857 w 308571"/>
                <a:gd name="connsiteY14" fmla="*/ 167143 h 360000"/>
                <a:gd name="connsiteX15" fmla="*/ 282857 w 308571"/>
                <a:gd name="connsiteY15" fmla="*/ 25715 h 360000"/>
                <a:gd name="connsiteX16" fmla="*/ 64286 w 308571"/>
                <a:gd name="connsiteY16" fmla="*/ 0 h 360000"/>
                <a:gd name="connsiteX17" fmla="*/ 308571 w 308571"/>
                <a:gd name="connsiteY17" fmla="*/ 0 h 360000"/>
                <a:gd name="connsiteX18" fmla="*/ 308571 w 308571"/>
                <a:gd name="connsiteY18" fmla="*/ 180000 h 360000"/>
                <a:gd name="connsiteX19" fmla="*/ 192857 w 308571"/>
                <a:gd name="connsiteY19" fmla="*/ 295715 h 360000"/>
                <a:gd name="connsiteX20" fmla="*/ 141428 w 308571"/>
                <a:gd name="connsiteY20" fmla="*/ 295715 h 360000"/>
                <a:gd name="connsiteX21" fmla="*/ 77143 w 308571"/>
                <a:gd name="connsiteY21" fmla="*/ 360000 h 360000"/>
                <a:gd name="connsiteX22" fmla="*/ 77143 w 308571"/>
                <a:gd name="connsiteY22" fmla="*/ 295715 h 360000"/>
                <a:gd name="connsiteX23" fmla="*/ 0 w 308571"/>
                <a:gd name="connsiteY23" fmla="*/ 295715 h 360000"/>
                <a:gd name="connsiteX24" fmla="*/ 0 w 308571"/>
                <a:gd name="connsiteY24" fmla="*/ 64286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8571" h="360000">
                  <a:moveTo>
                    <a:pt x="218571" y="70714"/>
                  </a:moveTo>
                  <a:lnTo>
                    <a:pt x="244285" y="70714"/>
                  </a:lnTo>
                  <a:lnTo>
                    <a:pt x="244285" y="147857"/>
                  </a:lnTo>
                  <a:lnTo>
                    <a:pt x="218571" y="147857"/>
                  </a:lnTo>
                  <a:close/>
                  <a:moveTo>
                    <a:pt x="147857" y="70714"/>
                  </a:moveTo>
                  <a:lnTo>
                    <a:pt x="173571" y="70714"/>
                  </a:lnTo>
                  <a:lnTo>
                    <a:pt x="173571" y="147857"/>
                  </a:lnTo>
                  <a:lnTo>
                    <a:pt x="147857" y="147857"/>
                  </a:lnTo>
                  <a:close/>
                  <a:moveTo>
                    <a:pt x="77143" y="25715"/>
                  </a:moveTo>
                  <a:lnTo>
                    <a:pt x="77143" y="218572"/>
                  </a:lnTo>
                  <a:lnTo>
                    <a:pt x="135000" y="218572"/>
                  </a:lnTo>
                  <a:lnTo>
                    <a:pt x="135000" y="263572"/>
                  </a:lnTo>
                  <a:lnTo>
                    <a:pt x="180000" y="218572"/>
                  </a:lnTo>
                  <a:lnTo>
                    <a:pt x="231428" y="218572"/>
                  </a:lnTo>
                  <a:lnTo>
                    <a:pt x="282857" y="167143"/>
                  </a:lnTo>
                  <a:lnTo>
                    <a:pt x="282857" y="25715"/>
                  </a:lnTo>
                  <a:close/>
                  <a:moveTo>
                    <a:pt x="64286" y="0"/>
                  </a:moveTo>
                  <a:lnTo>
                    <a:pt x="308571" y="0"/>
                  </a:lnTo>
                  <a:lnTo>
                    <a:pt x="308571" y="180000"/>
                  </a:lnTo>
                  <a:lnTo>
                    <a:pt x="192857" y="295715"/>
                  </a:lnTo>
                  <a:lnTo>
                    <a:pt x="141428" y="295715"/>
                  </a:lnTo>
                  <a:lnTo>
                    <a:pt x="77143" y="360000"/>
                  </a:lnTo>
                  <a:lnTo>
                    <a:pt x="77143" y="295715"/>
                  </a:lnTo>
                  <a:lnTo>
                    <a:pt x="0" y="295715"/>
                  </a:lnTo>
                  <a:lnTo>
                    <a:pt x="0" y="64286"/>
                  </a:lnTo>
                  <a:close/>
                </a:path>
              </a:pathLst>
            </a:custGeom>
            <a:solidFill>
              <a:schemeClr val="bg1"/>
            </a:solidFill>
            <a:ln w="2449" cap="flat">
              <a:noFill/>
              <a:prstDash val="solid"/>
              <a:miter/>
            </a:ln>
          </p:spPr>
          <p:txBody>
            <a:bodyPr rtlCol="0" anchor="ctr"/>
            <a:lstStyle/>
            <a:p>
              <a:endParaRPr lang="fr-FR"/>
            </a:p>
          </p:txBody>
        </p:sp>
        <p:sp>
          <p:nvSpPr>
            <p:cNvPr id="45" name="Graphique 50">
              <a:hlinkClick r:id="rId7"/>
              <a:extLst>
                <a:ext uri="{FF2B5EF4-FFF2-40B4-BE49-F238E27FC236}">
                  <a16:creationId xmlns:a16="http://schemas.microsoft.com/office/drawing/2014/main" id="{AF3C992C-DBFA-9F41-F679-71F0A1BD5BEF}"/>
                </a:ext>
              </a:extLst>
            </p:cNvPr>
            <p:cNvSpPr>
              <a:spLocks noChangeAspect="1"/>
            </p:cNvSpPr>
            <p:nvPr/>
          </p:nvSpPr>
          <p:spPr>
            <a:xfrm>
              <a:off x="6563302" y="6448996"/>
              <a:ext cx="222080" cy="168374"/>
            </a:xfrm>
            <a:custGeom>
              <a:avLst/>
              <a:gdLst>
                <a:gd name="connsiteX0" fmla="*/ 1026033 w 1211090"/>
                <a:gd name="connsiteY0" fmla="*/ 77153 h 918210"/>
                <a:gd name="connsiteX1" fmla="*/ 776478 w 1211090"/>
                <a:gd name="connsiteY1" fmla="*/ 0 h 918210"/>
                <a:gd name="connsiteX2" fmla="*/ 744093 w 1211090"/>
                <a:gd name="connsiteY2" fmla="*/ 64770 h 918210"/>
                <a:gd name="connsiteX3" fmla="*/ 466915 w 1211090"/>
                <a:gd name="connsiteY3" fmla="*/ 64770 h 918210"/>
                <a:gd name="connsiteX4" fmla="*/ 434530 w 1211090"/>
                <a:gd name="connsiteY4" fmla="*/ 0 h 918210"/>
                <a:gd name="connsiteX5" fmla="*/ 184975 w 1211090"/>
                <a:gd name="connsiteY5" fmla="*/ 77153 h 918210"/>
                <a:gd name="connsiteX6" fmla="*/ 4953 w 1211090"/>
                <a:gd name="connsiteY6" fmla="*/ 763905 h 918210"/>
                <a:gd name="connsiteX7" fmla="*/ 4953 w 1211090"/>
                <a:gd name="connsiteY7" fmla="*/ 763905 h 918210"/>
                <a:gd name="connsiteX8" fmla="*/ 311658 w 1211090"/>
                <a:gd name="connsiteY8" fmla="*/ 918210 h 918210"/>
                <a:gd name="connsiteX9" fmla="*/ 377380 w 1211090"/>
                <a:gd name="connsiteY9" fmla="*/ 812483 h 918210"/>
                <a:gd name="connsiteX10" fmla="*/ 273558 w 1211090"/>
                <a:gd name="connsiteY10" fmla="*/ 762953 h 918210"/>
                <a:gd name="connsiteX11" fmla="*/ 299275 w 1211090"/>
                <a:gd name="connsiteY11" fmla="*/ 743903 h 918210"/>
                <a:gd name="connsiteX12" fmla="*/ 911733 w 1211090"/>
                <a:gd name="connsiteY12" fmla="*/ 743903 h 918210"/>
                <a:gd name="connsiteX13" fmla="*/ 937450 w 1211090"/>
                <a:gd name="connsiteY13" fmla="*/ 762953 h 918210"/>
                <a:gd name="connsiteX14" fmla="*/ 833628 w 1211090"/>
                <a:gd name="connsiteY14" fmla="*/ 812483 h 918210"/>
                <a:gd name="connsiteX15" fmla="*/ 899350 w 1211090"/>
                <a:gd name="connsiteY15" fmla="*/ 918210 h 918210"/>
                <a:gd name="connsiteX16" fmla="*/ 1206055 w 1211090"/>
                <a:gd name="connsiteY16" fmla="*/ 764858 h 918210"/>
                <a:gd name="connsiteX17" fmla="*/ 1206055 w 1211090"/>
                <a:gd name="connsiteY17" fmla="*/ 764858 h 918210"/>
                <a:gd name="connsiteX18" fmla="*/ 1026033 w 1211090"/>
                <a:gd name="connsiteY18" fmla="*/ 77153 h 918210"/>
                <a:gd name="connsiteX19" fmla="*/ 405003 w 1211090"/>
                <a:gd name="connsiteY19" fmla="*/ 625793 h 918210"/>
                <a:gd name="connsiteX20" fmla="*/ 295465 w 1211090"/>
                <a:gd name="connsiteY20" fmla="*/ 504825 h 918210"/>
                <a:gd name="connsiteX21" fmla="*/ 404050 w 1211090"/>
                <a:gd name="connsiteY21" fmla="*/ 383858 h 918210"/>
                <a:gd name="connsiteX22" fmla="*/ 513588 w 1211090"/>
                <a:gd name="connsiteY22" fmla="*/ 504825 h 918210"/>
                <a:gd name="connsiteX23" fmla="*/ 405003 w 1211090"/>
                <a:gd name="connsiteY23" fmla="*/ 625793 h 918210"/>
                <a:gd name="connsiteX24" fmla="*/ 806958 w 1211090"/>
                <a:gd name="connsiteY24" fmla="*/ 625793 h 918210"/>
                <a:gd name="connsiteX25" fmla="*/ 698373 w 1211090"/>
                <a:gd name="connsiteY25" fmla="*/ 504825 h 918210"/>
                <a:gd name="connsiteX26" fmla="*/ 806958 w 1211090"/>
                <a:gd name="connsiteY26" fmla="*/ 383858 h 918210"/>
                <a:gd name="connsiteX27" fmla="*/ 915543 w 1211090"/>
                <a:gd name="connsiteY27" fmla="*/ 504825 h 918210"/>
                <a:gd name="connsiteX28" fmla="*/ 806958 w 1211090"/>
                <a:gd name="connsiteY28" fmla="*/ 625793 h 91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11090" h="918210">
                  <a:moveTo>
                    <a:pt x="1026033" y="77153"/>
                  </a:moveTo>
                  <a:cubicBezTo>
                    <a:pt x="946023" y="40005"/>
                    <a:pt x="862203" y="14288"/>
                    <a:pt x="776478" y="0"/>
                  </a:cubicBezTo>
                  <a:cubicBezTo>
                    <a:pt x="765048" y="20955"/>
                    <a:pt x="753618" y="42863"/>
                    <a:pt x="744093" y="64770"/>
                  </a:cubicBezTo>
                  <a:cubicBezTo>
                    <a:pt x="652653" y="50483"/>
                    <a:pt x="558355" y="50483"/>
                    <a:pt x="466915" y="64770"/>
                  </a:cubicBezTo>
                  <a:cubicBezTo>
                    <a:pt x="457390" y="42863"/>
                    <a:pt x="446913" y="20955"/>
                    <a:pt x="434530" y="0"/>
                  </a:cubicBezTo>
                  <a:cubicBezTo>
                    <a:pt x="347853" y="14288"/>
                    <a:pt x="264033" y="40958"/>
                    <a:pt x="184975" y="77153"/>
                  </a:cubicBezTo>
                  <a:cubicBezTo>
                    <a:pt x="26860" y="311468"/>
                    <a:pt x="-16002" y="539115"/>
                    <a:pt x="4953" y="763905"/>
                  </a:cubicBezTo>
                  <a:lnTo>
                    <a:pt x="4953" y="763905"/>
                  </a:lnTo>
                  <a:cubicBezTo>
                    <a:pt x="97345" y="832485"/>
                    <a:pt x="201168" y="883920"/>
                    <a:pt x="311658" y="918210"/>
                  </a:cubicBezTo>
                  <a:cubicBezTo>
                    <a:pt x="336423" y="884873"/>
                    <a:pt x="358330" y="849630"/>
                    <a:pt x="377380" y="812483"/>
                  </a:cubicBezTo>
                  <a:cubicBezTo>
                    <a:pt x="341185" y="799148"/>
                    <a:pt x="306895" y="782955"/>
                    <a:pt x="273558" y="762953"/>
                  </a:cubicBezTo>
                  <a:cubicBezTo>
                    <a:pt x="282130" y="756285"/>
                    <a:pt x="290703" y="750570"/>
                    <a:pt x="299275" y="743903"/>
                  </a:cubicBezTo>
                  <a:cubicBezTo>
                    <a:pt x="493585" y="835343"/>
                    <a:pt x="718375" y="835343"/>
                    <a:pt x="911733" y="743903"/>
                  </a:cubicBezTo>
                  <a:cubicBezTo>
                    <a:pt x="920305" y="750570"/>
                    <a:pt x="928878" y="757238"/>
                    <a:pt x="937450" y="762953"/>
                  </a:cubicBezTo>
                  <a:cubicBezTo>
                    <a:pt x="904113" y="782003"/>
                    <a:pt x="869823" y="799148"/>
                    <a:pt x="833628" y="812483"/>
                  </a:cubicBezTo>
                  <a:cubicBezTo>
                    <a:pt x="852678" y="849630"/>
                    <a:pt x="874585" y="884873"/>
                    <a:pt x="899350" y="918210"/>
                  </a:cubicBezTo>
                  <a:cubicBezTo>
                    <a:pt x="1009840" y="884873"/>
                    <a:pt x="1113663" y="832485"/>
                    <a:pt x="1206055" y="764858"/>
                  </a:cubicBezTo>
                  <a:lnTo>
                    <a:pt x="1206055" y="764858"/>
                  </a:lnTo>
                  <a:cubicBezTo>
                    <a:pt x="1230820" y="502920"/>
                    <a:pt x="1163193" y="277178"/>
                    <a:pt x="1026033" y="77153"/>
                  </a:cubicBezTo>
                  <a:close/>
                  <a:moveTo>
                    <a:pt x="405003" y="625793"/>
                  </a:moveTo>
                  <a:cubicBezTo>
                    <a:pt x="344995" y="625793"/>
                    <a:pt x="295465" y="571500"/>
                    <a:pt x="295465" y="504825"/>
                  </a:cubicBezTo>
                  <a:cubicBezTo>
                    <a:pt x="295465" y="438150"/>
                    <a:pt x="343090" y="383858"/>
                    <a:pt x="404050" y="383858"/>
                  </a:cubicBezTo>
                  <a:cubicBezTo>
                    <a:pt x="465010" y="383858"/>
                    <a:pt x="514540" y="438150"/>
                    <a:pt x="513588" y="504825"/>
                  </a:cubicBezTo>
                  <a:cubicBezTo>
                    <a:pt x="512635" y="571500"/>
                    <a:pt x="465010" y="625793"/>
                    <a:pt x="405003" y="625793"/>
                  </a:cubicBezTo>
                  <a:close/>
                  <a:moveTo>
                    <a:pt x="806958" y="625793"/>
                  </a:moveTo>
                  <a:cubicBezTo>
                    <a:pt x="746950" y="625793"/>
                    <a:pt x="698373" y="571500"/>
                    <a:pt x="698373" y="504825"/>
                  </a:cubicBezTo>
                  <a:cubicBezTo>
                    <a:pt x="698373" y="438150"/>
                    <a:pt x="745998" y="383858"/>
                    <a:pt x="806958" y="383858"/>
                  </a:cubicBezTo>
                  <a:cubicBezTo>
                    <a:pt x="867918" y="383858"/>
                    <a:pt x="916495" y="438150"/>
                    <a:pt x="915543" y="504825"/>
                  </a:cubicBezTo>
                  <a:cubicBezTo>
                    <a:pt x="914590" y="571500"/>
                    <a:pt x="867918" y="625793"/>
                    <a:pt x="806958" y="625793"/>
                  </a:cubicBezTo>
                  <a:close/>
                </a:path>
              </a:pathLst>
            </a:custGeom>
            <a:solidFill>
              <a:schemeClr val="bg1"/>
            </a:solidFill>
            <a:ln w="9525" cap="flat">
              <a:noFill/>
              <a:prstDash val="solid"/>
              <a:miter/>
            </a:ln>
          </p:spPr>
          <p:txBody>
            <a:bodyPr rtlCol="0" anchor="ctr"/>
            <a:lstStyle/>
            <a:p>
              <a:endParaRPr lang="fr-FR"/>
            </a:p>
          </p:txBody>
        </p:sp>
      </p:grpSp>
      <p:sp>
        <p:nvSpPr>
          <p:cNvPr id="49" name="Ellipse 48">
            <a:extLst>
              <a:ext uri="{FF2B5EF4-FFF2-40B4-BE49-F238E27FC236}">
                <a16:creationId xmlns:a16="http://schemas.microsoft.com/office/drawing/2014/main" id="{142F02DC-8581-ACA8-525D-4EE6A9A4D688}"/>
              </a:ext>
            </a:extLst>
          </p:cNvPr>
          <p:cNvSpPr/>
          <p:nvPr userDrawn="1"/>
        </p:nvSpPr>
        <p:spPr>
          <a:xfrm>
            <a:off x="1199086" y="2970785"/>
            <a:ext cx="982090" cy="98209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Espace réservé pour une image  25">
            <a:extLst>
              <a:ext uri="{FF2B5EF4-FFF2-40B4-BE49-F238E27FC236}">
                <a16:creationId xmlns:a16="http://schemas.microsoft.com/office/drawing/2014/main" id="{9F0E3779-C187-72E0-A64C-8852035369AF}"/>
              </a:ext>
            </a:extLst>
          </p:cNvPr>
          <p:cNvSpPr>
            <a:spLocks noGrp="1"/>
          </p:cNvSpPr>
          <p:nvPr userDrawn="1">
            <p:ph type="pic" sz="quarter" idx="18" hasCustomPrompt="1"/>
          </p:nvPr>
        </p:nvSpPr>
        <p:spPr>
          <a:xfrm>
            <a:off x="1265712" y="3037109"/>
            <a:ext cx="848838" cy="849444"/>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51" name="Espace réservé du texte 4">
            <a:extLst>
              <a:ext uri="{FF2B5EF4-FFF2-40B4-BE49-F238E27FC236}">
                <a16:creationId xmlns:a16="http://schemas.microsoft.com/office/drawing/2014/main" id="{0ED11694-F6BC-473B-AC26-DCF267ECBF63}"/>
              </a:ext>
            </a:extLst>
          </p:cNvPr>
          <p:cNvSpPr>
            <a:spLocks noGrp="1"/>
          </p:cNvSpPr>
          <p:nvPr userDrawn="1">
            <p:ph type="body" sz="quarter" idx="19" hasCustomPrompt="1"/>
          </p:nvPr>
        </p:nvSpPr>
        <p:spPr>
          <a:xfrm>
            <a:off x="1211637" y="4086734"/>
            <a:ext cx="3178881" cy="276999"/>
          </a:xfrm>
        </p:spPr>
        <p:txBody>
          <a:bodyPr wrap="square" tIns="0" bIns="0">
            <a:spAutoFit/>
          </a:bodyPr>
          <a:lstStyle>
            <a:lvl1pPr marL="0" indent="0" algn="l">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a:t>First name LAST NAME</a:t>
            </a:r>
          </a:p>
        </p:txBody>
      </p:sp>
      <p:sp>
        <p:nvSpPr>
          <p:cNvPr id="52" name="Espace réservé du texte 4">
            <a:extLst>
              <a:ext uri="{FF2B5EF4-FFF2-40B4-BE49-F238E27FC236}">
                <a16:creationId xmlns:a16="http://schemas.microsoft.com/office/drawing/2014/main" id="{DDB90BA3-97F6-5E70-69A9-8D6D2AE207B6}"/>
              </a:ext>
            </a:extLst>
          </p:cNvPr>
          <p:cNvSpPr>
            <a:spLocks noGrp="1"/>
          </p:cNvSpPr>
          <p:nvPr userDrawn="1">
            <p:ph type="body" sz="quarter" idx="20" hasCustomPrompt="1"/>
          </p:nvPr>
        </p:nvSpPr>
        <p:spPr>
          <a:xfrm>
            <a:off x="1211637" y="4374975"/>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Function</a:t>
            </a:r>
          </a:p>
        </p:txBody>
      </p:sp>
      <p:sp>
        <p:nvSpPr>
          <p:cNvPr id="55" name="Forme libre : forme 54">
            <a:extLst>
              <a:ext uri="{FF2B5EF4-FFF2-40B4-BE49-F238E27FC236}">
                <a16:creationId xmlns:a16="http://schemas.microsoft.com/office/drawing/2014/main" id="{B77E450D-379E-F4ED-9C46-32A167668519}"/>
              </a:ext>
            </a:extLst>
          </p:cNvPr>
          <p:cNvSpPr/>
          <p:nvPr userDrawn="1"/>
        </p:nvSpPr>
        <p:spPr>
          <a:xfrm>
            <a:off x="1219978" y="4912369"/>
            <a:ext cx="201628" cy="148543"/>
          </a:xfrm>
          <a:custGeom>
            <a:avLst/>
            <a:gdLst>
              <a:gd name="connsiteX0" fmla="*/ 0 w 4130650"/>
              <a:gd name="connsiteY0" fmla="*/ 858316 h 3043122"/>
              <a:gd name="connsiteX1" fmla="*/ 1940966 w 4130650"/>
              <a:gd name="connsiteY1" fmla="*/ 2043378 h 3043122"/>
              <a:gd name="connsiteX2" fmla="*/ 2062887 w 4130650"/>
              <a:gd name="connsiteY2" fmla="*/ 2077516 h 3043122"/>
              <a:gd name="connsiteX3" fmla="*/ 2184807 w 4130650"/>
              <a:gd name="connsiteY3" fmla="*/ 2043378 h 3043122"/>
              <a:gd name="connsiteX4" fmla="*/ 4130650 w 4130650"/>
              <a:gd name="connsiteY4" fmla="*/ 858316 h 3043122"/>
              <a:gd name="connsiteX5" fmla="*/ 4130650 w 4130650"/>
              <a:gd name="connsiteY5" fmla="*/ 2433522 h 3043122"/>
              <a:gd name="connsiteX6" fmla="*/ 3521050 w 4130650"/>
              <a:gd name="connsiteY6" fmla="*/ 3043122 h 3043122"/>
              <a:gd name="connsiteX7" fmla="*/ 609600 w 4130650"/>
              <a:gd name="connsiteY7" fmla="*/ 3043122 h 3043122"/>
              <a:gd name="connsiteX8" fmla="*/ 0 w 4130650"/>
              <a:gd name="connsiteY8" fmla="*/ 2433522 h 3043122"/>
              <a:gd name="connsiteX9" fmla="*/ 609600 w 4130650"/>
              <a:gd name="connsiteY9" fmla="*/ 0 h 3043122"/>
              <a:gd name="connsiteX10" fmla="*/ 3521050 w 4130650"/>
              <a:gd name="connsiteY10" fmla="*/ 0 h 3043122"/>
              <a:gd name="connsiteX11" fmla="*/ 4111142 w 4130650"/>
              <a:gd name="connsiteY11" fmla="*/ 477926 h 3043122"/>
              <a:gd name="connsiteX12" fmla="*/ 2067763 w 4130650"/>
              <a:gd name="connsiteY12" fmla="*/ 1726387 h 3043122"/>
              <a:gd name="connsiteX13" fmla="*/ 19507 w 4130650"/>
              <a:gd name="connsiteY13" fmla="*/ 477926 h 3043122"/>
              <a:gd name="connsiteX14" fmla="*/ 609600 w 4130650"/>
              <a:gd name="connsiteY14" fmla="*/ 0 h 304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30650" h="3043122">
                <a:moveTo>
                  <a:pt x="0" y="858316"/>
                </a:moveTo>
                <a:lnTo>
                  <a:pt x="1940966" y="2043378"/>
                </a:lnTo>
                <a:cubicBezTo>
                  <a:pt x="1979981" y="2067762"/>
                  <a:pt x="2023872" y="2077516"/>
                  <a:pt x="2062887" y="2077516"/>
                </a:cubicBezTo>
                <a:cubicBezTo>
                  <a:pt x="2101901" y="2077516"/>
                  <a:pt x="2145792" y="2067762"/>
                  <a:pt x="2184807" y="2043378"/>
                </a:cubicBezTo>
                <a:lnTo>
                  <a:pt x="4130650" y="858316"/>
                </a:lnTo>
                <a:lnTo>
                  <a:pt x="4130650" y="2433522"/>
                </a:lnTo>
                <a:cubicBezTo>
                  <a:pt x="4130650" y="2770022"/>
                  <a:pt x="3857549" y="3043122"/>
                  <a:pt x="3521050" y="3043122"/>
                </a:cubicBezTo>
                <a:lnTo>
                  <a:pt x="609600" y="3043122"/>
                </a:lnTo>
                <a:cubicBezTo>
                  <a:pt x="273101" y="3043122"/>
                  <a:pt x="0" y="2770022"/>
                  <a:pt x="0" y="2433522"/>
                </a:cubicBezTo>
                <a:close/>
                <a:moveTo>
                  <a:pt x="609600" y="0"/>
                </a:moveTo>
                <a:lnTo>
                  <a:pt x="3521050" y="0"/>
                </a:lnTo>
                <a:cubicBezTo>
                  <a:pt x="3808781" y="0"/>
                  <a:pt x="4052621" y="204826"/>
                  <a:pt x="4111142" y="477926"/>
                </a:cubicBezTo>
                <a:lnTo>
                  <a:pt x="2067763" y="1726387"/>
                </a:lnTo>
                <a:lnTo>
                  <a:pt x="19507" y="477926"/>
                </a:lnTo>
                <a:cubicBezTo>
                  <a:pt x="78029" y="204826"/>
                  <a:pt x="321869" y="0"/>
                  <a:pt x="609600" y="0"/>
                </a:cubicBezTo>
                <a:close/>
              </a:path>
            </a:pathLst>
          </a:custGeom>
          <a:solidFill>
            <a:schemeClr val="bg1"/>
          </a:solidFill>
          <a:ln w="9525" cap="flat">
            <a:noFill/>
            <a:prstDash val="solid"/>
            <a:miter/>
          </a:ln>
        </p:spPr>
        <p:txBody>
          <a:bodyPr rtlCol="0" anchor="ctr"/>
          <a:lstStyle/>
          <a:p>
            <a:endParaRPr lang="fr-FR"/>
          </a:p>
        </p:txBody>
      </p:sp>
      <p:sp>
        <p:nvSpPr>
          <p:cNvPr id="56" name="Graphique 31">
            <a:extLst>
              <a:ext uri="{FF2B5EF4-FFF2-40B4-BE49-F238E27FC236}">
                <a16:creationId xmlns:a16="http://schemas.microsoft.com/office/drawing/2014/main" id="{3C7308E4-98B5-029A-8483-C5DE0D0CEC45}"/>
              </a:ext>
            </a:extLst>
          </p:cNvPr>
          <p:cNvSpPr/>
          <p:nvPr userDrawn="1"/>
        </p:nvSpPr>
        <p:spPr>
          <a:xfrm>
            <a:off x="1239799" y="5216312"/>
            <a:ext cx="153232" cy="243162"/>
          </a:xfrm>
          <a:custGeom>
            <a:avLst/>
            <a:gdLst>
              <a:gd name="connsiteX0" fmla="*/ 2221230 w 2324100"/>
              <a:gd name="connsiteY0" fmla="*/ 103251 h 3688080"/>
              <a:gd name="connsiteX1" fmla="*/ 2221230 w 2324100"/>
              <a:gd name="connsiteY1" fmla="*/ 102870 h 3688080"/>
              <a:gd name="connsiteX2" fmla="*/ 1973961 w 2324100"/>
              <a:gd name="connsiteY2" fmla="*/ 0 h 3688080"/>
              <a:gd name="connsiteX3" fmla="*/ 349758 w 2324100"/>
              <a:gd name="connsiteY3" fmla="*/ 0 h 3688080"/>
              <a:gd name="connsiteX4" fmla="*/ 0 w 2324100"/>
              <a:gd name="connsiteY4" fmla="*/ 349758 h 3688080"/>
              <a:gd name="connsiteX5" fmla="*/ 0 w 2324100"/>
              <a:gd name="connsiteY5" fmla="*/ 3337941 h 3688080"/>
              <a:gd name="connsiteX6" fmla="*/ 102870 w 2324100"/>
              <a:gd name="connsiteY6" fmla="*/ 3585210 h 3688080"/>
              <a:gd name="connsiteX7" fmla="*/ 349758 w 2324100"/>
              <a:gd name="connsiteY7" fmla="*/ 3688080 h 3688080"/>
              <a:gd name="connsiteX8" fmla="*/ 1974342 w 2324100"/>
              <a:gd name="connsiteY8" fmla="*/ 3688080 h 3688080"/>
              <a:gd name="connsiteX9" fmla="*/ 2221230 w 2324100"/>
              <a:gd name="connsiteY9" fmla="*/ 3585210 h 3688080"/>
              <a:gd name="connsiteX10" fmla="*/ 2324100 w 2324100"/>
              <a:gd name="connsiteY10" fmla="*/ 3338322 h 3688080"/>
              <a:gd name="connsiteX11" fmla="*/ 2324100 w 2324100"/>
              <a:gd name="connsiteY11" fmla="*/ 350139 h 3688080"/>
              <a:gd name="connsiteX12" fmla="*/ 2221230 w 2324100"/>
              <a:gd name="connsiteY12" fmla="*/ 103251 h 3688080"/>
              <a:gd name="connsiteX13" fmla="*/ 1162050 w 2324100"/>
              <a:gd name="connsiteY13" fmla="*/ 3450717 h 3688080"/>
              <a:gd name="connsiteX14" fmla="*/ 1162050 w 2324100"/>
              <a:gd name="connsiteY14" fmla="*/ 3450717 h 3688080"/>
              <a:gd name="connsiteX15" fmla="*/ 1067562 w 2324100"/>
              <a:gd name="connsiteY15" fmla="*/ 3356229 h 3688080"/>
              <a:gd name="connsiteX16" fmla="*/ 1162050 w 2324100"/>
              <a:gd name="connsiteY16" fmla="*/ 3261741 h 3688080"/>
              <a:gd name="connsiteX17" fmla="*/ 1256538 w 2324100"/>
              <a:gd name="connsiteY17" fmla="*/ 3356229 h 3688080"/>
              <a:gd name="connsiteX18" fmla="*/ 1162050 w 2324100"/>
              <a:gd name="connsiteY18" fmla="*/ 3450717 h 3688080"/>
              <a:gd name="connsiteX19" fmla="*/ 2046351 w 2324100"/>
              <a:gd name="connsiteY19" fmla="*/ 2857500 h 3688080"/>
              <a:gd name="connsiteX20" fmla="*/ 1817751 w 2324100"/>
              <a:gd name="connsiteY20" fmla="*/ 3086100 h 3688080"/>
              <a:gd name="connsiteX21" fmla="*/ 505968 w 2324100"/>
              <a:gd name="connsiteY21" fmla="*/ 3086100 h 3688080"/>
              <a:gd name="connsiteX22" fmla="*/ 277368 w 2324100"/>
              <a:gd name="connsiteY22" fmla="*/ 2857500 h 3688080"/>
              <a:gd name="connsiteX23" fmla="*/ 277368 w 2324100"/>
              <a:gd name="connsiteY23" fmla="*/ 630555 h 3688080"/>
              <a:gd name="connsiteX24" fmla="*/ 505968 w 2324100"/>
              <a:gd name="connsiteY24" fmla="*/ 401955 h 3688080"/>
              <a:gd name="connsiteX25" fmla="*/ 1818132 w 2324100"/>
              <a:gd name="connsiteY25" fmla="*/ 401955 h 3688080"/>
              <a:gd name="connsiteX26" fmla="*/ 2046732 w 2324100"/>
              <a:gd name="connsiteY26" fmla="*/ 630555 h 3688080"/>
              <a:gd name="connsiteX27" fmla="*/ 2046351 w 2324100"/>
              <a:gd name="connsiteY27" fmla="*/ 2857500 h 3688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324100" h="3688080">
                <a:moveTo>
                  <a:pt x="2221230" y="103251"/>
                </a:moveTo>
                <a:lnTo>
                  <a:pt x="2221230" y="102870"/>
                </a:lnTo>
                <a:cubicBezTo>
                  <a:pt x="2155765" y="37062"/>
                  <a:pt x="2066782" y="38"/>
                  <a:pt x="1973961" y="0"/>
                </a:cubicBezTo>
                <a:lnTo>
                  <a:pt x="349758" y="0"/>
                </a:lnTo>
                <a:cubicBezTo>
                  <a:pt x="156848" y="629"/>
                  <a:pt x="629" y="156848"/>
                  <a:pt x="0" y="349758"/>
                </a:cubicBezTo>
                <a:lnTo>
                  <a:pt x="0" y="3337941"/>
                </a:lnTo>
                <a:cubicBezTo>
                  <a:pt x="38" y="3430762"/>
                  <a:pt x="37062" y="3519745"/>
                  <a:pt x="102870" y="3585210"/>
                </a:cubicBezTo>
                <a:cubicBezTo>
                  <a:pt x="168240" y="3650923"/>
                  <a:pt x="257070" y="3687937"/>
                  <a:pt x="349758" y="3688080"/>
                </a:cubicBezTo>
                <a:lnTo>
                  <a:pt x="1974342" y="3688080"/>
                </a:lnTo>
                <a:cubicBezTo>
                  <a:pt x="2067030" y="3687937"/>
                  <a:pt x="2155860" y="3650923"/>
                  <a:pt x="2221230" y="3585210"/>
                </a:cubicBezTo>
                <a:cubicBezTo>
                  <a:pt x="2286943" y="3519840"/>
                  <a:pt x="2323957" y="3431010"/>
                  <a:pt x="2324100" y="3338322"/>
                </a:cubicBezTo>
                <a:lnTo>
                  <a:pt x="2324100" y="350139"/>
                </a:lnTo>
                <a:cubicBezTo>
                  <a:pt x="2323957" y="257451"/>
                  <a:pt x="2286943" y="168621"/>
                  <a:pt x="2221230" y="103251"/>
                </a:cubicBezTo>
                <a:close/>
                <a:moveTo>
                  <a:pt x="1162050" y="3450717"/>
                </a:moveTo>
                <a:lnTo>
                  <a:pt x="1162050" y="3450717"/>
                </a:lnTo>
                <a:cubicBezTo>
                  <a:pt x="1109863" y="3450717"/>
                  <a:pt x="1067562" y="3408416"/>
                  <a:pt x="1067562" y="3356229"/>
                </a:cubicBezTo>
                <a:cubicBezTo>
                  <a:pt x="1067562" y="3304042"/>
                  <a:pt x="1109863" y="3261741"/>
                  <a:pt x="1162050" y="3261741"/>
                </a:cubicBezTo>
                <a:cubicBezTo>
                  <a:pt x="1214238" y="3261741"/>
                  <a:pt x="1256538" y="3304042"/>
                  <a:pt x="1256538" y="3356229"/>
                </a:cubicBezTo>
                <a:cubicBezTo>
                  <a:pt x="1256538" y="3408416"/>
                  <a:pt x="1214238" y="3450717"/>
                  <a:pt x="1162050" y="3450717"/>
                </a:cubicBezTo>
                <a:close/>
                <a:moveTo>
                  <a:pt x="2046351" y="2857500"/>
                </a:moveTo>
                <a:cubicBezTo>
                  <a:pt x="2046351" y="2983754"/>
                  <a:pt x="1944005" y="3086100"/>
                  <a:pt x="1817751" y="3086100"/>
                </a:cubicBezTo>
                <a:lnTo>
                  <a:pt x="505968" y="3086100"/>
                </a:lnTo>
                <a:cubicBezTo>
                  <a:pt x="379714" y="3086100"/>
                  <a:pt x="277368" y="2983754"/>
                  <a:pt x="277368" y="2857500"/>
                </a:cubicBezTo>
                <a:lnTo>
                  <a:pt x="277368" y="630555"/>
                </a:lnTo>
                <a:cubicBezTo>
                  <a:pt x="277368" y="504301"/>
                  <a:pt x="379714" y="401955"/>
                  <a:pt x="505968" y="401955"/>
                </a:cubicBezTo>
                <a:lnTo>
                  <a:pt x="1818132" y="401955"/>
                </a:lnTo>
                <a:cubicBezTo>
                  <a:pt x="1944386" y="401955"/>
                  <a:pt x="2046732" y="504301"/>
                  <a:pt x="2046732" y="630555"/>
                </a:cubicBezTo>
                <a:lnTo>
                  <a:pt x="2046351" y="2857500"/>
                </a:lnTo>
                <a:close/>
              </a:path>
            </a:pathLst>
          </a:custGeom>
          <a:solidFill>
            <a:schemeClr val="bg1"/>
          </a:solidFill>
          <a:ln w="9525" cap="flat">
            <a:noFill/>
            <a:prstDash val="solid"/>
            <a:miter/>
          </a:ln>
        </p:spPr>
        <p:txBody>
          <a:bodyPr rtlCol="0" anchor="ctr"/>
          <a:lstStyle/>
          <a:p>
            <a:endParaRPr lang="fr-FR"/>
          </a:p>
        </p:txBody>
      </p:sp>
      <p:cxnSp>
        <p:nvCxnSpPr>
          <p:cNvPr id="57" name="Connecteur droit 56">
            <a:extLst>
              <a:ext uri="{FF2B5EF4-FFF2-40B4-BE49-F238E27FC236}">
                <a16:creationId xmlns:a16="http://schemas.microsoft.com/office/drawing/2014/main" id="{F4D47A22-04D5-1C2E-311A-D6B4652796B1}"/>
              </a:ext>
            </a:extLst>
          </p:cNvPr>
          <p:cNvCxnSpPr>
            <a:cxnSpLocks/>
          </p:cNvCxnSpPr>
          <p:nvPr userDrawn="1"/>
        </p:nvCxnSpPr>
        <p:spPr>
          <a:xfrm>
            <a:off x="1202939" y="4706672"/>
            <a:ext cx="2253939"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64" name="Espace réservé du texte 4">
            <a:extLst>
              <a:ext uri="{FF2B5EF4-FFF2-40B4-BE49-F238E27FC236}">
                <a16:creationId xmlns:a16="http://schemas.microsoft.com/office/drawing/2014/main" id="{5B72CB9D-1D06-3AF5-2452-937725F5C5D8}"/>
              </a:ext>
            </a:extLst>
          </p:cNvPr>
          <p:cNvSpPr>
            <a:spLocks noGrp="1"/>
          </p:cNvSpPr>
          <p:nvPr userDrawn="1">
            <p:ph type="body" sz="quarter" idx="21" hasCustomPrompt="1"/>
          </p:nvPr>
        </p:nvSpPr>
        <p:spPr>
          <a:xfrm>
            <a:off x="1537017" y="490060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firstname.lastname@ovh.com</a:t>
            </a:r>
          </a:p>
        </p:txBody>
      </p:sp>
      <p:sp>
        <p:nvSpPr>
          <p:cNvPr id="66" name="Espace réservé du texte 4">
            <a:extLst>
              <a:ext uri="{FF2B5EF4-FFF2-40B4-BE49-F238E27FC236}">
                <a16:creationId xmlns:a16="http://schemas.microsoft.com/office/drawing/2014/main" id="{3D6B6F01-9BC9-688B-3C6C-78D6D4D4DEE5}"/>
              </a:ext>
            </a:extLst>
          </p:cNvPr>
          <p:cNvSpPr>
            <a:spLocks noGrp="1"/>
          </p:cNvSpPr>
          <p:nvPr userDrawn="1">
            <p:ph type="body" sz="quarter" idx="22" hasCustomPrompt="1"/>
          </p:nvPr>
        </p:nvSpPr>
        <p:spPr>
          <a:xfrm>
            <a:off x="1537017" y="525874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+33 0 00 00 00 00 </a:t>
            </a:r>
          </a:p>
        </p:txBody>
      </p:sp>
      <p:sp>
        <p:nvSpPr>
          <p:cNvPr id="85" name="Titre 1">
            <a:extLst>
              <a:ext uri="{FF2B5EF4-FFF2-40B4-BE49-F238E27FC236}">
                <a16:creationId xmlns:a16="http://schemas.microsoft.com/office/drawing/2014/main" id="{286E90F2-8666-2DE7-6A14-4464149218D6}"/>
              </a:ext>
            </a:extLst>
          </p:cNvPr>
          <p:cNvSpPr>
            <a:spLocks noGrp="1"/>
          </p:cNvSpPr>
          <p:nvPr userDrawn="1">
            <p:ph type="title" hasCustomPrompt="1"/>
          </p:nvPr>
        </p:nvSpPr>
        <p:spPr>
          <a:xfrm>
            <a:off x="1199086" y="1807281"/>
            <a:ext cx="4896914" cy="498598"/>
          </a:xfrm>
        </p:spPr>
        <p:txBody>
          <a:bodyPr wrap="square" tIns="0" bIns="0">
            <a:spAutoFit/>
          </a:bodyPr>
          <a:lstStyle>
            <a:lvl1pPr>
              <a:defRPr sz="3600">
                <a:solidFill>
                  <a:schemeClr val="bg1"/>
                </a:solidFill>
              </a:defRPr>
            </a:lvl1pPr>
          </a:lstStyle>
          <a:p>
            <a:r>
              <a:rPr lang="fr-FR"/>
              <a:t>Contact</a:t>
            </a:r>
            <a:endParaRPr lang="en-US" dirty="0"/>
          </a:p>
        </p:txBody>
      </p:sp>
    </p:spTree>
    <p:extLst>
      <p:ext uri="{BB962C8B-B14F-4D97-AF65-F5344CB8AC3E}">
        <p14:creationId xmlns:p14="http://schemas.microsoft.com/office/powerpoint/2010/main" val="26181794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x2 contacts">
    <p:bg>
      <p:bgPr>
        <a:solidFill>
          <a:schemeClr val="tx1"/>
        </a:solidFill>
        <a:effectLst/>
      </p:bgPr>
    </p:bg>
    <p:spTree>
      <p:nvGrpSpPr>
        <p:cNvPr id="1" name=""/>
        <p:cNvGrpSpPr/>
        <p:nvPr/>
      </p:nvGrpSpPr>
      <p:grpSpPr>
        <a:xfrm>
          <a:off x="0" y="0"/>
          <a:ext cx="0" cy="0"/>
          <a:chOff x="0" y="0"/>
          <a:chExt cx="0" cy="0"/>
        </a:xfrm>
      </p:grpSpPr>
      <p:grpSp>
        <p:nvGrpSpPr>
          <p:cNvPr id="36" name="Groupe 35">
            <a:extLst>
              <a:ext uri="{FF2B5EF4-FFF2-40B4-BE49-F238E27FC236}">
                <a16:creationId xmlns:a16="http://schemas.microsoft.com/office/drawing/2014/main" id="{96C7FBF9-E5BF-A9B6-AC29-D1CDC8AE0345}"/>
              </a:ext>
            </a:extLst>
          </p:cNvPr>
          <p:cNvGrpSpPr/>
          <p:nvPr userDrawn="1"/>
        </p:nvGrpSpPr>
        <p:grpSpPr>
          <a:xfrm>
            <a:off x="9890391" y="1"/>
            <a:ext cx="1998542" cy="6604165"/>
            <a:chOff x="9890391" y="1"/>
            <a:chExt cx="1998542" cy="6604165"/>
          </a:xfrm>
        </p:grpSpPr>
        <p:sp>
          <p:nvSpPr>
            <p:cNvPr id="35" name="Forme libre : forme 34">
              <a:extLst>
                <a:ext uri="{FF2B5EF4-FFF2-40B4-BE49-F238E27FC236}">
                  <a16:creationId xmlns:a16="http://schemas.microsoft.com/office/drawing/2014/main" id="{CBB933F6-A3AE-A6C5-66EE-D72238A9D121}"/>
                </a:ext>
              </a:extLst>
            </p:cNvPr>
            <p:cNvSpPr/>
            <p:nvPr userDrawn="1"/>
          </p:nvSpPr>
          <p:spPr>
            <a:xfrm rot="16200000" flipH="1">
              <a:off x="9703800" y="186592"/>
              <a:ext cx="2371724" cy="1998542"/>
            </a:xfrm>
            <a:custGeom>
              <a:avLst/>
              <a:gdLst>
                <a:gd name="connsiteX0" fmla="*/ 0 w 2371724"/>
                <a:gd name="connsiteY0" fmla="*/ 1647150 h 1998542"/>
                <a:gd name="connsiteX1" fmla="*/ 0 w 2371724"/>
                <a:gd name="connsiteY1" fmla="*/ 1998542 h 1998542"/>
                <a:gd name="connsiteX2" fmla="*/ 2371724 w 2371724"/>
                <a:gd name="connsiteY2" fmla="*/ 1998542 h 1998542"/>
                <a:gd name="connsiteX3" fmla="*/ 1071562 w 2371724"/>
                <a:gd name="connsiteY3" fmla="*/ 0 h 1998542"/>
              </a:gdLst>
              <a:ahLst/>
              <a:cxnLst>
                <a:cxn ang="0">
                  <a:pos x="connsiteX0" y="connsiteY0"/>
                </a:cxn>
                <a:cxn ang="0">
                  <a:pos x="connsiteX1" y="connsiteY1"/>
                </a:cxn>
                <a:cxn ang="0">
                  <a:pos x="connsiteX2" y="connsiteY2"/>
                </a:cxn>
                <a:cxn ang="0">
                  <a:pos x="connsiteX3" y="connsiteY3"/>
                </a:cxn>
              </a:cxnLst>
              <a:rect l="l" t="t" r="r" b="b"/>
              <a:pathLst>
                <a:path w="2371724" h="1998542">
                  <a:moveTo>
                    <a:pt x="0" y="1647150"/>
                  </a:moveTo>
                  <a:lnTo>
                    <a:pt x="0" y="1998542"/>
                  </a:lnTo>
                  <a:lnTo>
                    <a:pt x="2371724" y="1998542"/>
                  </a:lnTo>
                  <a:lnTo>
                    <a:pt x="1071562"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1" name="Freeform 26">
              <a:extLst>
                <a:ext uri="{FF2B5EF4-FFF2-40B4-BE49-F238E27FC236}">
                  <a16:creationId xmlns:a16="http://schemas.microsoft.com/office/drawing/2014/main" id="{1BBAE00B-9854-A322-10EF-03D0F52942C4}"/>
                </a:ext>
              </a:extLst>
            </p:cNvPr>
            <p:cNvSpPr>
              <a:spLocks/>
            </p:cNvSpPr>
            <p:nvPr userDrawn="1"/>
          </p:nvSpPr>
          <p:spPr>
            <a:xfrm rot="16200000" flipH="1">
              <a:off x="10364704" y="5763898"/>
              <a:ext cx="950220" cy="730315"/>
            </a:xfrm>
            <a:custGeom>
              <a:avLst/>
              <a:gdLst>
                <a:gd name="connsiteX0" fmla="*/ 0 w 1499630"/>
                <a:gd name="connsiteY0" fmla="*/ 1152577 h 1152577"/>
                <a:gd name="connsiteX1" fmla="*/ 1499630 w 1499630"/>
                <a:gd name="connsiteY1" fmla="*/ 1152577 h 1152577"/>
                <a:gd name="connsiteX2" fmla="*/ 749815 w 1499630"/>
                <a:gd name="connsiteY2" fmla="*/ 0 h 1152577"/>
              </a:gdLst>
              <a:ahLst/>
              <a:cxnLst>
                <a:cxn ang="0">
                  <a:pos x="connsiteX0" y="connsiteY0"/>
                </a:cxn>
                <a:cxn ang="0">
                  <a:pos x="connsiteX1" y="connsiteY1"/>
                </a:cxn>
                <a:cxn ang="0">
                  <a:pos x="connsiteX2" y="connsiteY2"/>
                </a:cxn>
              </a:cxnLst>
              <a:rect l="l" t="t" r="r" b="b"/>
              <a:pathLst>
                <a:path w="1499630" h="1152577">
                  <a:moveTo>
                    <a:pt x="0" y="1152577"/>
                  </a:moveTo>
                  <a:lnTo>
                    <a:pt x="1499630" y="1152577"/>
                  </a:lnTo>
                  <a:lnTo>
                    <a:pt x="749815"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userDrawn="1">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userDrawn="1">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grpSp>
        <p:nvGrpSpPr>
          <p:cNvPr id="37" name="Groupe 36">
            <a:extLst>
              <a:ext uri="{FF2B5EF4-FFF2-40B4-BE49-F238E27FC236}">
                <a16:creationId xmlns:a16="http://schemas.microsoft.com/office/drawing/2014/main" id="{A766E885-C7CA-1849-4D74-2EA5D8DBA96F}"/>
              </a:ext>
            </a:extLst>
          </p:cNvPr>
          <p:cNvGrpSpPr>
            <a:grpSpLocks/>
          </p:cNvGrpSpPr>
          <p:nvPr userDrawn="1"/>
        </p:nvGrpSpPr>
        <p:grpSpPr>
          <a:xfrm>
            <a:off x="4597400" y="6448996"/>
            <a:ext cx="2997200" cy="168374"/>
            <a:chOff x="8074587" y="6348983"/>
            <a:chExt cx="3844998" cy="216000"/>
          </a:xfrm>
          <a:solidFill>
            <a:schemeClr val="bg1"/>
          </a:solidFill>
        </p:grpSpPr>
        <p:sp>
          <p:nvSpPr>
            <p:cNvPr id="38" name="Graphique 38">
              <a:hlinkClick r:id="rId2"/>
              <a:extLst>
                <a:ext uri="{FF2B5EF4-FFF2-40B4-BE49-F238E27FC236}">
                  <a16:creationId xmlns:a16="http://schemas.microsoft.com/office/drawing/2014/main" id="{14C3CFAA-2E92-7D5F-36E4-833E3DA9367A}"/>
                </a:ext>
              </a:extLst>
            </p:cNvPr>
            <p:cNvSpPr>
              <a:spLocks noChangeAspect="1"/>
            </p:cNvSpPr>
            <p:nvPr/>
          </p:nvSpPr>
          <p:spPr>
            <a:xfrm>
              <a:off x="9526638" y="6348983"/>
              <a:ext cx="303636" cy="216000"/>
            </a:xfrm>
            <a:custGeom>
              <a:avLst/>
              <a:gdLst>
                <a:gd name="connsiteX0" fmla="*/ 290513 w 292417"/>
                <a:gd name="connsiteY0" fmla="*/ 70859 h 208018"/>
                <a:gd name="connsiteX1" fmla="*/ 284798 w 292417"/>
                <a:gd name="connsiteY1" fmla="*/ 34664 h 208018"/>
                <a:gd name="connsiteX2" fmla="*/ 256223 w 292417"/>
                <a:gd name="connsiteY2" fmla="*/ 6089 h 208018"/>
                <a:gd name="connsiteX3" fmla="*/ 233363 w 292417"/>
                <a:gd name="connsiteY3" fmla="*/ 3231 h 208018"/>
                <a:gd name="connsiteX4" fmla="*/ 171450 w 292417"/>
                <a:gd name="connsiteY4" fmla="*/ 374 h 208018"/>
                <a:gd name="connsiteX5" fmla="*/ 72390 w 292417"/>
                <a:gd name="connsiteY5" fmla="*/ 2279 h 208018"/>
                <a:gd name="connsiteX6" fmla="*/ 39053 w 292417"/>
                <a:gd name="connsiteY6" fmla="*/ 5136 h 208018"/>
                <a:gd name="connsiteX7" fmla="*/ 5715 w 292417"/>
                <a:gd name="connsiteY7" fmla="*/ 36569 h 208018"/>
                <a:gd name="connsiteX8" fmla="*/ 2858 w 292417"/>
                <a:gd name="connsiteY8" fmla="*/ 56571 h 208018"/>
                <a:gd name="connsiteX9" fmla="*/ 0 w 292417"/>
                <a:gd name="connsiteY9" fmla="*/ 122294 h 208018"/>
                <a:gd name="connsiteX10" fmla="*/ 5715 w 292417"/>
                <a:gd name="connsiteY10" fmla="*/ 168966 h 208018"/>
                <a:gd name="connsiteX11" fmla="*/ 39053 w 292417"/>
                <a:gd name="connsiteY11" fmla="*/ 201351 h 208018"/>
                <a:gd name="connsiteX12" fmla="*/ 71438 w 292417"/>
                <a:gd name="connsiteY12" fmla="*/ 205161 h 208018"/>
                <a:gd name="connsiteX13" fmla="*/ 124778 w 292417"/>
                <a:gd name="connsiteY13" fmla="*/ 207066 h 208018"/>
                <a:gd name="connsiteX14" fmla="*/ 145733 w 292417"/>
                <a:gd name="connsiteY14" fmla="*/ 208019 h 208018"/>
                <a:gd name="connsiteX15" fmla="*/ 145733 w 292417"/>
                <a:gd name="connsiteY15" fmla="*/ 208019 h 208018"/>
                <a:gd name="connsiteX16" fmla="*/ 233363 w 292417"/>
                <a:gd name="connsiteY16" fmla="*/ 205161 h 208018"/>
                <a:gd name="connsiteX17" fmla="*/ 258128 w 292417"/>
                <a:gd name="connsiteY17" fmla="*/ 201351 h 208018"/>
                <a:gd name="connsiteX18" fmla="*/ 286703 w 292417"/>
                <a:gd name="connsiteY18" fmla="*/ 170871 h 208018"/>
                <a:gd name="connsiteX19" fmla="*/ 292418 w 292417"/>
                <a:gd name="connsiteY19" fmla="*/ 112769 h 208018"/>
                <a:gd name="connsiteX20" fmla="*/ 290513 w 292417"/>
                <a:gd name="connsiteY20" fmla="*/ 70859 h 208018"/>
                <a:gd name="connsiteX21" fmla="*/ 193358 w 292417"/>
                <a:gd name="connsiteY21" fmla="*/ 107054 h 208018"/>
                <a:gd name="connsiteX22" fmla="*/ 120015 w 292417"/>
                <a:gd name="connsiteY22" fmla="*/ 149916 h 208018"/>
                <a:gd name="connsiteX23" fmla="*/ 118110 w 292417"/>
                <a:gd name="connsiteY23" fmla="*/ 150869 h 208018"/>
                <a:gd name="connsiteX24" fmla="*/ 116205 w 292417"/>
                <a:gd name="connsiteY24" fmla="*/ 149916 h 208018"/>
                <a:gd name="connsiteX25" fmla="*/ 114300 w 292417"/>
                <a:gd name="connsiteY25" fmla="*/ 146106 h 208018"/>
                <a:gd name="connsiteX26" fmla="*/ 114300 w 292417"/>
                <a:gd name="connsiteY26" fmla="*/ 61334 h 208018"/>
                <a:gd name="connsiteX27" fmla="*/ 116205 w 292417"/>
                <a:gd name="connsiteY27" fmla="*/ 57524 h 208018"/>
                <a:gd name="connsiteX28" fmla="*/ 120968 w 292417"/>
                <a:gd name="connsiteY28" fmla="*/ 57524 h 208018"/>
                <a:gd name="connsiteX29" fmla="*/ 194310 w 292417"/>
                <a:gd name="connsiteY29" fmla="*/ 99434 h 208018"/>
                <a:gd name="connsiteX30" fmla="*/ 196215 w 292417"/>
                <a:gd name="connsiteY30" fmla="*/ 103244 h 208018"/>
                <a:gd name="connsiteX31" fmla="*/ 193358 w 292417"/>
                <a:gd name="connsiteY31" fmla="*/ 107054 h 208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92417" h="208018">
                  <a:moveTo>
                    <a:pt x="290513" y="70859"/>
                  </a:moveTo>
                  <a:cubicBezTo>
                    <a:pt x="290513" y="58476"/>
                    <a:pt x="288608" y="46094"/>
                    <a:pt x="284798" y="34664"/>
                  </a:cubicBezTo>
                  <a:cubicBezTo>
                    <a:pt x="281940" y="20376"/>
                    <a:pt x="270510" y="8946"/>
                    <a:pt x="256223" y="6089"/>
                  </a:cubicBezTo>
                  <a:cubicBezTo>
                    <a:pt x="248603" y="4184"/>
                    <a:pt x="240983" y="3231"/>
                    <a:pt x="233363" y="3231"/>
                  </a:cubicBezTo>
                  <a:cubicBezTo>
                    <a:pt x="216218" y="2279"/>
                    <a:pt x="194310" y="1326"/>
                    <a:pt x="171450" y="374"/>
                  </a:cubicBezTo>
                  <a:cubicBezTo>
                    <a:pt x="139065" y="-579"/>
                    <a:pt x="105728" y="374"/>
                    <a:pt x="72390" y="2279"/>
                  </a:cubicBezTo>
                  <a:cubicBezTo>
                    <a:pt x="60960" y="2279"/>
                    <a:pt x="49530" y="3231"/>
                    <a:pt x="39053" y="5136"/>
                  </a:cubicBezTo>
                  <a:cubicBezTo>
                    <a:pt x="21908" y="7041"/>
                    <a:pt x="8573" y="20376"/>
                    <a:pt x="5715" y="36569"/>
                  </a:cubicBezTo>
                  <a:cubicBezTo>
                    <a:pt x="4763" y="43236"/>
                    <a:pt x="3810" y="49904"/>
                    <a:pt x="2858" y="56571"/>
                  </a:cubicBezTo>
                  <a:cubicBezTo>
                    <a:pt x="0" y="78479"/>
                    <a:pt x="0" y="100386"/>
                    <a:pt x="0" y="122294"/>
                  </a:cubicBezTo>
                  <a:cubicBezTo>
                    <a:pt x="0" y="138486"/>
                    <a:pt x="1905" y="153726"/>
                    <a:pt x="5715" y="168966"/>
                  </a:cubicBezTo>
                  <a:cubicBezTo>
                    <a:pt x="8573" y="186111"/>
                    <a:pt x="21908" y="198494"/>
                    <a:pt x="39053" y="201351"/>
                  </a:cubicBezTo>
                  <a:cubicBezTo>
                    <a:pt x="49530" y="203256"/>
                    <a:pt x="60008" y="204209"/>
                    <a:pt x="71438" y="205161"/>
                  </a:cubicBezTo>
                  <a:cubicBezTo>
                    <a:pt x="89535" y="206114"/>
                    <a:pt x="106680" y="206114"/>
                    <a:pt x="124778" y="207066"/>
                  </a:cubicBezTo>
                  <a:lnTo>
                    <a:pt x="145733" y="208019"/>
                  </a:lnTo>
                  <a:lnTo>
                    <a:pt x="145733" y="208019"/>
                  </a:lnTo>
                  <a:cubicBezTo>
                    <a:pt x="173355" y="208019"/>
                    <a:pt x="202883" y="207066"/>
                    <a:pt x="233363" y="205161"/>
                  </a:cubicBezTo>
                  <a:cubicBezTo>
                    <a:pt x="241935" y="205161"/>
                    <a:pt x="249555" y="203256"/>
                    <a:pt x="258128" y="201351"/>
                  </a:cubicBezTo>
                  <a:cubicBezTo>
                    <a:pt x="273368" y="197541"/>
                    <a:pt x="283845" y="186111"/>
                    <a:pt x="286703" y="170871"/>
                  </a:cubicBezTo>
                  <a:cubicBezTo>
                    <a:pt x="290513" y="151821"/>
                    <a:pt x="292418" y="131819"/>
                    <a:pt x="292418" y="112769"/>
                  </a:cubicBezTo>
                  <a:cubicBezTo>
                    <a:pt x="291465" y="96576"/>
                    <a:pt x="291465" y="82289"/>
                    <a:pt x="290513" y="70859"/>
                  </a:cubicBezTo>
                  <a:close/>
                  <a:moveTo>
                    <a:pt x="193358" y="107054"/>
                  </a:moveTo>
                  <a:lnTo>
                    <a:pt x="120015" y="149916"/>
                  </a:lnTo>
                  <a:cubicBezTo>
                    <a:pt x="119063" y="149916"/>
                    <a:pt x="118110" y="150869"/>
                    <a:pt x="118110" y="150869"/>
                  </a:cubicBezTo>
                  <a:cubicBezTo>
                    <a:pt x="117158" y="150869"/>
                    <a:pt x="116205" y="150869"/>
                    <a:pt x="116205" y="149916"/>
                  </a:cubicBezTo>
                  <a:cubicBezTo>
                    <a:pt x="114300" y="148964"/>
                    <a:pt x="114300" y="147059"/>
                    <a:pt x="114300" y="146106"/>
                  </a:cubicBezTo>
                  <a:lnTo>
                    <a:pt x="114300" y="61334"/>
                  </a:lnTo>
                  <a:cubicBezTo>
                    <a:pt x="114300" y="59429"/>
                    <a:pt x="115253" y="58476"/>
                    <a:pt x="116205" y="57524"/>
                  </a:cubicBezTo>
                  <a:cubicBezTo>
                    <a:pt x="118110" y="56571"/>
                    <a:pt x="119063" y="56571"/>
                    <a:pt x="120968" y="57524"/>
                  </a:cubicBezTo>
                  <a:lnTo>
                    <a:pt x="194310" y="99434"/>
                  </a:lnTo>
                  <a:cubicBezTo>
                    <a:pt x="196215" y="100386"/>
                    <a:pt x="197168" y="102291"/>
                    <a:pt x="196215" y="103244"/>
                  </a:cubicBezTo>
                  <a:cubicBezTo>
                    <a:pt x="195263" y="105149"/>
                    <a:pt x="195263" y="106101"/>
                    <a:pt x="193358" y="107054"/>
                  </a:cubicBezTo>
                  <a:close/>
                </a:path>
              </a:pathLst>
            </a:custGeom>
            <a:grpFill/>
            <a:ln w="9525" cap="flat">
              <a:noFill/>
              <a:prstDash val="solid"/>
              <a:miter/>
            </a:ln>
          </p:spPr>
          <p:txBody>
            <a:bodyPr rtlCol="0" anchor="ctr"/>
            <a:lstStyle/>
            <a:p>
              <a:endParaRPr lang="fr-FR"/>
            </a:p>
          </p:txBody>
        </p:sp>
        <p:sp>
          <p:nvSpPr>
            <p:cNvPr id="39" name="Forme libre : forme 38">
              <a:hlinkClick r:id="rId3"/>
              <a:extLst>
                <a:ext uri="{FF2B5EF4-FFF2-40B4-BE49-F238E27FC236}">
                  <a16:creationId xmlns:a16="http://schemas.microsoft.com/office/drawing/2014/main" id="{FDB7F279-27F9-5EE0-6138-C882951E9483}"/>
                </a:ext>
              </a:extLst>
            </p:cNvPr>
            <p:cNvSpPr>
              <a:spLocks noChangeAspect="1"/>
            </p:cNvSpPr>
            <p:nvPr/>
          </p:nvSpPr>
          <p:spPr>
            <a:xfrm>
              <a:off x="8074587" y="6348983"/>
              <a:ext cx="263160" cy="216000"/>
            </a:xfrm>
            <a:custGeom>
              <a:avLst/>
              <a:gdLst>
                <a:gd name="connsiteX0" fmla="*/ 300038 w 300037"/>
                <a:gd name="connsiteY0" fmla="*/ 30049 h 246266"/>
                <a:gd name="connsiteX1" fmla="*/ 265748 w 300037"/>
                <a:gd name="connsiteY1" fmla="*/ 39574 h 246266"/>
                <a:gd name="connsiteX2" fmla="*/ 291465 w 300037"/>
                <a:gd name="connsiteY2" fmla="*/ 6237 h 246266"/>
                <a:gd name="connsiteX3" fmla="*/ 253365 w 300037"/>
                <a:gd name="connsiteY3" fmla="*/ 19572 h 246266"/>
                <a:gd name="connsiteX4" fmla="*/ 253365 w 300037"/>
                <a:gd name="connsiteY4" fmla="*/ 19572 h 246266"/>
                <a:gd name="connsiteX5" fmla="*/ 184785 w 300037"/>
                <a:gd name="connsiteY5" fmla="*/ 4332 h 246266"/>
                <a:gd name="connsiteX6" fmla="*/ 145733 w 300037"/>
                <a:gd name="connsiteY6" fmla="*/ 62434 h 246266"/>
                <a:gd name="connsiteX7" fmla="*/ 147638 w 300037"/>
                <a:gd name="connsiteY7" fmla="*/ 75770 h 246266"/>
                <a:gd name="connsiteX8" fmla="*/ 147638 w 300037"/>
                <a:gd name="connsiteY8" fmla="*/ 75770 h 246266"/>
                <a:gd name="connsiteX9" fmla="*/ 20003 w 300037"/>
                <a:gd name="connsiteY9" fmla="*/ 12904 h 246266"/>
                <a:gd name="connsiteX10" fmla="*/ 39053 w 300037"/>
                <a:gd name="connsiteY10" fmla="*/ 94819 h 246266"/>
                <a:gd name="connsiteX11" fmla="*/ 12383 w 300037"/>
                <a:gd name="connsiteY11" fmla="*/ 88152 h 246266"/>
                <a:gd name="connsiteX12" fmla="*/ 60008 w 300037"/>
                <a:gd name="connsiteY12" fmla="*/ 149112 h 246266"/>
                <a:gd name="connsiteX13" fmla="*/ 34290 w 300037"/>
                <a:gd name="connsiteY13" fmla="*/ 151017 h 246266"/>
                <a:gd name="connsiteX14" fmla="*/ 89535 w 300037"/>
                <a:gd name="connsiteY14" fmla="*/ 192927 h 246266"/>
                <a:gd name="connsiteX15" fmla="*/ 0 w 300037"/>
                <a:gd name="connsiteY15" fmla="*/ 218644 h 246266"/>
                <a:gd name="connsiteX16" fmla="*/ 97155 w 300037"/>
                <a:gd name="connsiteY16" fmla="*/ 246267 h 246266"/>
                <a:gd name="connsiteX17" fmla="*/ 222885 w 300037"/>
                <a:gd name="connsiteY17" fmla="*/ 192927 h 246266"/>
                <a:gd name="connsiteX18" fmla="*/ 270510 w 300037"/>
                <a:gd name="connsiteY18" fmla="*/ 65292 h 246266"/>
                <a:gd name="connsiteX19" fmla="*/ 270510 w 300037"/>
                <a:gd name="connsiteY19" fmla="*/ 62434 h 246266"/>
                <a:gd name="connsiteX20" fmla="*/ 300038 w 300037"/>
                <a:gd name="connsiteY20" fmla="*/ 30049 h 246266"/>
                <a:gd name="connsiteX21" fmla="*/ 300038 w 300037"/>
                <a:gd name="connsiteY21" fmla="*/ 30049 h 24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0037" h="246266">
                  <a:moveTo>
                    <a:pt x="300038" y="30049"/>
                  </a:moveTo>
                  <a:cubicBezTo>
                    <a:pt x="289560" y="34812"/>
                    <a:pt x="277178" y="38622"/>
                    <a:pt x="265748" y="39574"/>
                  </a:cubicBezTo>
                  <a:cubicBezTo>
                    <a:pt x="278130" y="31954"/>
                    <a:pt x="286703" y="19572"/>
                    <a:pt x="291465" y="6237"/>
                  </a:cubicBezTo>
                  <a:cubicBezTo>
                    <a:pt x="280035" y="12904"/>
                    <a:pt x="266700" y="17667"/>
                    <a:pt x="253365" y="19572"/>
                  </a:cubicBezTo>
                  <a:lnTo>
                    <a:pt x="253365" y="19572"/>
                  </a:lnTo>
                  <a:cubicBezTo>
                    <a:pt x="236220" y="1474"/>
                    <a:pt x="208598" y="-5193"/>
                    <a:pt x="184785" y="4332"/>
                  </a:cubicBezTo>
                  <a:cubicBezTo>
                    <a:pt x="160973" y="13857"/>
                    <a:pt x="145733" y="36717"/>
                    <a:pt x="145733" y="62434"/>
                  </a:cubicBezTo>
                  <a:cubicBezTo>
                    <a:pt x="145733" y="67197"/>
                    <a:pt x="146685" y="71959"/>
                    <a:pt x="147638" y="75770"/>
                  </a:cubicBezTo>
                  <a:lnTo>
                    <a:pt x="147638" y="75770"/>
                  </a:lnTo>
                  <a:cubicBezTo>
                    <a:pt x="98108" y="74817"/>
                    <a:pt x="51435" y="51957"/>
                    <a:pt x="20003" y="12904"/>
                  </a:cubicBezTo>
                  <a:cubicBezTo>
                    <a:pt x="3810" y="40527"/>
                    <a:pt x="12383" y="76722"/>
                    <a:pt x="39053" y="94819"/>
                  </a:cubicBezTo>
                  <a:cubicBezTo>
                    <a:pt x="29528" y="95772"/>
                    <a:pt x="20003" y="92914"/>
                    <a:pt x="12383" y="88152"/>
                  </a:cubicBezTo>
                  <a:cubicBezTo>
                    <a:pt x="11430" y="117680"/>
                    <a:pt x="31433" y="142444"/>
                    <a:pt x="60008" y="149112"/>
                  </a:cubicBezTo>
                  <a:cubicBezTo>
                    <a:pt x="51435" y="151969"/>
                    <a:pt x="42863" y="152922"/>
                    <a:pt x="34290" y="151017"/>
                  </a:cubicBezTo>
                  <a:cubicBezTo>
                    <a:pt x="36195" y="169115"/>
                    <a:pt x="61913" y="192927"/>
                    <a:pt x="89535" y="192927"/>
                  </a:cubicBezTo>
                  <a:cubicBezTo>
                    <a:pt x="80010" y="204357"/>
                    <a:pt x="42863" y="225312"/>
                    <a:pt x="0" y="218644"/>
                  </a:cubicBezTo>
                  <a:cubicBezTo>
                    <a:pt x="29528" y="236742"/>
                    <a:pt x="62865" y="246267"/>
                    <a:pt x="97155" y="246267"/>
                  </a:cubicBezTo>
                  <a:cubicBezTo>
                    <a:pt x="144780" y="246267"/>
                    <a:pt x="190500" y="227217"/>
                    <a:pt x="222885" y="192927"/>
                  </a:cubicBezTo>
                  <a:cubicBezTo>
                    <a:pt x="255270" y="158637"/>
                    <a:pt x="272415" y="111964"/>
                    <a:pt x="270510" y="65292"/>
                  </a:cubicBezTo>
                  <a:lnTo>
                    <a:pt x="270510" y="62434"/>
                  </a:lnTo>
                  <a:cubicBezTo>
                    <a:pt x="281940" y="53862"/>
                    <a:pt x="292418" y="43384"/>
                    <a:pt x="300038" y="30049"/>
                  </a:cubicBezTo>
                  <a:lnTo>
                    <a:pt x="300038" y="30049"/>
                  </a:lnTo>
                  <a:close/>
                </a:path>
              </a:pathLst>
            </a:custGeom>
            <a:grpFill/>
            <a:ln w="9525" cap="flat">
              <a:noFill/>
              <a:prstDash val="solid"/>
              <a:miter/>
            </a:ln>
          </p:spPr>
          <p:txBody>
            <a:bodyPr rtlCol="0" anchor="ctr"/>
            <a:lstStyle/>
            <a:p>
              <a:endParaRPr lang="fr-FR"/>
            </a:p>
          </p:txBody>
        </p:sp>
        <p:sp>
          <p:nvSpPr>
            <p:cNvPr id="40" name="Forme libre : forme 39">
              <a:hlinkClick r:id="rId4"/>
              <a:extLst>
                <a:ext uri="{FF2B5EF4-FFF2-40B4-BE49-F238E27FC236}">
                  <a16:creationId xmlns:a16="http://schemas.microsoft.com/office/drawing/2014/main" id="{D719BC25-A7A1-7F1C-DCAF-6423C3A4AE74}"/>
                </a:ext>
              </a:extLst>
            </p:cNvPr>
            <p:cNvSpPr>
              <a:spLocks noChangeAspect="1"/>
            </p:cNvSpPr>
            <p:nvPr/>
          </p:nvSpPr>
          <p:spPr>
            <a:xfrm>
              <a:off x="8628324" y="6348983"/>
              <a:ext cx="222534" cy="216000"/>
            </a:xfrm>
            <a:custGeom>
              <a:avLst/>
              <a:gdLst>
                <a:gd name="connsiteX0" fmla="*/ 3810 w 290512"/>
                <a:gd name="connsiteY0" fmla="*/ 281030 h 281982"/>
                <a:gd name="connsiteX1" fmla="*/ 68580 w 290512"/>
                <a:gd name="connsiteY1" fmla="*/ 281030 h 281982"/>
                <a:gd name="connsiteX2" fmla="*/ 68580 w 290512"/>
                <a:gd name="connsiteY2" fmla="*/ 94340 h 281982"/>
                <a:gd name="connsiteX3" fmla="*/ 3810 w 290512"/>
                <a:gd name="connsiteY3" fmla="*/ 94340 h 281982"/>
                <a:gd name="connsiteX4" fmla="*/ 3810 w 290512"/>
                <a:gd name="connsiteY4" fmla="*/ 281030 h 281982"/>
                <a:gd name="connsiteX5" fmla="*/ 220028 w 290512"/>
                <a:gd name="connsiteY5" fmla="*/ 87672 h 281982"/>
                <a:gd name="connsiteX6" fmla="*/ 160973 w 290512"/>
                <a:gd name="connsiteY6" fmla="*/ 119105 h 281982"/>
                <a:gd name="connsiteX7" fmla="*/ 160973 w 290512"/>
                <a:gd name="connsiteY7" fmla="*/ 94340 h 281982"/>
                <a:gd name="connsiteX8" fmla="*/ 96203 w 290512"/>
                <a:gd name="connsiteY8" fmla="*/ 94340 h 281982"/>
                <a:gd name="connsiteX9" fmla="*/ 96203 w 290512"/>
                <a:gd name="connsiteY9" fmla="*/ 281982 h 281982"/>
                <a:gd name="connsiteX10" fmla="*/ 160973 w 290512"/>
                <a:gd name="connsiteY10" fmla="*/ 281982 h 281982"/>
                <a:gd name="connsiteX11" fmla="*/ 160973 w 290512"/>
                <a:gd name="connsiteY11" fmla="*/ 179112 h 281982"/>
                <a:gd name="connsiteX12" fmla="*/ 195263 w 290512"/>
                <a:gd name="connsiteY12" fmla="*/ 136250 h 281982"/>
                <a:gd name="connsiteX13" fmla="*/ 225743 w 290512"/>
                <a:gd name="connsiteY13" fmla="*/ 178160 h 281982"/>
                <a:gd name="connsiteX14" fmla="*/ 225743 w 290512"/>
                <a:gd name="connsiteY14" fmla="*/ 280077 h 281982"/>
                <a:gd name="connsiteX15" fmla="*/ 290513 w 290512"/>
                <a:gd name="connsiteY15" fmla="*/ 280077 h 281982"/>
                <a:gd name="connsiteX16" fmla="*/ 290513 w 290512"/>
                <a:gd name="connsiteY16" fmla="*/ 174350 h 281982"/>
                <a:gd name="connsiteX17" fmla="*/ 220028 w 290512"/>
                <a:gd name="connsiteY17" fmla="*/ 87672 h 281982"/>
                <a:gd name="connsiteX18" fmla="*/ 36195 w 290512"/>
                <a:gd name="connsiteY18" fmla="*/ 42 h 281982"/>
                <a:gd name="connsiteX19" fmla="*/ 0 w 290512"/>
                <a:gd name="connsiteY19" fmla="*/ 33380 h 281982"/>
                <a:gd name="connsiteX20" fmla="*/ 36195 w 290512"/>
                <a:gd name="connsiteY20" fmla="*/ 66717 h 281982"/>
                <a:gd name="connsiteX21" fmla="*/ 72390 w 290512"/>
                <a:gd name="connsiteY21" fmla="*/ 33380 h 281982"/>
                <a:gd name="connsiteX22" fmla="*/ 36195 w 290512"/>
                <a:gd name="connsiteY22" fmla="*/ 42 h 281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90512" h="281982">
                  <a:moveTo>
                    <a:pt x="3810" y="281030"/>
                  </a:moveTo>
                  <a:lnTo>
                    <a:pt x="68580" y="281030"/>
                  </a:lnTo>
                  <a:lnTo>
                    <a:pt x="68580" y="94340"/>
                  </a:lnTo>
                  <a:lnTo>
                    <a:pt x="3810" y="94340"/>
                  </a:lnTo>
                  <a:lnTo>
                    <a:pt x="3810" y="281030"/>
                  </a:lnTo>
                  <a:close/>
                  <a:moveTo>
                    <a:pt x="220028" y="87672"/>
                  </a:moveTo>
                  <a:cubicBezTo>
                    <a:pt x="193358" y="87672"/>
                    <a:pt x="178118" y="97197"/>
                    <a:pt x="160973" y="119105"/>
                  </a:cubicBezTo>
                  <a:lnTo>
                    <a:pt x="160973" y="94340"/>
                  </a:lnTo>
                  <a:lnTo>
                    <a:pt x="96203" y="94340"/>
                  </a:lnTo>
                  <a:lnTo>
                    <a:pt x="96203" y="281982"/>
                  </a:lnTo>
                  <a:lnTo>
                    <a:pt x="160973" y="281982"/>
                  </a:lnTo>
                  <a:lnTo>
                    <a:pt x="160973" y="179112"/>
                  </a:lnTo>
                  <a:cubicBezTo>
                    <a:pt x="160973" y="157205"/>
                    <a:pt x="171450" y="136250"/>
                    <a:pt x="195263" y="136250"/>
                  </a:cubicBezTo>
                  <a:cubicBezTo>
                    <a:pt x="219075" y="136250"/>
                    <a:pt x="225743" y="157205"/>
                    <a:pt x="225743" y="178160"/>
                  </a:cubicBezTo>
                  <a:lnTo>
                    <a:pt x="225743" y="280077"/>
                  </a:lnTo>
                  <a:lnTo>
                    <a:pt x="290513" y="280077"/>
                  </a:lnTo>
                  <a:lnTo>
                    <a:pt x="290513" y="174350"/>
                  </a:lnTo>
                  <a:cubicBezTo>
                    <a:pt x="290513" y="101007"/>
                    <a:pt x="246698" y="87672"/>
                    <a:pt x="220028" y="87672"/>
                  </a:cubicBezTo>
                  <a:close/>
                  <a:moveTo>
                    <a:pt x="36195" y="42"/>
                  </a:moveTo>
                  <a:cubicBezTo>
                    <a:pt x="17145" y="-910"/>
                    <a:pt x="953" y="14330"/>
                    <a:pt x="0" y="33380"/>
                  </a:cubicBezTo>
                  <a:cubicBezTo>
                    <a:pt x="953" y="52430"/>
                    <a:pt x="17145" y="67670"/>
                    <a:pt x="36195" y="66717"/>
                  </a:cubicBezTo>
                  <a:cubicBezTo>
                    <a:pt x="55245" y="67670"/>
                    <a:pt x="71438" y="52430"/>
                    <a:pt x="72390" y="33380"/>
                  </a:cubicBezTo>
                  <a:cubicBezTo>
                    <a:pt x="71438" y="14330"/>
                    <a:pt x="55245" y="-910"/>
                    <a:pt x="36195" y="42"/>
                  </a:cubicBezTo>
                  <a:close/>
                </a:path>
              </a:pathLst>
            </a:custGeom>
            <a:grpFill/>
            <a:ln w="9525" cap="flat">
              <a:noFill/>
              <a:prstDash val="solid"/>
              <a:miter/>
            </a:ln>
          </p:spPr>
          <p:txBody>
            <a:bodyPr rtlCol="0" anchor="ctr"/>
            <a:lstStyle/>
            <a:p>
              <a:endParaRPr lang="fr-FR"/>
            </a:p>
          </p:txBody>
        </p:sp>
        <p:sp>
          <p:nvSpPr>
            <p:cNvPr id="41" name="Graphique 46">
              <a:extLst>
                <a:ext uri="{FF2B5EF4-FFF2-40B4-BE49-F238E27FC236}">
                  <a16:creationId xmlns:a16="http://schemas.microsoft.com/office/drawing/2014/main" id="{7A3026D7-B8D2-CF43-A8B9-46D20FE09DA7}"/>
                </a:ext>
              </a:extLst>
            </p:cNvPr>
            <p:cNvSpPr>
              <a:spLocks noChangeAspect="1"/>
            </p:cNvSpPr>
            <p:nvPr/>
          </p:nvSpPr>
          <p:spPr>
            <a:xfrm>
              <a:off x="11172045" y="6348983"/>
              <a:ext cx="219618" cy="216000"/>
            </a:xfrm>
            <a:custGeom>
              <a:avLst/>
              <a:gdLst>
                <a:gd name="connsiteX0" fmla="*/ 465773 w 929643"/>
                <a:gd name="connsiteY0" fmla="*/ 0 h 914341"/>
                <a:gd name="connsiteX1" fmla="*/ 0 w 929643"/>
                <a:gd name="connsiteY1" fmla="*/ 468630 h 914341"/>
                <a:gd name="connsiteX2" fmla="*/ 318135 w 929643"/>
                <a:gd name="connsiteY2" fmla="*/ 913448 h 914341"/>
                <a:gd name="connsiteX3" fmla="*/ 349568 w 929643"/>
                <a:gd name="connsiteY3" fmla="*/ 890588 h 914341"/>
                <a:gd name="connsiteX4" fmla="*/ 348615 w 929643"/>
                <a:gd name="connsiteY4" fmla="*/ 803910 h 914341"/>
                <a:gd name="connsiteX5" fmla="*/ 192405 w 929643"/>
                <a:gd name="connsiteY5" fmla="*/ 747713 h 914341"/>
                <a:gd name="connsiteX6" fmla="*/ 140970 w 929643"/>
                <a:gd name="connsiteY6" fmla="*/ 679133 h 914341"/>
                <a:gd name="connsiteX7" fmla="*/ 143828 w 929643"/>
                <a:gd name="connsiteY7" fmla="*/ 650558 h 914341"/>
                <a:gd name="connsiteX8" fmla="*/ 215265 w 929643"/>
                <a:gd name="connsiteY8" fmla="*/ 699135 h 914341"/>
                <a:gd name="connsiteX9" fmla="*/ 350520 w 929643"/>
                <a:gd name="connsiteY9" fmla="*/ 738188 h 914341"/>
                <a:gd name="connsiteX10" fmla="*/ 380048 w 929643"/>
                <a:gd name="connsiteY10" fmla="*/ 675323 h 914341"/>
                <a:gd name="connsiteX11" fmla="*/ 168593 w 929643"/>
                <a:gd name="connsiteY11" fmla="*/ 443865 h 914341"/>
                <a:gd name="connsiteX12" fmla="*/ 216218 w 929643"/>
                <a:gd name="connsiteY12" fmla="*/ 318135 h 914341"/>
                <a:gd name="connsiteX13" fmla="*/ 220980 w 929643"/>
                <a:gd name="connsiteY13" fmla="*/ 194310 h 914341"/>
                <a:gd name="connsiteX14" fmla="*/ 348615 w 929643"/>
                <a:gd name="connsiteY14" fmla="*/ 242888 h 914341"/>
                <a:gd name="connsiteX15" fmla="*/ 464820 w 929643"/>
                <a:gd name="connsiteY15" fmla="*/ 227648 h 914341"/>
                <a:gd name="connsiteX16" fmla="*/ 581025 w 929643"/>
                <a:gd name="connsiteY16" fmla="*/ 242888 h 914341"/>
                <a:gd name="connsiteX17" fmla="*/ 708660 w 929643"/>
                <a:gd name="connsiteY17" fmla="*/ 194310 h 914341"/>
                <a:gd name="connsiteX18" fmla="*/ 713423 w 929643"/>
                <a:gd name="connsiteY18" fmla="*/ 318135 h 914341"/>
                <a:gd name="connsiteX19" fmla="*/ 761048 w 929643"/>
                <a:gd name="connsiteY19" fmla="*/ 443865 h 914341"/>
                <a:gd name="connsiteX20" fmla="*/ 548640 w 929643"/>
                <a:gd name="connsiteY20" fmla="*/ 675323 h 914341"/>
                <a:gd name="connsiteX21" fmla="*/ 580073 w 929643"/>
                <a:gd name="connsiteY21" fmla="*/ 762000 h 914341"/>
                <a:gd name="connsiteX22" fmla="*/ 579120 w 929643"/>
                <a:gd name="connsiteY22" fmla="*/ 890588 h 914341"/>
                <a:gd name="connsiteX23" fmla="*/ 610553 w 929643"/>
                <a:gd name="connsiteY23" fmla="*/ 913448 h 914341"/>
                <a:gd name="connsiteX24" fmla="*/ 929640 w 929643"/>
                <a:gd name="connsiteY24" fmla="*/ 468630 h 914341"/>
                <a:gd name="connsiteX25" fmla="*/ 465773 w 929643"/>
                <a:gd name="connsiteY25" fmla="*/ 0 h 914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29643" h="914341">
                  <a:moveTo>
                    <a:pt x="465773" y="0"/>
                  </a:moveTo>
                  <a:cubicBezTo>
                    <a:pt x="207645" y="0"/>
                    <a:pt x="0" y="209550"/>
                    <a:pt x="0" y="468630"/>
                  </a:cubicBezTo>
                  <a:cubicBezTo>
                    <a:pt x="0" y="676275"/>
                    <a:pt x="133350" y="851535"/>
                    <a:pt x="318135" y="913448"/>
                  </a:cubicBezTo>
                  <a:cubicBezTo>
                    <a:pt x="340995" y="918210"/>
                    <a:pt x="349568" y="902970"/>
                    <a:pt x="349568" y="890588"/>
                  </a:cubicBezTo>
                  <a:cubicBezTo>
                    <a:pt x="349568" y="880110"/>
                    <a:pt x="348615" y="842010"/>
                    <a:pt x="348615" y="803910"/>
                  </a:cubicBezTo>
                  <a:cubicBezTo>
                    <a:pt x="219075" y="831533"/>
                    <a:pt x="192405" y="747713"/>
                    <a:pt x="192405" y="747713"/>
                  </a:cubicBezTo>
                  <a:cubicBezTo>
                    <a:pt x="171450" y="693420"/>
                    <a:pt x="140970" y="679133"/>
                    <a:pt x="140970" y="679133"/>
                  </a:cubicBezTo>
                  <a:cubicBezTo>
                    <a:pt x="99060" y="650558"/>
                    <a:pt x="143828" y="650558"/>
                    <a:pt x="143828" y="650558"/>
                  </a:cubicBezTo>
                  <a:cubicBezTo>
                    <a:pt x="190500" y="653415"/>
                    <a:pt x="215265" y="699135"/>
                    <a:pt x="215265" y="699135"/>
                  </a:cubicBezTo>
                  <a:cubicBezTo>
                    <a:pt x="257175" y="770573"/>
                    <a:pt x="323850" y="750570"/>
                    <a:pt x="350520" y="738188"/>
                  </a:cubicBezTo>
                  <a:cubicBezTo>
                    <a:pt x="354330" y="707708"/>
                    <a:pt x="366713" y="686753"/>
                    <a:pt x="380048" y="675323"/>
                  </a:cubicBezTo>
                  <a:cubicBezTo>
                    <a:pt x="277178" y="664845"/>
                    <a:pt x="168593" y="623888"/>
                    <a:pt x="168593" y="443865"/>
                  </a:cubicBezTo>
                  <a:cubicBezTo>
                    <a:pt x="168593" y="392430"/>
                    <a:pt x="186690" y="350520"/>
                    <a:pt x="216218" y="318135"/>
                  </a:cubicBezTo>
                  <a:cubicBezTo>
                    <a:pt x="211455" y="306705"/>
                    <a:pt x="195263" y="258128"/>
                    <a:pt x="220980" y="194310"/>
                  </a:cubicBezTo>
                  <a:cubicBezTo>
                    <a:pt x="220980" y="194310"/>
                    <a:pt x="260033" y="181928"/>
                    <a:pt x="348615" y="242888"/>
                  </a:cubicBezTo>
                  <a:cubicBezTo>
                    <a:pt x="386715" y="232410"/>
                    <a:pt x="425768" y="227648"/>
                    <a:pt x="464820" y="227648"/>
                  </a:cubicBezTo>
                  <a:cubicBezTo>
                    <a:pt x="503873" y="227648"/>
                    <a:pt x="543878" y="233363"/>
                    <a:pt x="581025" y="242888"/>
                  </a:cubicBezTo>
                  <a:cubicBezTo>
                    <a:pt x="669608" y="181928"/>
                    <a:pt x="708660" y="194310"/>
                    <a:pt x="708660" y="194310"/>
                  </a:cubicBezTo>
                  <a:cubicBezTo>
                    <a:pt x="734378" y="259080"/>
                    <a:pt x="718185" y="306705"/>
                    <a:pt x="713423" y="318135"/>
                  </a:cubicBezTo>
                  <a:cubicBezTo>
                    <a:pt x="743903" y="350520"/>
                    <a:pt x="761048" y="392430"/>
                    <a:pt x="761048" y="443865"/>
                  </a:cubicBezTo>
                  <a:cubicBezTo>
                    <a:pt x="761048" y="623888"/>
                    <a:pt x="652463" y="663893"/>
                    <a:pt x="548640" y="675323"/>
                  </a:cubicBezTo>
                  <a:cubicBezTo>
                    <a:pt x="565785" y="689610"/>
                    <a:pt x="580073" y="718185"/>
                    <a:pt x="580073" y="762000"/>
                  </a:cubicBezTo>
                  <a:cubicBezTo>
                    <a:pt x="580073" y="824865"/>
                    <a:pt x="579120" y="875348"/>
                    <a:pt x="579120" y="890588"/>
                  </a:cubicBezTo>
                  <a:cubicBezTo>
                    <a:pt x="579120" y="902970"/>
                    <a:pt x="587693" y="918210"/>
                    <a:pt x="610553" y="913448"/>
                  </a:cubicBezTo>
                  <a:cubicBezTo>
                    <a:pt x="796290" y="851535"/>
                    <a:pt x="929640" y="676275"/>
                    <a:pt x="929640" y="468630"/>
                  </a:cubicBezTo>
                  <a:cubicBezTo>
                    <a:pt x="930593" y="209550"/>
                    <a:pt x="721995" y="0"/>
                    <a:pt x="465773" y="0"/>
                  </a:cubicBezTo>
                  <a:close/>
                </a:path>
              </a:pathLst>
            </a:custGeom>
            <a:grpFill/>
            <a:ln w="9525" cap="flat">
              <a:noFill/>
              <a:prstDash val="solid"/>
              <a:miter/>
            </a:ln>
          </p:spPr>
          <p:txBody>
            <a:bodyPr rtlCol="0" anchor="ctr"/>
            <a:lstStyle/>
            <a:p>
              <a:endParaRPr lang="fr-FR"/>
            </a:p>
          </p:txBody>
        </p:sp>
        <p:sp>
          <p:nvSpPr>
            <p:cNvPr id="42" name="Forme libre : forme 41">
              <a:hlinkClick r:id="rId5"/>
              <a:extLst>
                <a:ext uri="{FF2B5EF4-FFF2-40B4-BE49-F238E27FC236}">
                  <a16:creationId xmlns:a16="http://schemas.microsoft.com/office/drawing/2014/main" id="{60B274D1-EF55-C768-FD82-3ABBD50B803F}"/>
                </a:ext>
              </a:extLst>
            </p:cNvPr>
            <p:cNvSpPr>
              <a:spLocks noChangeAspect="1"/>
            </p:cNvSpPr>
            <p:nvPr/>
          </p:nvSpPr>
          <p:spPr>
            <a:xfrm>
              <a:off x="9141435" y="6348983"/>
              <a:ext cx="94626" cy="216000"/>
            </a:xfrm>
            <a:custGeom>
              <a:avLst/>
              <a:gdLst>
                <a:gd name="connsiteX0" fmla="*/ 81915 w 131445"/>
                <a:gd name="connsiteY0" fmla="*/ 102870 h 300037"/>
                <a:gd name="connsiteX1" fmla="*/ 81915 w 131445"/>
                <a:gd name="connsiteY1" fmla="*/ 69533 h 300037"/>
                <a:gd name="connsiteX2" fmla="*/ 99060 w 131445"/>
                <a:gd name="connsiteY2" fmla="*/ 46673 h 300037"/>
                <a:gd name="connsiteX3" fmla="*/ 127635 w 131445"/>
                <a:gd name="connsiteY3" fmla="*/ 46673 h 300037"/>
                <a:gd name="connsiteX4" fmla="*/ 127635 w 131445"/>
                <a:gd name="connsiteY4" fmla="*/ 0 h 300037"/>
                <a:gd name="connsiteX5" fmla="*/ 93345 w 131445"/>
                <a:gd name="connsiteY5" fmla="*/ 0 h 300037"/>
                <a:gd name="connsiteX6" fmla="*/ 27623 w 131445"/>
                <a:gd name="connsiteY6" fmla="*/ 65723 h 300037"/>
                <a:gd name="connsiteX7" fmla="*/ 27623 w 131445"/>
                <a:gd name="connsiteY7" fmla="*/ 65723 h 300037"/>
                <a:gd name="connsiteX8" fmla="*/ 27623 w 131445"/>
                <a:gd name="connsiteY8" fmla="*/ 102870 h 300037"/>
                <a:gd name="connsiteX9" fmla="*/ 0 w 131445"/>
                <a:gd name="connsiteY9" fmla="*/ 102870 h 300037"/>
                <a:gd name="connsiteX10" fmla="*/ 0 w 131445"/>
                <a:gd name="connsiteY10" fmla="*/ 149543 h 300037"/>
                <a:gd name="connsiteX11" fmla="*/ 27623 w 131445"/>
                <a:gd name="connsiteY11" fmla="*/ 149543 h 300037"/>
                <a:gd name="connsiteX12" fmla="*/ 27623 w 131445"/>
                <a:gd name="connsiteY12" fmla="*/ 300038 h 300037"/>
                <a:gd name="connsiteX13" fmla="*/ 81915 w 131445"/>
                <a:gd name="connsiteY13" fmla="*/ 300038 h 300037"/>
                <a:gd name="connsiteX14" fmla="*/ 81915 w 131445"/>
                <a:gd name="connsiteY14" fmla="*/ 150495 h 300037"/>
                <a:gd name="connsiteX15" fmla="*/ 122873 w 131445"/>
                <a:gd name="connsiteY15" fmla="*/ 150495 h 300037"/>
                <a:gd name="connsiteX16" fmla="*/ 131445 w 131445"/>
                <a:gd name="connsiteY16" fmla="*/ 103823 h 300037"/>
                <a:gd name="connsiteX17" fmla="*/ 81915 w 131445"/>
                <a:gd name="connsiteY17" fmla="*/ 103823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445" h="300037">
                  <a:moveTo>
                    <a:pt x="81915" y="102870"/>
                  </a:moveTo>
                  <a:lnTo>
                    <a:pt x="81915" y="69533"/>
                  </a:lnTo>
                  <a:cubicBezTo>
                    <a:pt x="81915" y="58103"/>
                    <a:pt x="88583" y="46673"/>
                    <a:pt x="99060" y="46673"/>
                  </a:cubicBezTo>
                  <a:lnTo>
                    <a:pt x="127635" y="46673"/>
                  </a:lnTo>
                  <a:lnTo>
                    <a:pt x="127635" y="0"/>
                  </a:lnTo>
                  <a:lnTo>
                    <a:pt x="93345" y="0"/>
                  </a:lnTo>
                  <a:cubicBezTo>
                    <a:pt x="39053" y="1905"/>
                    <a:pt x="28575" y="33338"/>
                    <a:pt x="27623" y="65723"/>
                  </a:cubicBezTo>
                  <a:lnTo>
                    <a:pt x="27623" y="65723"/>
                  </a:lnTo>
                  <a:lnTo>
                    <a:pt x="27623" y="102870"/>
                  </a:lnTo>
                  <a:lnTo>
                    <a:pt x="0" y="102870"/>
                  </a:lnTo>
                  <a:lnTo>
                    <a:pt x="0" y="149543"/>
                  </a:lnTo>
                  <a:lnTo>
                    <a:pt x="27623" y="149543"/>
                  </a:lnTo>
                  <a:lnTo>
                    <a:pt x="27623" y="300038"/>
                  </a:lnTo>
                  <a:lnTo>
                    <a:pt x="81915" y="300038"/>
                  </a:lnTo>
                  <a:lnTo>
                    <a:pt x="81915" y="150495"/>
                  </a:lnTo>
                  <a:lnTo>
                    <a:pt x="122873" y="150495"/>
                  </a:lnTo>
                  <a:lnTo>
                    <a:pt x="131445" y="103823"/>
                  </a:lnTo>
                  <a:lnTo>
                    <a:pt x="81915" y="103823"/>
                  </a:lnTo>
                  <a:close/>
                </a:path>
              </a:pathLst>
            </a:custGeom>
            <a:grpFill/>
            <a:ln w="9525" cap="flat">
              <a:noFill/>
              <a:prstDash val="solid"/>
              <a:miter/>
            </a:ln>
          </p:spPr>
          <p:txBody>
            <a:bodyPr rtlCol="0" anchor="ctr"/>
            <a:lstStyle/>
            <a:p>
              <a:endParaRPr lang="fr-FR"/>
            </a:p>
          </p:txBody>
        </p:sp>
        <p:grpSp>
          <p:nvGrpSpPr>
            <p:cNvPr id="43" name="Graphique 52">
              <a:extLst>
                <a:ext uri="{FF2B5EF4-FFF2-40B4-BE49-F238E27FC236}">
                  <a16:creationId xmlns:a16="http://schemas.microsoft.com/office/drawing/2014/main" id="{93438643-A231-1FD0-E65F-29EF411EC5D8}"/>
                </a:ext>
              </a:extLst>
            </p:cNvPr>
            <p:cNvGrpSpPr>
              <a:grpSpLocks noChangeAspect="1"/>
            </p:cNvGrpSpPr>
            <p:nvPr/>
          </p:nvGrpSpPr>
          <p:grpSpPr>
            <a:xfrm>
              <a:off x="11682243" y="6348983"/>
              <a:ext cx="237342" cy="216000"/>
              <a:chOff x="11711593" y="4221165"/>
              <a:chExt cx="2376487" cy="2162809"/>
            </a:xfrm>
            <a:grpFill/>
          </p:grpSpPr>
          <p:sp>
            <p:nvSpPr>
              <p:cNvPr id="46" name="Forme libre : forme 45">
                <a:extLst>
                  <a:ext uri="{FF2B5EF4-FFF2-40B4-BE49-F238E27FC236}">
                    <a16:creationId xmlns:a16="http://schemas.microsoft.com/office/drawing/2014/main" id="{4DFFD983-2367-4AF8-C957-47E9E35E368C}"/>
                  </a:ext>
                </a:extLst>
              </p:cNvPr>
              <p:cNvSpPr>
                <a:spLocks/>
              </p:cNvSpPr>
              <p:nvPr/>
            </p:nvSpPr>
            <p:spPr>
              <a:xfrm>
                <a:off x="11711593" y="4221165"/>
                <a:ext cx="2376487" cy="2162809"/>
              </a:xfrm>
              <a:custGeom>
                <a:avLst/>
                <a:gdLst>
                  <a:gd name="connsiteX0" fmla="*/ 406718 w 2376487"/>
                  <a:gd name="connsiteY0" fmla="*/ 1917383 h 2162809"/>
                  <a:gd name="connsiteX1" fmla="*/ 762000 w 2376487"/>
                  <a:gd name="connsiteY1" fmla="*/ 1743075 h 2162809"/>
                  <a:gd name="connsiteX2" fmla="*/ 840105 w 2376487"/>
                  <a:gd name="connsiteY2" fmla="*/ 1734503 h 2162809"/>
                  <a:gd name="connsiteX3" fmla="*/ 1169670 w 2376487"/>
                  <a:gd name="connsiteY3" fmla="*/ 1778318 h 2162809"/>
                  <a:gd name="connsiteX4" fmla="*/ 2193608 w 2376487"/>
                  <a:gd name="connsiteY4" fmla="*/ 979170 h 2162809"/>
                  <a:gd name="connsiteX5" fmla="*/ 1169670 w 2376487"/>
                  <a:gd name="connsiteY5" fmla="*/ 180023 h 2162809"/>
                  <a:gd name="connsiteX6" fmla="*/ 145733 w 2376487"/>
                  <a:gd name="connsiteY6" fmla="*/ 979170 h 2162809"/>
                  <a:gd name="connsiteX7" fmla="*/ 406718 w 2376487"/>
                  <a:gd name="connsiteY7" fmla="*/ 1508760 h 2162809"/>
                  <a:gd name="connsiteX8" fmla="*/ 441960 w 2376487"/>
                  <a:gd name="connsiteY8" fmla="*/ 1613535 h 2162809"/>
                  <a:gd name="connsiteX9" fmla="*/ 406718 w 2376487"/>
                  <a:gd name="connsiteY9" fmla="*/ 1917383 h 2162809"/>
                  <a:gd name="connsiteX10" fmla="*/ 372428 w 2376487"/>
                  <a:gd name="connsiteY10" fmla="*/ 2152650 h 2162809"/>
                  <a:gd name="connsiteX11" fmla="*/ 216218 w 2376487"/>
                  <a:gd name="connsiteY11" fmla="*/ 2039303 h 2162809"/>
                  <a:gd name="connsiteX12" fmla="*/ 277178 w 2376487"/>
                  <a:gd name="connsiteY12" fmla="*/ 1596390 h 2162809"/>
                  <a:gd name="connsiteX13" fmla="*/ 0 w 2376487"/>
                  <a:gd name="connsiteY13" fmla="*/ 971550 h 2162809"/>
                  <a:gd name="connsiteX14" fmla="*/ 1189673 w 2376487"/>
                  <a:gd name="connsiteY14" fmla="*/ 0 h 2162809"/>
                  <a:gd name="connsiteX15" fmla="*/ 2376488 w 2376487"/>
                  <a:gd name="connsiteY15" fmla="*/ 971550 h 2162809"/>
                  <a:gd name="connsiteX16" fmla="*/ 1186815 w 2376487"/>
                  <a:gd name="connsiteY16" fmla="*/ 1943100 h 2162809"/>
                  <a:gd name="connsiteX17" fmla="*/ 857250 w 2376487"/>
                  <a:gd name="connsiteY17" fmla="*/ 1907858 h 2162809"/>
                  <a:gd name="connsiteX18" fmla="*/ 372428 w 2376487"/>
                  <a:gd name="connsiteY18" fmla="*/ 2152650 h 2162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376487" h="2162809">
                    <a:moveTo>
                      <a:pt x="406718" y="1917383"/>
                    </a:moveTo>
                    <a:lnTo>
                      <a:pt x="762000" y="1743075"/>
                    </a:lnTo>
                    <a:cubicBezTo>
                      <a:pt x="787718" y="1734503"/>
                      <a:pt x="814388" y="1725930"/>
                      <a:pt x="840105" y="1734503"/>
                    </a:cubicBezTo>
                    <a:cubicBezTo>
                      <a:pt x="944880" y="1760220"/>
                      <a:pt x="1057275" y="1778318"/>
                      <a:pt x="1169670" y="1778318"/>
                    </a:cubicBezTo>
                    <a:cubicBezTo>
                      <a:pt x="1742123" y="1778318"/>
                      <a:pt x="2193608" y="1414463"/>
                      <a:pt x="2193608" y="979170"/>
                    </a:cubicBezTo>
                    <a:cubicBezTo>
                      <a:pt x="2193608" y="543877"/>
                      <a:pt x="1742123" y="180023"/>
                      <a:pt x="1169670" y="180023"/>
                    </a:cubicBezTo>
                    <a:cubicBezTo>
                      <a:pt x="597218" y="180023"/>
                      <a:pt x="145733" y="544830"/>
                      <a:pt x="145733" y="979170"/>
                    </a:cubicBezTo>
                    <a:cubicBezTo>
                      <a:pt x="145733" y="1179195"/>
                      <a:pt x="240983" y="1361123"/>
                      <a:pt x="406718" y="1508760"/>
                    </a:cubicBezTo>
                    <a:cubicBezTo>
                      <a:pt x="432435" y="1534478"/>
                      <a:pt x="450533" y="1569720"/>
                      <a:pt x="441960" y="1613535"/>
                    </a:cubicBezTo>
                    <a:lnTo>
                      <a:pt x="406718" y="1917383"/>
                    </a:lnTo>
                    <a:close/>
                    <a:moveTo>
                      <a:pt x="372428" y="2152650"/>
                    </a:moveTo>
                    <a:cubicBezTo>
                      <a:pt x="294323" y="2187893"/>
                      <a:pt x="207645" y="2126933"/>
                      <a:pt x="216218" y="2039303"/>
                    </a:cubicBezTo>
                    <a:lnTo>
                      <a:pt x="277178" y="1596390"/>
                    </a:lnTo>
                    <a:cubicBezTo>
                      <a:pt x="94298" y="1422083"/>
                      <a:pt x="0" y="1205865"/>
                      <a:pt x="0" y="971550"/>
                    </a:cubicBezTo>
                    <a:cubicBezTo>
                      <a:pt x="0" y="424815"/>
                      <a:pt x="538163" y="0"/>
                      <a:pt x="1189673" y="0"/>
                    </a:cubicBezTo>
                    <a:cubicBezTo>
                      <a:pt x="1841183" y="0"/>
                      <a:pt x="2376488" y="433387"/>
                      <a:pt x="2376488" y="971550"/>
                    </a:cubicBezTo>
                    <a:cubicBezTo>
                      <a:pt x="2376488" y="1509713"/>
                      <a:pt x="1838325" y="1943100"/>
                      <a:pt x="1186815" y="1943100"/>
                    </a:cubicBezTo>
                    <a:cubicBezTo>
                      <a:pt x="1073468" y="1943100"/>
                      <a:pt x="961073" y="1934528"/>
                      <a:pt x="857250" y="1907858"/>
                    </a:cubicBezTo>
                    <a:lnTo>
                      <a:pt x="372428" y="2152650"/>
                    </a:lnTo>
                    <a:close/>
                  </a:path>
                </a:pathLst>
              </a:custGeom>
              <a:grpFill/>
              <a:ln w="9525"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B1B905A5-F7AA-0348-3195-8B418D5679DF}"/>
                  </a:ext>
                </a:extLst>
              </p:cNvPr>
              <p:cNvSpPr>
                <a:spLocks/>
              </p:cNvSpPr>
              <p:nvPr/>
            </p:nvSpPr>
            <p:spPr>
              <a:xfrm>
                <a:off x="12188795" y="4785997"/>
                <a:ext cx="529351" cy="866774"/>
              </a:xfrm>
              <a:custGeom>
                <a:avLst/>
                <a:gdLst>
                  <a:gd name="connsiteX0" fmla="*/ 441960 w 529351"/>
                  <a:gd name="connsiteY0" fmla="*/ 866775 h 866774"/>
                  <a:gd name="connsiteX1" fmla="*/ 381000 w 529351"/>
                  <a:gd name="connsiteY1" fmla="*/ 841057 h 866774"/>
                  <a:gd name="connsiteX2" fmla="*/ 25718 w 529351"/>
                  <a:gd name="connsiteY2" fmla="*/ 494348 h 866774"/>
                  <a:gd name="connsiteX3" fmla="*/ 0 w 529351"/>
                  <a:gd name="connsiteY3" fmla="*/ 433388 h 866774"/>
                  <a:gd name="connsiteX4" fmla="*/ 25718 w 529351"/>
                  <a:gd name="connsiteY4" fmla="*/ 372428 h 866774"/>
                  <a:gd name="connsiteX5" fmla="*/ 381000 w 529351"/>
                  <a:gd name="connsiteY5" fmla="*/ 25717 h 866774"/>
                  <a:gd name="connsiteX6" fmla="*/ 441960 w 529351"/>
                  <a:gd name="connsiteY6" fmla="*/ 0 h 866774"/>
                  <a:gd name="connsiteX7" fmla="*/ 502920 w 529351"/>
                  <a:gd name="connsiteY7" fmla="*/ 25717 h 866774"/>
                  <a:gd name="connsiteX8" fmla="*/ 528638 w 529351"/>
                  <a:gd name="connsiteY8" fmla="*/ 86677 h 866774"/>
                  <a:gd name="connsiteX9" fmla="*/ 502920 w 529351"/>
                  <a:gd name="connsiteY9" fmla="*/ 147638 h 866774"/>
                  <a:gd name="connsiteX10" fmla="*/ 217170 w 529351"/>
                  <a:gd name="connsiteY10" fmla="*/ 433388 h 866774"/>
                  <a:gd name="connsiteX11" fmla="*/ 502920 w 529351"/>
                  <a:gd name="connsiteY11" fmla="*/ 719137 h 866774"/>
                  <a:gd name="connsiteX12" fmla="*/ 502920 w 529351"/>
                  <a:gd name="connsiteY12" fmla="*/ 841057 h 866774"/>
                  <a:gd name="connsiteX13" fmla="*/ 441960 w 529351"/>
                  <a:gd name="connsiteY13" fmla="*/ 866775 h 866774"/>
                  <a:gd name="connsiteX14" fmla="*/ 441960 w 529351"/>
                  <a:gd name="connsiteY14" fmla="*/ 866775 h 866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9351" h="866774">
                    <a:moveTo>
                      <a:pt x="441960" y="866775"/>
                    </a:moveTo>
                    <a:cubicBezTo>
                      <a:pt x="416243" y="866775"/>
                      <a:pt x="398145" y="858203"/>
                      <a:pt x="381000" y="841057"/>
                    </a:cubicBezTo>
                    <a:lnTo>
                      <a:pt x="25718" y="494348"/>
                    </a:lnTo>
                    <a:cubicBezTo>
                      <a:pt x="8573" y="477203"/>
                      <a:pt x="0" y="459105"/>
                      <a:pt x="0" y="433388"/>
                    </a:cubicBezTo>
                    <a:cubicBezTo>
                      <a:pt x="0" y="407670"/>
                      <a:pt x="8573" y="389573"/>
                      <a:pt x="25718" y="372428"/>
                    </a:cubicBezTo>
                    <a:lnTo>
                      <a:pt x="381000" y="25717"/>
                    </a:lnTo>
                    <a:cubicBezTo>
                      <a:pt x="398145" y="8573"/>
                      <a:pt x="416243" y="0"/>
                      <a:pt x="441960" y="0"/>
                    </a:cubicBezTo>
                    <a:cubicBezTo>
                      <a:pt x="467678" y="0"/>
                      <a:pt x="485775" y="8573"/>
                      <a:pt x="502920" y="25717"/>
                    </a:cubicBezTo>
                    <a:cubicBezTo>
                      <a:pt x="520065" y="42863"/>
                      <a:pt x="528638" y="60960"/>
                      <a:pt x="528638" y="86677"/>
                    </a:cubicBezTo>
                    <a:cubicBezTo>
                      <a:pt x="528638" y="112395"/>
                      <a:pt x="520065" y="130492"/>
                      <a:pt x="502920" y="147638"/>
                    </a:cubicBezTo>
                    <a:lnTo>
                      <a:pt x="217170" y="433388"/>
                    </a:lnTo>
                    <a:lnTo>
                      <a:pt x="502920" y="719137"/>
                    </a:lnTo>
                    <a:cubicBezTo>
                      <a:pt x="538163" y="754380"/>
                      <a:pt x="538163" y="805815"/>
                      <a:pt x="502920" y="841057"/>
                    </a:cubicBezTo>
                    <a:cubicBezTo>
                      <a:pt x="494348" y="858203"/>
                      <a:pt x="467678" y="866775"/>
                      <a:pt x="441960" y="866775"/>
                    </a:cubicBezTo>
                    <a:cubicBezTo>
                      <a:pt x="450533" y="866775"/>
                      <a:pt x="441960" y="866775"/>
                      <a:pt x="441960" y="866775"/>
                    </a:cubicBezTo>
                    <a:close/>
                  </a:path>
                </a:pathLst>
              </a:custGeom>
              <a:grpFill/>
              <a:ln w="9525"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C1C73C00-4CE1-6232-D83D-31BECD493A58}"/>
                  </a:ext>
                </a:extLst>
              </p:cNvPr>
              <p:cNvSpPr>
                <a:spLocks/>
              </p:cNvSpPr>
              <p:nvPr/>
            </p:nvSpPr>
            <p:spPr>
              <a:xfrm>
                <a:off x="13072954" y="4785997"/>
                <a:ext cx="529351" cy="866774"/>
              </a:xfrm>
              <a:custGeom>
                <a:avLst/>
                <a:gdLst>
                  <a:gd name="connsiteX0" fmla="*/ 87392 w 529351"/>
                  <a:gd name="connsiteY0" fmla="*/ 866775 h 866774"/>
                  <a:gd name="connsiteX1" fmla="*/ 26432 w 529351"/>
                  <a:gd name="connsiteY1" fmla="*/ 841057 h 866774"/>
                  <a:gd name="connsiteX2" fmla="*/ 26432 w 529351"/>
                  <a:gd name="connsiteY2" fmla="*/ 719137 h 866774"/>
                  <a:gd name="connsiteX3" fmla="*/ 312182 w 529351"/>
                  <a:gd name="connsiteY3" fmla="*/ 433388 h 866774"/>
                  <a:gd name="connsiteX4" fmla="*/ 26432 w 529351"/>
                  <a:gd name="connsiteY4" fmla="*/ 147638 h 866774"/>
                  <a:gd name="connsiteX5" fmla="*/ 714 w 529351"/>
                  <a:gd name="connsiteY5" fmla="*/ 86677 h 866774"/>
                  <a:gd name="connsiteX6" fmla="*/ 26432 w 529351"/>
                  <a:gd name="connsiteY6" fmla="*/ 25717 h 866774"/>
                  <a:gd name="connsiteX7" fmla="*/ 87392 w 529351"/>
                  <a:gd name="connsiteY7" fmla="*/ 0 h 866774"/>
                  <a:gd name="connsiteX8" fmla="*/ 87392 w 529351"/>
                  <a:gd name="connsiteY8" fmla="*/ 0 h 866774"/>
                  <a:gd name="connsiteX9" fmla="*/ 148352 w 529351"/>
                  <a:gd name="connsiteY9" fmla="*/ 25717 h 866774"/>
                  <a:gd name="connsiteX10" fmla="*/ 503634 w 529351"/>
                  <a:gd name="connsiteY10" fmla="*/ 372428 h 866774"/>
                  <a:gd name="connsiteX11" fmla="*/ 529352 w 529351"/>
                  <a:gd name="connsiteY11" fmla="*/ 433388 h 866774"/>
                  <a:gd name="connsiteX12" fmla="*/ 503634 w 529351"/>
                  <a:gd name="connsiteY12" fmla="*/ 494348 h 866774"/>
                  <a:gd name="connsiteX13" fmla="*/ 148352 w 529351"/>
                  <a:gd name="connsiteY13" fmla="*/ 841057 h 866774"/>
                  <a:gd name="connsiteX14" fmla="*/ 87392 w 529351"/>
                  <a:gd name="connsiteY14" fmla="*/ 866775 h 866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9351" h="866774">
                    <a:moveTo>
                      <a:pt x="87392" y="866775"/>
                    </a:moveTo>
                    <a:cubicBezTo>
                      <a:pt x="61674" y="866775"/>
                      <a:pt x="43577" y="858203"/>
                      <a:pt x="26432" y="841057"/>
                    </a:cubicBezTo>
                    <a:cubicBezTo>
                      <a:pt x="-8811" y="805815"/>
                      <a:pt x="-8811" y="754380"/>
                      <a:pt x="26432" y="719137"/>
                    </a:cubicBezTo>
                    <a:lnTo>
                      <a:pt x="312182" y="433388"/>
                    </a:lnTo>
                    <a:lnTo>
                      <a:pt x="26432" y="147638"/>
                    </a:lnTo>
                    <a:cubicBezTo>
                      <a:pt x="9287" y="130492"/>
                      <a:pt x="714" y="112395"/>
                      <a:pt x="714" y="86677"/>
                    </a:cubicBezTo>
                    <a:cubicBezTo>
                      <a:pt x="714" y="60960"/>
                      <a:pt x="9287" y="42863"/>
                      <a:pt x="26432" y="25717"/>
                    </a:cubicBezTo>
                    <a:cubicBezTo>
                      <a:pt x="43577" y="8573"/>
                      <a:pt x="61674" y="0"/>
                      <a:pt x="87392" y="0"/>
                    </a:cubicBezTo>
                    <a:lnTo>
                      <a:pt x="87392" y="0"/>
                    </a:lnTo>
                    <a:cubicBezTo>
                      <a:pt x="113109" y="0"/>
                      <a:pt x="131207" y="8573"/>
                      <a:pt x="148352" y="25717"/>
                    </a:cubicBezTo>
                    <a:lnTo>
                      <a:pt x="503634" y="372428"/>
                    </a:lnTo>
                    <a:cubicBezTo>
                      <a:pt x="520779" y="389573"/>
                      <a:pt x="529352" y="407670"/>
                      <a:pt x="529352" y="433388"/>
                    </a:cubicBezTo>
                    <a:cubicBezTo>
                      <a:pt x="529352" y="459105"/>
                      <a:pt x="520779" y="477203"/>
                      <a:pt x="503634" y="494348"/>
                    </a:cubicBezTo>
                    <a:lnTo>
                      <a:pt x="148352" y="841057"/>
                    </a:lnTo>
                    <a:cubicBezTo>
                      <a:pt x="130254" y="858203"/>
                      <a:pt x="113109" y="866775"/>
                      <a:pt x="87392" y="866775"/>
                    </a:cubicBezTo>
                    <a:close/>
                  </a:path>
                </a:pathLst>
              </a:custGeom>
              <a:grpFill/>
              <a:ln w="9525" cap="flat">
                <a:noFill/>
                <a:prstDash val="solid"/>
                <a:miter/>
              </a:ln>
            </p:spPr>
            <p:txBody>
              <a:bodyPr rtlCol="0" anchor="ctr"/>
              <a:lstStyle/>
              <a:p>
                <a:endParaRPr lang="fr-FR"/>
              </a:p>
            </p:txBody>
          </p:sp>
        </p:grpSp>
        <p:sp>
          <p:nvSpPr>
            <p:cNvPr id="44" name="Forme libre : forme 43">
              <a:hlinkClick r:id="rId6"/>
              <a:extLst>
                <a:ext uri="{FF2B5EF4-FFF2-40B4-BE49-F238E27FC236}">
                  <a16:creationId xmlns:a16="http://schemas.microsoft.com/office/drawing/2014/main" id="{4CAFCF9E-E5FF-6FB8-E3A0-AB8AFC4E8252}"/>
                </a:ext>
              </a:extLst>
            </p:cNvPr>
            <p:cNvSpPr>
              <a:spLocks noChangeAspect="1"/>
            </p:cNvSpPr>
            <p:nvPr/>
          </p:nvSpPr>
          <p:spPr>
            <a:xfrm>
              <a:off x="10120851" y="6348983"/>
              <a:ext cx="185142" cy="216000"/>
            </a:xfrm>
            <a:custGeom>
              <a:avLst/>
              <a:gdLst>
                <a:gd name="connsiteX0" fmla="*/ 218571 w 308571"/>
                <a:gd name="connsiteY0" fmla="*/ 70714 h 360000"/>
                <a:gd name="connsiteX1" fmla="*/ 244285 w 308571"/>
                <a:gd name="connsiteY1" fmla="*/ 70714 h 360000"/>
                <a:gd name="connsiteX2" fmla="*/ 244285 w 308571"/>
                <a:gd name="connsiteY2" fmla="*/ 147857 h 360000"/>
                <a:gd name="connsiteX3" fmla="*/ 218571 w 308571"/>
                <a:gd name="connsiteY3" fmla="*/ 147857 h 360000"/>
                <a:gd name="connsiteX4" fmla="*/ 147857 w 308571"/>
                <a:gd name="connsiteY4" fmla="*/ 70714 h 360000"/>
                <a:gd name="connsiteX5" fmla="*/ 173571 w 308571"/>
                <a:gd name="connsiteY5" fmla="*/ 70714 h 360000"/>
                <a:gd name="connsiteX6" fmla="*/ 173571 w 308571"/>
                <a:gd name="connsiteY6" fmla="*/ 147857 h 360000"/>
                <a:gd name="connsiteX7" fmla="*/ 147857 w 308571"/>
                <a:gd name="connsiteY7" fmla="*/ 147857 h 360000"/>
                <a:gd name="connsiteX8" fmla="*/ 77143 w 308571"/>
                <a:gd name="connsiteY8" fmla="*/ 25715 h 360000"/>
                <a:gd name="connsiteX9" fmla="*/ 77143 w 308571"/>
                <a:gd name="connsiteY9" fmla="*/ 218572 h 360000"/>
                <a:gd name="connsiteX10" fmla="*/ 135000 w 308571"/>
                <a:gd name="connsiteY10" fmla="*/ 218572 h 360000"/>
                <a:gd name="connsiteX11" fmla="*/ 135000 w 308571"/>
                <a:gd name="connsiteY11" fmla="*/ 263572 h 360000"/>
                <a:gd name="connsiteX12" fmla="*/ 180000 w 308571"/>
                <a:gd name="connsiteY12" fmla="*/ 218572 h 360000"/>
                <a:gd name="connsiteX13" fmla="*/ 231428 w 308571"/>
                <a:gd name="connsiteY13" fmla="*/ 218572 h 360000"/>
                <a:gd name="connsiteX14" fmla="*/ 282857 w 308571"/>
                <a:gd name="connsiteY14" fmla="*/ 167143 h 360000"/>
                <a:gd name="connsiteX15" fmla="*/ 282857 w 308571"/>
                <a:gd name="connsiteY15" fmla="*/ 25715 h 360000"/>
                <a:gd name="connsiteX16" fmla="*/ 64286 w 308571"/>
                <a:gd name="connsiteY16" fmla="*/ 0 h 360000"/>
                <a:gd name="connsiteX17" fmla="*/ 308571 w 308571"/>
                <a:gd name="connsiteY17" fmla="*/ 0 h 360000"/>
                <a:gd name="connsiteX18" fmla="*/ 308571 w 308571"/>
                <a:gd name="connsiteY18" fmla="*/ 180000 h 360000"/>
                <a:gd name="connsiteX19" fmla="*/ 192857 w 308571"/>
                <a:gd name="connsiteY19" fmla="*/ 295715 h 360000"/>
                <a:gd name="connsiteX20" fmla="*/ 141428 w 308571"/>
                <a:gd name="connsiteY20" fmla="*/ 295715 h 360000"/>
                <a:gd name="connsiteX21" fmla="*/ 77143 w 308571"/>
                <a:gd name="connsiteY21" fmla="*/ 360000 h 360000"/>
                <a:gd name="connsiteX22" fmla="*/ 77143 w 308571"/>
                <a:gd name="connsiteY22" fmla="*/ 295715 h 360000"/>
                <a:gd name="connsiteX23" fmla="*/ 0 w 308571"/>
                <a:gd name="connsiteY23" fmla="*/ 295715 h 360000"/>
                <a:gd name="connsiteX24" fmla="*/ 0 w 308571"/>
                <a:gd name="connsiteY24" fmla="*/ 64286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8571" h="360000">
                  <a:moveTo>
                    <a:pt x="218571" y="70714"/>
                  </a:moveTo>
                  <a:lnTo>
                    <a:pt x="244285" y="70714"/>
                  </a:lnTo>
                  <a:lnTo>
                    <a:pt x="244285" y="147857"/>
                  </a:lnTo>
                  <a:lnTo>
                    <a:pt x="218571" y="147857"/>
                  </a:lnTo>
                  <a:close/>
                  <a:moveTo>
                    <a:pt x="147857" y="70714"/>
                  </a:moveTo>
                  <a:lnTo>
                    <a:pt x="173571" y="70714"/>
                  </a:lnTo>
                  <a:lnTo>
                    <a:pt x="173571" y="147857"/>
                  </a:lnTo>
                  <a:lnTo>
                    <a:pt x="147857" y="147857"/>
                  </a:lnTo>
                  <a:close/>
                  <a:moveTo>
                    <a:pt x="77143" y="25715"/>
                  </a:moveTo>
                  <a:lnTo>
                    <a:pt x="77143" y="218572"/>
                  </a:lnTo>
                  <a:lnTo>
                    <a:pt x="135000" y="218572"/>
                  </a:lnTo>
                  <a:lnTo>
                    <a:pt x="135000" y="263572"/>
                  </a:lnTo>
                  <a:lnTo>
                    <a:pt x="180000" y="218572"/>
                  </a:lnTo>
                  <a:lnTo>
                    <a:pt x="231428" y="218572"/>
                  </a:lnTo>
                  <a:lnTo>
                    <a:pt x="282857" y="167143"/>
                  </a:lnTo>
                  <a:lnTo>
                    <a:pt x="282857" y="25715"/>
                  </a:lnTo>
                  <a:close/>
                  <a:moveTo>
                    <a:pt x="64286" y="0"/>
                  </a:moveTo>
                  <a:lnTo>
                    <a:pt x="308571" y="0"/>
                  </a:lnTo>
                  <a:lnTo>
                    <a:pt x="308571" y="180000"/>
                  </a:lnTo>
                  <a:lnTo>
                    <a:pt x="192857" y="295715"/>
                  </a:lnTo>
                  <a:lnTo>
                    <a:pt x="141428" y="295715"/>
                  </a:lnTo>
                  <a:lnTo>
                    <a:pt x="77143" y="360000"/>
                  </a:lnTo>
                  <a:lnTo>
                    <a:pt x="77143" y="295715"/>
                  </a:lnTo>
                  <a:lnTo>
                    <a:pt x="0" y="295715"/>
                  </a:lnTo>
                  <a:lnTo>
                    <a:pt x="0" y="64286"/>
                  </a:lnTo>
                  <a:close/>
                </a:path>
              </a:pathLst>
            </a:custGeom>
            <a:grpFill/>
            <a:ln w="2449" cap="flat">
              <a:noFill/>
              <a:prstDash val="solid"/>
              <a:miter/>
            </a:ln>
          </p:spPr>
          <p:txBody>
            <a:bodyPr rtlCol="0" anchor="ctr"/>
            <a:lstStyle/>
            <a:p>
              <a:endParaRPr lang="fr-FR"/>
            </a:p>
          </p:txBody>
        </p:sp>
        <p:sp>
          <p:nvSpPr>
            <p:cNvPr id="45" name="Graphique 50">
              <a:hlinkClick r:id="rId7"/>
              <a:extLst>
                <a:ext uri="{FF2B5EF4-FFF2-40B4-BE49-F238E27FC236}">
                  <a16:creationId xmlns:a16="http://schemas.microsoft.com/office/drawing/2014/main" id="{AF3C992C-DBFA-9F41-F679-71F0A1BD5BEF}"/>
                </a:ext>
              </a:extLst>
            </p:cNvPr>
            <p:cNvSpPr>
              <a:spLocks noChangeAspect="1"/>
            </p:cNvSpPr>
            <p:nvPr/>
          </p:nvSpPr>
          <p:spPr>
            <a:xfrm>
              <a:off x="10596570" y="6348983"/>
              <a:ext cx="284898" cy="216000"/>
            </a:xfrm>
            <a:custGeom>
              <a:avLst/>
              <a:gdLst>
                <a:gd name="connsiteX0" fmla="*/ 1026033 w 1211090"/>
                <a:gd name="connsiteY0" fmla="*/ 77153 h 918210"/>
                <a:gd name="connsiteX1" fmla="*/ 776478 w 1211090"/>
                <a:gd name="connsiteY1" fmla="*/ 0 h 918210"/>
                <a:gd name="connsiteX2" fmla="*/ 744093 w 1211090"/>
                <a:gd name="connsiteY2" fmla="*/ 64770 h 918210"/>
                <a:gd name="connsiteX3" fmla="*/ 466915 w 1211090"/>
                <a:gd name="connsiteY3" fmla="*/ 64770 h 918210"/>
                <a:gd name="connsiteX4" fmla="*/ 434530 w 1211090"/>
                <a:gd name="connsiteY4" fmla="*/ 0 h 918210"/>
                <a:gd name="connsiteX5" fmla="*/ 184975 w 1211090"/>
                <a:gd name="connsiteY5" fmla="*/ 77153 h 918210"/>
                <a:gd name="connsiteX6" fmla="*/ 4953 w 1211090"/>
                <a:gd name="connsiteY6" fmla="*/ 763905 h 918210"/>
                <a:gd name="connsiteX7" fmla="*/ 4953 w 1211090"/>
                <a:gd name="connsiteY7" fmla="*/ 763905 h 918210"/>
                <a:gd name="connsiteX8" fmla="*/ 311658 w 1211090"/>
                <a:gd name="connsiteY8" fmla="*/ 918210 h 918210"/>
                <a:gd name="connsiteX9" fmla="*/ 377380 w 1211090"/>
                <a:gd name="connsiteY9" fmla="*/ 812483 h 918210"/>
                <a:gd name="connsiteX10" fmla="*/ 273558 w 1211090"/>
                <a:gd name="connsiteY10" fmla="*/ 762953 h 918210"/>
                <a:gd name="connsiteX11" fmla="*/ 299275 w 1211090"/>
                <a:gd name="connsiteY11" fmla="*/ 743903 h 918210"/>
                <a:gd name="connsiteX12" fmla="*/ 911733 w 1211090"/>
                <a:gd name="connsiteY12" fmla="*/ 743903 h 918210"/>
                <a:gd name="connsiteX13" fmla="*/ 937450 w 1211090"/>
                <a:gd name="connsiteY13" fmla="*/ 762953 h 918210"/>
                <a:gd name="connsiteX14" fmla="*/ 833628 w 1211090"/>
                <a:gd name="connsiteY14" fmla="*/ 812483 h 918210"/>
                <a:gd name="connsiteX15" fmla="*/ 899350 w 1211090"/>
                <a:gd name="connsiteY15" fmla="*/ 918210 h 918210"/>
                <a:gd name="connsiteX16" fmla="*/ 1206055 w 1211090"/>
                <a:gd name="connsiteY16" fmla="*/ 764858 h 918210"/>
                <a:gd name="connsiteX17" fmla="*/ 1206055 w 1211090"/>
                <a:gd name="connsiteY17" fmla="*/ 764858 h 918210"/>
                <a:gd name="connsiteX18" fmla="*/ 1026033 w 1211090"/>
                <a:gd name="connsiteY18" fmla="*/ 77153 h 918210"/>
                <a:gd name="connsiteX19" fmla="*/ 405003 w 1211090"/>
                <a:gd name="connsiteY19" fmla="*/ 625793 h 918210"/>
                <a:gd name="connsiteX20" fmla="*/ 295465 w 1211090"/>
                <a:gd name="connsiteY20" fmla="*/ 504825 h 918210"/>
                <a:gd name="connsiteX21" fmla="*/ 404050 w 1211090"/>
                <a:gd name="connsiteY21" fmla="*/ 383858 h 918210"/>
                <a:gd name="connsiteX22" fmla="*/ 513588 w 1211090"/>
                <a:gd name="connsiteY22" fmla="*/ 504825 h 918210"/>
                <a:gd name="connsiteX23" fmla="*/ 405003 w 1211090"/>
                <a:gd name="connsiteY23" fmla="*/ 625793 h 918210"/>
                <a:gd name="connsiteX24" fmla="*/ 806958 w 1211090"/>
                <a:gd name="connsiteY24" fmla="*/ 625793 h 918210"/>
                <a:gd name="connsiteX25" fmla="*/ 698373 w 1211090"/>
                <a:gd name="connsiteY25" fmla="*/ 504825 h 918210"/>
                <a:gd name="connsiteX26" fmla="*/ 806958 w 1211090"/>
                <a:gd name="connsiteY26" fmla="*/ 383858 h 918210"/>
                <a:gd name="connsiteX27" fmla="*/ 915543 w 1211090"/>
                <a:gd name="connsiteY27" fmla="*/ 504825 h 918210"/>
                <a:gd name="connsiteX28" fmla="*/ 806958 w 1211090"/>
                <a:gd name="connsiteY28" fmla="*/ 625793 h 91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11090" h="918210">
                  <a:moveTo>
                    <a:pt x="1026033" y="77153"/>
                  </a:moveTo>
                  <a:cubicBezTo>
                    <a:pt x="946023" y="40005"/>
                    <a:pt x="862203" y="14288"/>
                    <a:pt x="776478" y="0"/>
                  </a:cubicBezTo>
                  <a:cubicBezTo>
                    <a:pt x="765048" y="20955"/>
                    <a:pt x="753618" y="42863"/>
                    <a:pt x="744093" y="64770"/>
                  </a:cubicBezTo>
                  <a:cubicBezTo>
                    <a:pt x="652653" y="50483"/>
                    <a:pt x="558355" y="50483"/>
                    <a:pt x="466915" y="64770"/>
                  </a:cubicBezTo>
                  <a:cubicBezTo>
                    <a:pt x="457390" y="42863"/>
                    <a:pt x="446913" y="20955"/>
                    <a:pt x="434530" y="0"/>
                  </a:cubicBezTo>
                  <a:cubicBezTo>
                    <a:pt x="347853" y="14288"/>
                    <a:pt x="264033" y="40958"/>
                    <a:pt x="184975" y="77153"/>
                  </a:cubicBezTo>
                  <a:cubicBezTo>
                    <a:pt x="26860" y="311468"/>
                    <a:pt x="-16002" y="539115"/>
                    <a:pt x="4953" y="763905"/>
                  </a:cubicBezTo>
                  <a:lnTo>
                    <a:pt x="4953" y="763905"/>
                  </a:lnTo>
                  <a:cubicBezTo>
                    <a:pt x="97345" y="832485"/>
                    <a:pt x="201168" y="883920"/>
                    <a:pt x="311658" y="918210"/>
                  </a:cubicBezTo>
                  <a:cubicBezTo>
                    <a:pt x="336423" y="884873"/>
                    <a:pt x="358330" y="849630"/>
                    <a:pt x="377380" y="812483"/>
                  </a:cubicBezTo>
                  <a:cubicBezTo>
                    <a:pt x="341185" y="799148"/>
                    <a:pt x="306895" y="782955"/>
                    <a:pt x="273558" y="762953"/>
                  </a:cubicBezTo>
                  <a:cubicBezTo>
                    <a:pt x="282130" y="756285"/>
                    <a:pt x="290703" y="750570"/>
                    <a:pt x="299275" y="743903"/>
                  </a:cubicBezTo>
                  <a:cubicBezTo>
                    <a:pt x="493585" y="835343"/>
                    <a:pt x="718375" y="835343"/>
                    <a:pt x="911733" y="743903"/>
                  </a:cubicBezTo>
                  <a:cubicBezTo>
                    <a:pt x="920305" y="750570"/>
                    <a:pt x="928878" y="757238"/>
                    <a:pt x="937450" y="762953"/>
                  </a:cubicBezTo>
                  <a:cubicBezTo>
                    <a:pt x="904113" y="782003"/>
                    <a:pt x="869823" y="799148"/>
                    <a:pt x="833628" y="812483"/>
                  </a:cubicBezTo>
                  <a:cubicBezTo>
                    <a:pt x="852678" y="849630"/>
                    <a:pt x="874585" y="884873"/>
                    <a:pt x="899350" y="918210"/>
                  </a:cubicBezTo>
                  <a:cubicBezTo>
                    <a:pt x="1009840" y="884873"/>
                    <a:pt x="1113663" y="832485"/>
                    <a:pt x="1206055" y="764858"/>
                  </a:cubicBezTo>
                  <a:lnTo>
                    <a:pt x="1206055" y="764858"/>
                  </a:lnTo>
                  <a:cubicBezTo>
                    <a:pt x="1230820" y="502920"/>
                    <a:pt x="1163193" y="277178"/>
                    <a:pt x="1026033" y="77153"/>
                  </a:cubicBezTo>
                  <a:close/>
                  <a:moveTo>
                    <a:pt x="405003" y="625793"/>
                  </a:moveTo>
                  <a:cubicBezTo>
                    <a:pt x="344995" y="625793"/>
                    <a:pt x="295465" y="571500"/>
                    <a:pt x="295465" y="504825"/>
                  </a:cubicBezTo>
                  <a:cubicBezTo>
                    <a:pt x="295465" y="438150"/>
                    <a:pt x="343090" y="383858"/>
                    <a:pt x="404050" y="383858"/>
                  </a:cubicBezTo>
                  <a:cubicBezTo>
                    <a:pt x="465010" y="383858"/>
                    <a:pt x="514540" y="438150"/>
                    <a:pt x="513588" y="504825"/>
                  </a:cubicBezTo>
                  <a:cubicBezTo>
                    <a:pt x="512635" y="571500"/>
                    <a:pt x="465010" y="625793"/>
                    <a:pt x="405003" y="625793"/>
                  </a:cubicBezTo>
                  <a:close/>
                  <a:moveTo>
                    <a:pt x="806958" y="625793"/>
                  </a:moveTo>
                  <a:cubicBezTo>
                    <a:pt x="746950" y="625793"/>
                    <a:pt x="698373" y="571500"/>
                    <a:pt x="698373" y="504825"/>
                  </a:cubicBezTo>
                  <a:cubicBezTo>
                    <a:pt x="698373" y="438150"/>
                    <a:pt x="745998" y="383858"/>
                    <a:pt x="806958" y="383858"/>
                  </a:cubicBezTo>
                  <a:cubicBezTo>
                    <a:pt x="867918" y="383858"/>
                    <a:pt x="916495" y="438150"/>
                    <a:pt x="915543" y="504825"/>
                  </a:cubicBezTo>
                  <a:cubicBezTo>
                    <a:pt x="914590" y="571500"/>
                    <a:pt x="867918" y="625793"/>
                    <a:pt x="806958" y="625793"/>
                  </a:cubicBezTo>
                  <a:close/>
                </a:path>
              </a:pathLst>
            </a:custGeom>
            <a:grpFill/>
            <a:ln w="9525" cap="flat">
              <a:noFill/>
              <a:prstDash val="solid"/>
              <a:miter/>
            </a:ln>
          </p:spPr>
          <p:txBody>
            <a:bodyPr rtlCol="0" anchor="ctr"/>
            <a:lstStyle/>
            <a:p>
              <a:endParaRPr lang="fr-FR"/>
            </a:p>
          </p:txBody>
        </p:sp>
      </p:grpSp>
      <p:sp>
        <p:nvSpPr>
          <p:cNvPr id="49" name="Ellipse 48">
            <a:extLst>
              <a:ext uri="{FF2B5EF4-FFF2-40B4-BE49-F238E27FC236}">
                <a16:creationId xmlns:a16="http://schemas.microsoft.com/office/drawing/2014/main" id="{142F02DC-8581-ACA8-525D-4EE6A9A4D688}"/>
              </a:ext>
            </a:extLst>
          </p:cNvPr>
          <p:cNvSpPr/>
          <p:nvPr userDrawn="1"/>
        </p:nvSpPr>
        <p:spPr>
          <a:xfrm>
            <a:off x="1199086" y="2970785"/>
            <a:ext cx="982090" cy="98209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Espace réservé pour une image  25">
            <a:extLst>
              <a:ext uri="{FF2B5EF4-FFF2-40B4-BE49-F238E27FC236}">
                <a16:creationId xmlns:a16="http://schemas.microsoft.com/office/drawing/2014/main" id="{9F0E3779-C187-72E0-A64C-8852035369AF}"/>
              </a:ext>
            </a:extLst>
          </p:cNvPr>
          <p:cNvSpPr>
            <a:spLocks noGrp="1"/>
          </p:cNvSpPr>
          <p:nvPr>
            <p:ph type="pic" sz="quarter" idx="18" hasCustomPrompt="1"/>
          </p:nvPr>
        </p:nvSpPr>
        <p:spPr>
          <a:xfrm>
            <a:off x="1265712" y="3037109"/>
            <a:ext cx="848838" cy="849444"/>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51" name="Espace réservé du texte 4">
            <a:extLst>
              <a:ext uri="{FF2B5EF4-FFF2-40B4-BE49-F238E27FC236}">
                <a16:creationId xmlns:a16="http://schemas.microsoft.com/office/drawing/2014/main" id="{0ED11694-F6BC-473B-AC26-DCF267ECBF63}"/>
              </a:ext>
            </a:extLst>
          </p:cNvPr>
          <p:cNvSpPr>
            <a:spLocks noGrp="1"/>
          </p:cNvSpPr>
          <p:nvPr>
            <p:ph type="body" sz="quarter" idx="19" hasCustomPrompt="1"/>
          </p:nvPr>
        </p:nvSpPr>
        <p:spPr>
          <a:xfrm>
            <a:off x="1211638" y="4086734"/>
            <a:ext cx="2769812" cy="276999"/>
          </a:xfrm>
        </p:spPr>
        <p:txBody>
          <a:bodyPr wrap="square" tIns="0" bIns="0">
            <a:spAutoFit/>
          </a:bodyPr>
          <a:lstStyle>
            <a:lvl1pPr marL="0" indent="0" algn="l">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a:t>First name LAST NAME</a:t>
            </a:r>
          </a:p>
        </p:txBody>
      </p:sp>
      <p:sp>
        <p:nvSpPr>
          <p:cNvPr id="52" name="Espace réservé du texte 4">
            <a:extLst>
              <a:ext uri="{FF2B5EF4-FFF2-40B4-BE49-F238E27FC236}">
                <a16:creationId xmlns:a16="http://schemas.microsoft.com/office/drawing/2014/main" id="{DDB90BA3-97F6-5E70-69A9-8D6D2AE207B6}"/>
              </a:ext>
            </a:extLst>
          </p:cNvPr>
          <p:cNvSpPr>
            <a:spLocks noGrp="1"/>
          </p:cNvSpPr>
          <p:nvPr>
            <p:ph type="body" sz="quarter" idx="20" hasCustomPrompt="1"/>
          </p:nvPr>
        </p:nvSpPr>
        <p:spPr>
          <a:xfrm>
            <a:off x="1211638" y="4374975"/>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Function</a:t>
            </a:r>
          </a:p>
        </p:txBody>
      </p:sp>
      <p:sp>
        <p:nvSpPr>
          <p:cNvPr id="55" name="Forme libre : forme 54">
            <a:extLst>
              <a:ext uri="{FF2B5EF4-FFF2-40B4-BE49-F238E27FC236}">
                <a16:creationId xmlns:a16="http://schemas.microsoft.com/office/drawing/2014/main" id="{B77E450D-379E-F4ED-9C46-32A167668519}"/>
              </a:ext>
            </a:extLst>
          </p:cNvPr>
          <p:cNvSpPr/>
          <p:nvPr userDrawn="1"/>
        </p:nvSpPr>
        <p:spPr>
          <a:xfrm>
            <a:off x="1219978" y="4912369"/>
            <a:ext cx="201628" cy="148543"/>
          </a:xfrm>
          <a:custGeom>
            <a:avLst/>
            <a:gdLst>
              <a:gd name="connsiteX0" fmla="*/ 0 w 4130650"/>
              <a:gd name="connsiteY0" fmla="*/ 858316 h 3043122"/>
              <a:gd name="connsiteX1" fmla="*/ 1940966 w 4130650"/>
              <a:gd name="connsiteY1" fmla="*/ 2043378 h 3043122"/>
              <a:gd name="connsiteX2" fmla="*/ 2062887 w 4130650"/>
              <a:gd name="connsiteY2" fmla="*/ 2077516 h 3043122"/>
              <a:gd name="connsiteX3" fmla="*/ 2184807 w 4130650"/>
              <a:gd name="connsiteY3" fmla="*/ 2043378 h 3043122"/>
              <a:gd name="connsiteX4" fmla="*/ 4130650 w 4130650"/>
              <a:gd name="connsiteY4" fmla="*/ 858316 h 3043122"/>
              <a:gd name="connsiteX5" fmla="*/ 4130650 w 4130650"/>
              <a:gd name="connsiteY5" fmla="*/ 2433522 h 3043122"/>
              <a:gd name="connsiteX6" fmla="*/ 3521050 w 4130650"/>
              <a:gd name="connsiteY6" fmla="*/ 3043122 h 3043122"/>
              <a:gd name="connsiteX7" fmla="*/ 609600 w 4130650"/>
              <a:gd name="connsiteY7" fmla="*/ 3043122 h 3043122"/>
              <a:gd name="connsiteX8" fmla="*/ 0 w 4130650"/>
              <a:gd name="connsiteY8" fmla="*/ 2433522 h 3043122"/>
              <a:gd name="connsiteX9" fmla="*/ 609600 w 4130650"/>
              <a:gd name="connsiteY9" fmla="*/ 0 h 3043122"/>
              <a:gd name="connsiteX10" fmla="*/ 3521050 w 4130650"/>
              <a:gd name="connsiteY10" fmla="*/ 0 h 3043122"/>
              <a:gd name="connsiteX11" fmla="*/ 4111142 w 4130650"/>
              <a:gd name="connsiteY11" fmla="*/ 477926 h 3043122"/>
              <a:gd name="connsiteX12" fmla="*/ 2067763 w 4130650"/>
              <a:gd name="connsiteY12" fmla="*/ 1726387 h 3043122"/>
              <a:gd name="connsiteX13" fmla="*/ 19507 w 4130650"/>
              <a:gd name="connsiteY13" fmla="*/ 477926 h 3043122"/>
              <a:gd name="connsiteX14" fmla="*/ 609600 w 4130650"/>
              <a:gd name="connsiteY14" fmla="*/ 0 h 304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30650" h="3043122">
                <a:moveTo>
                  <a:pt x="0" y="858316"/>
                </a:moveTo>
                <a:lnTo>
                  <a:pt x="1940966" y="2043378"/>
                </a:lnTo>
                <a:cubicBezTo>
                  <a:pt x="1979981" y="2067762"/>
                  <a:pt x="2023872" y="2077516"/>
                  <a:pt x="2062887" y="2077516"/>
                </a:cubicBezTo>
                <a:cubicBezTo>
                  <a:pt x="2101901" y="2077516"/>
                  <a:pt x="2145792" y="2067762"/>
                  <a:pt x="2184807" y="2043378"/>
                </a:cubicBezTo>
                <a:lnTo>
                  <a:pt x="4130650" y="858316"/>
                </a:lnTo>
                <a:lnTo>
                  <a:pt x="4130650" y="2433522"/>
                </a:lnTo>
                <a:cubicBezTo>
                  <a:pt x="4130650" y="2770022"/>
                  <a:pt x="3857549" y="3043122"/>
                  <a:pt x="3521050" y="3043122"/>
                </a:cubicBezTo>
                <a:lnTo>
                  <a:pt x="609600" y="3043122"/>
                </a:lnTo>
                <a:cubicBezTo>
                  <a:pt x="273101" y="3043122"/>
                  <a:pt x="0" y="2770022"/>
                  <a:pt x="0" y="2433522"/>
                </a:cubicBezTo>
                <a:close/>
                <a:moveTo>
                  <a:pt x="609600" y="0"/>
                </a:moveTo>
                <a:lnTo>
                  <a:pt x="3521050" y="0"/>
                </a:lnTo>
                <a:cubicBezTo>
                  <a:pt x="3808781" y="0"/>
                  <a:pt x="4052621" y="204826"/>
                  <a:pt x="4111142" y="477926"/>
                </a:cubicBezTo>
                <a:lnTo>
                  <a:pt x="2067763" y="1726387"/>
                </a:lnTo>
                <a:lnTo>
                  <a:pt x="19507" y="477926"/>
                </a:lnTo>
                <a:cubicBezTo>
                  <a:pt x="78029" y="204826"/>
                  <a:pt x="321869" y="0"/>
                  <a:pt x="609600" y="0"/>
                </a:cubicBezTo>
                <a:close/>
              </a:path>
            </a:pathLst>
          </a:custGeom>
          <a:solidFill>
            <a:schemeClr val="bg1"/>
          </a:solidFill>
          <a:ln w="9525" cap="flat">
            <a:noFill/>
            <a:prstDash val="solid"/>
            <a:miter/>
          </a:ln>
        </p:spPr>
        <p:txBody>
          <a:bodyPr rtlCol="0" anchor="ctr"/>
          <a:lstStyle/>
          <a:p>
            <a:endParaRPr lang="fr-FR"/>
          </a:p>
        </p:txBody>
      </p:sp>
      <p:sp>
        <p:nvSpPr>
          <p:cNvPr id="56" name="Graphique 31">
            <a:extLst>
              <a:ext uri="{FF2B5EF4-FFF2-40B4-BE49-F238E27FC236}">
                <a16:creationId xmlns:a16="http://schemas.microsoft.com/office/drawing/2014/main" id="{3C7308E4-98B5-029A-8483-C5DE0D0CEC45}"/>
              </a:ext>
            </a:extLst>
          </p:cNvPr>
          <p:cNvSpPr/>
          <p:nvPr userDrawn="1"/>
        </p:nvSpPr>
        <p:spPr>
          <a:xfrm>
            <a:off x="1239799" y="5216312"/>
            <a:ext cx="153232" cy="243162"/>
          </a:xfrm>
          <a:custGeom>
            <a:avLst/>
            <a:gdLst>
              <a:gd name="connsiteX0" fmla="*/ 2221230 w 2324100"/>
              <a:gd name="connsiteY0" fmla="*/ 103251 h 3688080"/>
              <a:gd name="connsiteX1" fmla="*/ 2221230 w 2324100"/>
              <a:gd name="connsiteY1" fmla="*/ 102870 h 3688080"/>
              <a:gd name="connsiteX2" fmla="*/ 1973961 w 2324100"/>
              <a:gd name="connsiteY2" fmla="*/ 0 h 3688080"/>
              <a:gd name="connsiteX3" fmla="*/ 349758 w 2324100"/>
              <a:gd name="connsiteY3" fmla="*/ 0 h 3688080"/>
              <a:gd name="connsiteX4" fmla="*/ 0 w 2324100"/>
              <a:gd name="connsiteY4" fmla="*/ 349758 h 3688080"/>
              <a:gd name="connsiteX5" fmla="*/ 0 w 2324100"/>
              <a:gd name="connsiteY5" fmla="*/ 3337941 h 3688080"/>
              <a:gd name="connsiteX6" fmla="*/ 102870 w 2324100"/>
              <a:gd name="connsiteY6" fmla="*/ 3585210 h 3688080"/>
              <a:gd name="connsiteX7" fmla="*/ 349758 w 2324100"/>
              <a:gd name="connsiteY7" fmla="*/ 3688080 h 3688080"/>
              <a:gd name="connsiteX8" fmla="*/ 1974342 w 2324100"/>
              <a:gd name="connsiteY8" fmla="*/ 3688080 h 3688080"/>
              <a:gd name="connsiteX9" fmla="*/ 2221230 w 2324100"/>
              <a:gd name="connsiteY9" fmla="*/ 3585210 h 3688080"/>
              <a:gd name="connsiteX10" fmla="*/ 2324100 w 2324100"/>
              <a:gd name="connsiteY10" fmla="*/ 3338322 h 3688080"/>
              <a:gd name="connsiteX11" fmla="*/ 2324100 w 2324100"/>
              <a:gd name="connsiteY11" fmla="*/ 350139 h 3688080"/>
              <a:gd name="connsiteX12" fmla="*/ 2221230 w 2324100"/>
              <a:gd name="connsiteY12" fmla="*/ 103251 h 3688080"/>
              <a:gd name="connsiteX13" fmla="*/ 1162050 w 2324100"/>
              <a:gd name="connsiteY13" fmla="*/ 3450717 h 3688080"/>
              <a:gd name="connsiteX14" fmla="*/ 1162050 w 2324100"/>
              <a:gd name="connsiteY14" fmla="*/ 3450717 h 3688080"/>
              <a:gd name="connsiteX15" fmla="*/ 1067562 w 2324100"/>
              <a:gd name="connsiteY15" fmla="*/ 3356229 h 3688080"/>
              <a:gd name="connsiteX16" fmla="*/ 1162050 w 2324100"/>
              <a:gd name="connsiteY16" fmla="*/ 3261741 h 3688080"/>
              <a:gd name="connsiteX17" fmla="*/ 1256538 w 2324100"/>
              <a:gd name="connsiteY17" fmla="*/ 3356229 h 3688080"/>
              <a:gd name="connsiteX18" fmla="*/ 1162050 w 2324100"/>
              <a:gd name="connsiteY18" fmla="*/ 3450717 h 3688080"/>
              <a:gd name="connsiteX19" fmla="*/ 2046351 w 2324100"/>
              <a:gd name="connsiteY19" fmla="*/ 2857500 h 3688080"/>
              <a:gd name="connsiteX20" fmla="*/ 1817751 w 2324100"/>
              <a:gd name="connsiteY20" fmla="*/ 3086100 h 3688080"/>
              <a:gd name="connsiteX21" fmla="*/ 505968 w 2324100"/>
              <a:gd name="connsiteY21" fmla="*/ 3086100 h 3688080"/>
              <a:gd name="connsiteX22" fmla="*/ 277368 w 2324100"/>
              <a:gd name="connsiteY22" fmla="*/ 2857500 h 3688080"/>
              <a:gd name="connsiteX23" fmla="*/ 277368 w 2324100"/>
              <a:gd name="connsiteY23" fmla="*/ 630555 h 3688080"/>
              <a:gd name="connsiteX24" fmla="*/ 505968 w 2324100"/>
              <a:gd name="connsiteY24" fmla="*/ 401955 h 3688080"/>
              <a:gd name="connsiteX25" fmla="*/ 1818132 w 2324100"/>
              <a:gd name="connsiteY25" fmla="*/ 401955 h 3688080"/>
              <a:gd name="connsiteX26" fmla="*/ 2046732 w 2324100"/>
              <a:gd name="connsiteY26" fmla="*/ 630555 h 3688080"/>
              <a:gd name="connsiteX27" fmla="*/ 2046351 w 2324100"/>
              <a:gd name="connsiteY27" fmla="*/ 2857500 h 3688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324100" h="3688080">
                <a:moveTo>
                  <a:pt x="2221230" y="103251"/>
                </a:moveTo>
                <a:lnTo>
                  <a:pt x="2221230" y="102870"/>
                </a:lnTo>
                <a:cubicBezTo>
                  <a:pt x="2155765" y="37062"/>
                  <a:pt x="2066782" y="38"/>
                  <a:pt x="1973961" y="0"/>
                </a:cubicBezTo>
                <a:lnTo>
                  <a:pt x="349758" y="0"/>
                </a:lnTo>
                <a:cubicBezTo>
                  <a:pt x="156848" y="629"/>
                  <a:pt x="629" y="156848"/>
                  <a:pt x="0" y="349758"/>
                </a:cubicBezTo>
                <a:lnTo>
                  <a:pt x="0" y="3337941"/>
                </a:lnTo>
                <a:cubicBezTo>
                  <a:pt x="38" y="3430762"/>
                  <a:pt x="37062" y="3519745"/>
                  <a:pt x="102870" y="3585210"/>
                </a:cubicBezTo>
                <a:cubicBezTo>
                  <a:pt x="168240" y="3650923"/>
                  <a:pt x="257070" y="3687937"/>
                  <a:pt x="349758" y="3688080"/>
                </a:cubicBezTo>
                <a:lnTo>
                  <a:pt x="1974342" y="3688080"/>
                </a:lnTo>
                <a:cubicBezTo>
                  <a:pt x="2067030" y="3687937"/>
                  <a:pt x="2155860" y="3650923"/>
                  <a:pt x="2221230" y="3585210"/>
                </a:cubicBezTo>
                <a:cubicBezTo>
                  <a:pt x="2286943" y="3519840"/>
                  <a:pt x="2323957" y="3431010"/>
                  <a:pt x="2324100" y="3338322"/>
                </a:cubicBezTo>
                <a:lnTo>
                  <a:pt x="2324100" y="350139"/>
                </a:lnTo>
                <a:cubicBezTo>
                  <a:pt x="2323957" y="257451"/>
                  <a:pt x="2286943" y="168621"/>
                  <a:pt x="2221230" y="103251"/>
                </a:cubicBezTo>
                <a:close/>
                <a:moveTo>
                  <a:pt x="1162050" y="3450717"/>
                </a:moveTo>
                <a:lnTo>
                  <a:pt x="1162050" y="3450717"/>
                </a:lnTo>
                <a:cubicBezTo>
                  <a:pt x="1109863" y="3450717"/>
                  <a:pt x="1067562" y="3408416"/>
                  <a:pt x="1067562" y="3356229"/>
                </a:cubicBezTo>
                <a:cubicBezTo>
                  <a:pt x="1067562" y="3304042"/>
                  <a:pt x="1109863" y="3261741"/>
                  <a:pt x="1162050" y="3261741"/>
                </a:cubicBezTo>
                <a:cubicBezTo>
                  <a:pt x="1214238" y="3261741"/>
                  <a:pt x="1256538" y="3304042"/>
                  <a:pt x="1256538" y="3356229"/>
                </a:cubicBezTo>
                <a:cubicBezTo>
                  <a:pt x="1256538" y="3408416"/>
                  <a:pt x="1214238" y="3450717"/>
                  <a:pt x="1162050" y="3450717"/>
                </a:cubicBezTo>
                <a:close/>
                <a:moveTo>
                  <a:pt x="2046351" y="2857500"/>
                </a:moveTo>
                <a:cubicBezTo>
                  <a:pt x="2046351" y="2983754"/>
                  <a:pt x="1944005" y="3086100"/>
                  <a:pt x="1817751" y="3086100"/>
                </a:cubicBezTo>
                <a:lnTo>
                  <a:pt x="505968" y="3086100"/>
                </a:lnTo>
                <a:cubicBezTo>
                  <a:pt x="379714" y="3086100"/>
                  <a:pt x="277368" y="2983754"/>
                  <a:pt x="277368" y="2857500"/>
                </a:cubicBezTo>
                <a:lnTo>
                  <a:pt x="277368" y="630555"/>
                </a:lnTo>
                <a:cubicBezTo>
                  <a:pt x="277368" y="504301"/>
                  <a:pt x="379714" y="401955"/>
                  <a:pt x="505968" y="401955"/>
                </a:cubicBezTo>
                <a:lnTo>
                  <a:pt x="1818132" y="401955"/>
                </a:lnTo>
                <a:cubicBezTo>
                  <a:pt x="1944386" y="401955"/>
                  <a:pt x="2046732" y="504301"/>
                  <a:pt x="2046732" y="630555"/>
                </a:cubicBezTo>
                <a:lnTo>
                  <a:pt x="2046351" y="2857500"/>
                </a:lnTo>
                <a:close/>
              </a:path>
            </a:pathLst>
          </a:custGeom>
          <a:solidFill>
            <a:schemeClr val="bg1"/>
          </a:solidFill>
          <a:ln w="9525" cap="flat">
            <a:noFill/>
            <a:prstDash val="solid"/>
            <a:miter/>
          </a:ln>
        </p:spPr>
        <p:txBody>
          <a:bodyPr rtlCol="0" anchor="ctr"/>
          <a:lstStyle/>
          <a:p>
            <a:endParaRPr lang="fr-FR"/>
          </a:p>
        </p:txBody>
      </p:sp>
      <p:cxnSp>
        <p:nvCxnSpPr>
          <p:cNvPr id="57" name="Connecteur droit 56">
            <a:extLst>
              <a:ext uri="{FF2B5EF4-FFF2-40B4-BE49-F238E27FC236}">
                <a16:creationId xmlns:a16="http://schemas.microsoft.com/office/drawing/2014/main" id="{F4D47A22-04D5-1C2E-311A-D6B4652796B1}"/>
              </a:ext>
            </a:extLst>
          </p:cNvPr>
          <p:cNvCxnSpPr/>
          <p:nvPr userDrawn="1"/>
        </p:nvCxnSpPr>
        <p:spPr>
          <a:xfrm>
            <a:off x="1202939" y="4706672"/>
            <a:ext cx="2253939"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64" name="Espace réservé du texte 4">
            <a:extLst>
              <a:ext uri="{FF2B5EF4-FFF2-40B4-BE49-F238E27FC236}">
                <a16:creationId xmlns:a16="http://schemas.microsoft.com/office/drawing/2014/main" id="{5B72CB9D-1D06-3AF5-2452-937725F5C5D8}"/>
              </a:ext>
            </a:extLst>
          </p:cNvPr>
          <p:cNvSpPr>
            <a:spLocks noGrp="1"/>
          </p:cNvSpPr>
          <p:nvPr>
            <p:ph type="body" sz="quarter" idx="21" hasCustomPrompt="1"/>
          </p:nvPr>
        </p:nvSpPr>
        <p:spPr>
          <a:xfrm>
            <a:off x="1537017" y="490060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firstname.lastname@ovh.com</a:t>
            </a:r>
          </a:p>
        </p:txBody>
      </p:sp>
      <p:sp>
        <p:nvSpPr>
          <p:cNvPr id="66" name="Espace réservé du texte 4">
            <a:extLst>
              <a:ext uri="{FF2B5EF4-FFF2-40B4-BE49-F238E27FC236}">
                <a16:creationId xmlns:a16="http://schemas.microsoft.com/office/drawing/2014/main" id="{3D6B6F01-9BC9-688B-3C6C-78D6D4D4DEE5}"/>
              </a:ext>
            </a:extLst>
          </p:cNvPr>
          <p:cNvSpPr>
            <a:spLocks noGrp="1"/>
          </p:cNvSpPr>
          <p:nvPr>
            <p:ph type="body" sz="quarter" idx="22" hasCustomPrompt="1"/>
          </p:nvPr>
        </p:nvSpPr>
        <p:spPr>
          <a:xfrm>
            <a:off x="1537017" y="525874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+33 0 00 00 00 00 </a:t>
            </a:r>
          </a:p>
        </p:txBody>
      </p:sp>
      <p:sp>
        <p:nvSpPr>
          <p:cNvPr id="67" name="Ellipse 66">
            <a:extLst>
              <a:ext uri="{FF2B5EF4-FFF2-40B4-BE49-F238E27FC236}">
                <a16:creationId xmlns:a16="http://schemas.microsoft.com/office/drawing/2014/main" id="{D85B92DE-492D-55C6-1569-F27849AAE188}"/>
              </a:ext>
            </a:extLst>
          </p:cNvPr>
          <p:cNvSpPr/>
          <p:nvPr userDrawn="1"/>
        </p:nvSpPr>
        <p:spPr>
          <a:xfrm>
            <a:off x="7103555" y="2970785"/>
            <a:ext cx="982090" cy="98209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Espace réservé pour une image  25">
            <a:extLst>
              <a:ext uri="{FF2B5EF4-FFF2-40B4-BE49-F238E27FC236}">
                <a16:creationId xmlns:a16="http://schemas.microsoft.com/office/drawing/2014/main" id="{4ED98ABE-0480-B7AA-2D00-56C053F72A3C}"/>
              </a:ext>
            </a:extLst>
          </p:cNvPr>
          <p:cNvSpPr>
            <a:spLocks noGrp="1"/>
          </p:cNvSpPr>
          <p:nvPr>
            <p:ph type="pic" sz="quarter" idx="23" hasCustomPrompt="1"/>
          </p:nvPr>
        </p:nvSpPr>
        <p:spPr>
          <a:xfrm>
            <a:off x="7170181" y="3037109"/>
            <a:ext cx="848838" cy="849444"/>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69" name="Espace réservé du texte 4">
            <a:extLst>
              <a:ext uri="{FF2B5EF4-FFF2-40B4-BE49-F238E27FC236}">
                <a16:creationId xmlns:a16="http://schemas.microsoft.com/office/drawing/2014/main" id="{4F19D2CB-E739-4DC0-F53D-B59A12A7CC61}"/>
              </a:ext>
            </a:extLst>
          </p:cNvPr>
          <p:cNvSpPr>
            <a:spLocks noGrp="1"/>
          </p:cNvSpPr>
          <p:nvPr>
            <p:ph type="body" sz="quarter" idx="24" hasCustomPrompt="1"/>
          </p:nvPr>
        </p:nvSpPr>
        <p:spPr>
          <a:xfrm>
            <a:off x="7116107" y="4086734"/>
            <a:ext cx="2769812" cy="276999"/>
          </a:xfrm>
        </p:spPr>
        <p:txBody>
          <a:bodyPr wrap="square" tIns="0" bIns="0">
            <a:spAutoFit/>
          </a:bodyPr>
          <a:lstStyle>
            <a:lvl1pPr marL="0" indent="0" algn="l">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a:t>First name LAST NAME</a:t>
            </a:r>
          </a:p>
        </p:txBody>
      </p:sp>
      <p:sp>
        <p:nvSpPr>
          <p:cNvPr id="70" name="Espace réservé du texte 4">
            <a:extLst>
              <a:ext uri="{FF2B5EF4-FFF2-40B4-BE49-F238E27FC236}">
                <a16:creationId xmlns:a16="http://schemas.microsoft.com/office/drawing/2014/main" id="{DD3A838C-944E-2F3A-C03F-00DF5D29D716}"/>
              </a:ext>
            </a:extLst>
          </p:cNvPr>
          <p:cNvSpPr>
            <a:spLocks noGrp="1"/>
          </p:cNvSpPr>
          <p:nvPr>
            <p:ph type="body" sz="quarter" idx="25" hasCustomPrompt="1"/>
          </p:nvPr>
        </p:nvSpPr>
        <p:spPr>
          <a:xfrm>
            <a:off x="7116107" y="4374975"/>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Function</a:t>
            </a:r>
          </a:p>
        </p:txBody>
      </p:sp>
      <p:sp>
        <p:nvSpPr>
          <p:cNvPr id="71" name="Forme libre : forme 70">
            <a:extLst>
              <a:ext uri="{FF2B5EF4-FFF2-40B4-BE49-F238E27FC236}">
                <a16:creationId xmlns:a16="http://schemas.microsoft.com/office/drawing/2014/main" id="{D6C48040-191E-824B-032F-618E53955D08}"/>
              </a:ext>
            </a:extLst>
          </p:cNvPr>
          <p:cNvSpPr/>
          <p:nvPr userDrawn="1"/>
        </p:nvSpPr>
        <p:spPr>
          <a:xfrm>
            <a:off x="7124447" y="4912369"/>
            <a:ext cx="201628" cy="148543"/>
          </a:xfrm>
          <a:custGeom>
            <a:avLst/>
            <a:gdLst>
              <a:gd name="connsiteX0" fmla="*/ 0 w 4130650"/>
              <a:gd name="connsiteY0" fmla="*/ 858316 h 3043122"/>
              <a:gd name="connsiteX1" fmla="*/ 1940966 w 4130650"/>
              <a:gd name="connsiteY1" fmla="*/ 2043378 h 3043122"/>
              <a:gd name="connsiteX2" fmla="*/ 2062887 w 4130650"/>
              <a:gd name="connsiteY2" fmla="*/ 2077516 h 3043122"/>
              <a:gd name="connsiteX3" fmla="*/ 2184807 w 4130650"/>
              <a:gd name="connsiteY3" fmla="*/ 2043378 h 3043122"/>
              <a:gd name="connsiteX4" fmla="*/ 4130650 w 4130650"/>
              <a:gd name="connsiteY4" fmla="*/ 858316 h 3043122"/>
              <a:gd name="connsiteX5" fmla="*/ 4130650 w 4130650"/>
              <a:gd name="connsiteY5" fmla="*/ 2433522 h 3043122"/>
              <a:gd name="connsiteX6" fmla="*/ 3521050 w 4130650"/>
              <a:gd name="connsiteY6" fmla="*/ 3043122 h 3043122"/>
              <a:gd name="connsiteX7" fmla="*/ 609600 w 4130650"/>
              <a:gd name="connsiteY7" fmla="*/ 3043122 h 3043122"/>
              <a:gd name="connsiteX8" fmla="*/ 0 w 4130650"/>
              <a:gd name="connsiteY8" fmla="*/ 2433522 h 3043122"/>
              <a:gd name="connsiteX9" fmla="*/ 609600 w 4130650"/>
              <a:gd name="connsiteY9" fmla="*/ 0 h 3043122"/>
              <a:gd name="connsiteX10" fmla="*/ 3521050 w 4130650"/>
              <a:gd name="connsiteY10" fmla="*/ 0 h 3043122"/>
              <a:gd name="connsiteX11" fmla="*/ 4111142 w 4130650"/>
              <a:gd name="connsiteY11" fmla="*/ 477926 h 3043122"/>
              <a:gd name="connsiteX12" fmla="*/ 2067763 w 4130650"/>
              <a:gd name="connsiteY12" fmla="*/ 1726387 h 3043122"/>
              <a:gd name="connsiteX13" fmla="*/ 19507 w 4130650"/>
              <a:gd name="connsiteY13" fmla="*/ 477926 h 3043122"/>
              <a:gd name="connsiteX14" fmla="*/ 609600 w 4130650"/>
              <a:gd name="connsiteY14" fmla="*/ 0 h 304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30650" h="3043122">
                <a:moveTo>
                  <a:pt x="0" y="858316"/>
                </a:moveTo>
                <a:lnTo>
                  <a:pt x="1940966" y="2043378"/>
                </a:lnTo>
                <a:cubicBezTo>
                  <a:pt x="1979981" y="2067762"/>
                  <a:pt x="2023872" y="2077516"/>
                  <a:pt x="2062887" y="2077516"/>
                </a:cubicBezTo>
                <a:cubicBezTo>
                  <a:pt x="2101901" y="2077516"/>
                  <a:pt x="2145792" y="2067762"/>
                  <a:pt x="2184807" y="2043378"/>
                </a:cubicBezTo>
                <a:lnTo>
                  <a:pt x="4130650" y="858316"/>
                </a:lnTo>
                <a:lnTo>
                  <a:pt x="4130650" y="2433522"/>
                </a:lnTo>
                <a:cubicBezTo>
                  <a:pt x="4130650" y="2770022"/>
                  <a:pt x="3857549" y="3043122"/>
                  <a:pt x="3521050" y="3043122"/>
                </a:cubicBezTo>
                <a:lnTo>
                  <a:pt x="609600" y="3043122"/>
                </a:lnTo>
                <a:cubicBezTo>
                  <a:pt x="273101" y="3043122"/>
                  <a:pt x="0" y="2770022"/>
                  <a:pt x="0" y="2433522"/>
                </a:cubicBezTo>
                <a:close/>
                <a:moveTo>
                  <a:pt x="609600" y="0"/>
                </a:moveTo>
                <a:lnTo>
                  <a:pt x="3521050" y="0"/>
                </a:lnTo>
                <a:cubicBezTo>
                  <a:pt x="3808781" y="0"/>
                  <a:pt x="4052621" y="204826"/>
                  <a:pt x="4111142" y="477926"/>
                </a:cubicBezTo>
                <a:lnTo>
                  <a:pt x="2067763" y="1726387"/>
                </a:lnTo>
                <a:lnTo>
                  <a:pt x="19507" y="477926"/>
                </a:lnTo>
                <a:cubicBezTo>
                  <a:pt x="78029" y="204826"/>
                  <a:pt x="321869" y="0"/>
                  <a:pt x="609600" y="0"/>
                </a:cubicBezTo>
                <a:close/>
              </a:path>
            </a:pathLst>
          </a:custGeom>
          <a:solidFill>
            <a:schemeClr val="bg1"/>
          </a:solidFill>
          <a:ln w="9525" cap="flat">
            <a:noFill/>
            <a:prstDash val="solid"/>
            <a:miter/>
          </a:ln>
        </p:spPr>
        <p:txBody>
          <a:bodyPr rtlCol="0" anchor="ctr"/>
          <a:lstStyle/>
          <a:p>
            <a:endParaRPr lang="fr-FR"/>
          </a:p>
        </p:txBody>
      </p:sp>
      <p:sp>
        <p:nvSpPr>
          <p:cNvPr id="72" name="Graphique 31">
            <a:extLst>
              <a:ext uri="{FF2B5EF4-FFF2-40B4-BE49-F238E27FC236}">
                <a16:creationId xmlns:a16="http://schemas.microsoft.com/office/drawing/2014/main" id="{AC315812-283F-7CC2-10D4-CB1F44D6587E}"/>
              </a:ext>
            </a:extLst>
          </p:cNvPr>
          <p:cNvSpPr/>
          <p:nvPr userDrawn="1"/>
        </p:nvSpPr>
        <p:spPr>
          <a:xfrm>
            <a:off x="7144268" y="5216312"/>
            <a:ext cx="153232" cy="243162"/>
          </a:xfrm>
          <a:custGeom>
            <a:avLst/>
            <a:gdLst>
              <a:gd name="connsiteX0" fmla="*/ 2221230 w 2324100"/>
              <a:gd name="connsiteY0" fmla="*/ 103251 h 3688080"/>
              <a:gd name="connsiteX1" fmla="*/ 2221230 w 2324100"/>
              <a:gd name="connsiteY1" fmla="*/ 102870 h 3688080"/>
              <a:gd name="connsiteX2" fmla="*/ 1973961 w 2324100"/>
              <a:gd name="connsiteY2" fmla="*/ 0 h 3688080"/>
              <a:gd name="connsiteX3" fmla="*/ 349758 w 2324100"/>
              <a:gd name="connsiteY3" fmla="*/ 0 h 3688080"/>
              <a:gd name="connsiteX4" fmla="*/ 0 w 2324100"/>
              <a:gd name="connsiteY4" fmla="*/ 349758 h 3688080"/>
              <a:gd name="connsiteX5" fmla="*/ 0 w 2324100"/>
              <a:gd name="connsiteY5" fmla="*/ 3337941 h 3688080"/>
              <a:gd name="connsiteX6" fmla="*/ 102870 w 2324100"/>
              <a:gd name="connsiteY6" fmla="*/ 3585210 h 3688080"/>
              <a:gd name="connsiteX7" fmla="*/ 349758 w 2324100"/>
              <a:gd name="connsiteY7" fmla="*/ 3688080 h 3688080"/>
              <a:gd name="connsiteX8" fmla="*/ 1974342 w 2324100"/>
              <a:gd name="connsiteY8" fmla="*/ 3688080 h 3688080"/>
              <a:gd name="connsiteX9" fmla="*/ 2221230 w 2324100"/>
              <a:gd name="connsiteY9" fmla="*/ 3585210 h 3688080"/>
              <a:gd name="connsiteX10" fmla="*/ 2324100 w 2324100"/>
              <a:gd name="connsiteY10" fmla="*/ 3338322 h 3688080"/>
              <a:gd name="connsiteX11" fmla="*/ 2324100 w 2324100"/>
              <a:gd name="connsiteY11" fmla="*/ 350139 h 3688080"/>
              <a:gd name="connsiteX12" fmla="*/ 2221230 w 2324100"/>
              <a:gd name="connsiteY12" fmla="*/ 103251 h 3688080"/>
              <a:gd name="connsiteX13" fmla="*/ 1162050 w 2324100"/>
              <a:gd name="connsiteY13" fmla="*/ 3450717 h 3688080"/>
              <a:gd name="connsiteX14" fmla="*/ 1162050 w 2324100"/>
              <a:gd name="connsiteY14" fmla="*/ 3450717 h 3688080"/>
              <a:gd name="connsiteX15" fmla="*/ 1067562 w 2324100"/>
              <a:gd name="connsiteY15" fmla="*/ 3356229 h 3688080"/>
              <a:gd name="connsiteX16" fmla="*/ 1162050 w 2324100"/>
              <a:gd name="connsiteY16" fmla="*/ 3261741 h 3688080"/>
              <a:gd name="connsiteX17" fmla="*/ 1256538 w 2324100"/>
              <a:gd name="connsiteY17" fmla="*/ 3356229 h 3688080"/>
              <a:gd name="connsiteX18" fmla="*/ 1162050 w 2324100"/>
              <a:gd name="connsiteY18" fmla="*/ 3450717 h 3688080"/>
              <a:gd name="connsiteX19" fmla="*/ 2046351 w 2324100"/>
              <a:gd name="connsiteY19" fmla="*/ 2857500 h 3688080"/>
              <a:gd name="connsiteX20" fmla="*/ 1817751 w 2324100"/>
              <a:gd name="connsiteY20" fmla="*/ 3086100 h 3688080"/>
              <a:gd name="connsiteX21" fmla="*/ 505968 w 2324100"/>
              <a:gd name="connsiteY21" fmla="*/ 3086100 h 3688080"/>
              <a:gd name="connsiteX22" fmla="*/ 277368 w 2324100"/>
              <a:gd name="connsiteY22" fmla="*/ 2857500 h 3688080"/>
              <a:gd name="connsiteX23" fmla="*/ 277368 w 2324100"/>
              <a:gd name="connsiteY23" fmla="*/ 630555 h 3688080"/>
              <a:gd name="connsiteX24" fmla="*/ 505968 w 2324100"/>
              <a:gd name="connsiteY24" fmla="*/ 401955 h 3688080"/>
              <a:gd name="connsiteX25" fmla="*/ 1818132 w 2324100"/>
              <a:gd name="connsiteY25" fmla="*/ 401955 h 3688080"/>
              <a:gd name="connsiteX26" fmla="*/ 2046732 w 2324100"/>
              <a:gd name="connsiteY26" fmla="*/ 630555 h 3688080"/>
              <a:gd name="connsiteX27" fmla="*/ 2046351 w 2324100"/>
              <a:gd name="connsiteY27" fmla="*/ 2857500 h 3688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324100" h="3688080">
                <a:moveTo>
                  <a:pt x="2221230" y="103251"/>
                </a:moveTo>
                <a:lnTo>
                  <a:pt x="2221230" y="102870"/>
                </a:lnTo>
                <a:cubicBezTo>
                  <a:pt x="2155765" y="37062"/>
                  <a:pt x="2066782" y="38"/>
                  <a:pt x="1973961" y="0"/>
                </a:cubicBezTo>
                <a:lnTo>
                  <a:pt x="349758" y="0"/>
                </a:lnTo>
                <a:cubicBezTo>
                  <a:pt x="156848" y="629"/>
                  <a:pt x="629" y="156848"/>
                  <a:pt x="0" y="349758"/>
                </a:cubicBezTo>
                <a:lnTo>
                  <a:pt x="0" y="3337941"/>
                </a:lnTo>
                <a:cubicBezTo>
                  <a:pt x="38" y="3430762"/>
                  <a:pt x="37062" y="3519745"/>
                  <a:pt x="102870" y="3585210"/>
                </a:cubicBezTo>
                <a:cubicBezTo>
                  <a:pt x="168240" y="3650923"/>
                  <a:pt x="257070" y="3687937"/>
                  <a:pt x="349758" y="3688080"/>
                </a:cubicBezTo>
                <a:lnTo>
                  <a:pt x="1974342" y="3688080"/>
                </a:lnTo>
                <a:cubicBezTo>
                  <a:pt x="2067030" y="3687937"/>
                  <a:pt x="2155860" y="3650923"/>
                  <a:pt x="2221230" y="3585210"/>
                </a:cubicBezTo>
                <a:cubicBezTo>
                  <a:pt x="2286943" y="3519840"/>
                  <a:pt x="2323957" y="3431010"/>
                  <a:pt x="2324100" y="3338322"/>
                </a:cubicBezTo>
                <a:lnTo>
                  <a:pt x="2324100" y="350139"/>
                </a:lnTo>
                <a:cubicBezTo>
                  <a:pt x="2323957" y="257451"/>
                  <a:pt x="2286943" y="168621"/>
                  <a:pt x="2221230" y="103251"/>
                </a:cubicBezTo>
                <a:close/>
                <a:moveTo>
                  <a:pt x="1162050" y="3450717"/>
                </a:moveTo>
                <a:lnTo>
                  <a:pt x="1162050" y="3450717"/>
                </a:lnTo>
                <a:cubicBezTo>
                  <a:pt x="1109863" y="3450717"/>
                  <a:pt x="1067562" y="3408416"/>
                  <a:pt x="1067562" y="3356229"/>
                </a:cubicBezTo>
                <a:cubicBezTo>
                  <a:pt x="1067562" y="3304042"/>
                  <a:pt x="1109863" y="3261741"/>
                  <a:pt x="1162050" y="3261741"/>
                </a:cubicBezTo>
                <a:cubicBezTo>
                  <a:pt x="1214238" y="3261741"/>
                  <a:pt x="1256538" y="3304042"/>
                  <a:pt x="1256538" y="3356229"/>
                </a:cubicBezTo>
                <a:cubicBezTo>
                  <a:pt x="1256538" y="3408416"/>
                  <a:pt x="1214238" y="3450717"/>
                  <a:pt x="1162050" y="3450717"/>
                </a:cubicBezTo>
                <a:close/>
                <a:moveTo>
                  <a:pt x="2046351" y="2857500"/>
                </a:moveTo>
                <a:cubicBezTo>
                  <a:pt x="2046351" y="2983754"/>
                  <a:pt x="1944005" y="3086100"/>
                  <a:pt x="1817751" y="3086100"/>
                </a:cubicBezTo>
                <a:lnTo>
                  <a:pt x="505968" y="3086100"/>
                </a:lnTo>
                <a:cubicBezTo>
                  <a:pt x="379714" y="3086100"/>
                  <a:pt x="277368" y="2983754"/>
                  <a:pt x="277368" y="2857500"/>
                </a:cubicBezTo>
                <a:lnTo>
                  <a:pt x="277368" y="630555"/>
                </a:lnTo>
                <a:cubicBezTo>
                  <a:pt x="277368" y="504301"/>
                  <a:pt x="379714" y="401955"/>
                  <a:pt x="505968" y="401955"/>
                </a:cubicBezTo>
                <a:lnTo>
                  <a:pt x="1818132" y="401955"/>
                </a:lnTo>
                <a:cubicBezTo>
                  <a:pt x="1944386" y="401955"/>
                  <a:pt x="2046732" y="504301"/>
                  <a:pt x="2046732" y="630555"/>
                </a:cubicBezTo>
                <a:lnTo>
                  <a:pt x="2046351" y="2857500"/>
                </a:lnTo>
                <a:close/>
              </a:path>
            </a:pathLst>
          </a:custGeom>
          <a:solidFill>
            <a:schemeClr val="bg1"/>
          </a:solidFill>
          <a:ln w="9525" cap="flat">
            <a:noFill/>
            <a:prstDash val="solid"/>
            <a:miter/>
          </a:ln>
        </p:spPr>
        <p:txBody>
          <a:bodyPr rtlCol="0" anchor="ctr"/>
          <a:lstStyle/>
          <a:p>
            <a:endParaRPr lang="fr-FR"/>
          </a:p>
        </p:txBody>
      </p:sp>
      <p:cxnSp>
        <p:nvCxnSpPr>
          <p:cNvPr id="73" name="Connecteur droit 72">
            <a:extLst>
              <a:ext uri="{FF2B5EF4-FFF2-40B4-BE49-F238E27FC236}">
                <a16:creationId xmlns:a16="http://schemas.microsoft.com/office/drawing/2014/main" id="{A15D60B5-EC3F-95B6-04F4-3411F8B54D07}"/>
              </a:ext>
            </a:extLst>
          </p:cNvPr>
          <p:cNvCxnSpPr/>
          <p:nvPr userDrawn="1"/>
        </p:nvCxnSpPr>
        <p:spPr>
          <a:xfrm>
            <a:off x="7107408" y="4706672"/>
            <a:ext cx="2253939"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74" name="Espace réservé du texte 4">
            <a:extLst>
              <a:ext uri="{FF2B5EF4-FFF2-40B4-BE49-F238E27FC236}">
                <a16:creationId xmlns:a16="http://schemas.microsoft.com/office/drawing/2014/main" id="{40AA0E18-E923-E04A-5021-2118E614ACC5}"/>
              </a:ext>
            </a:extLst>
          </p:cNvPr>
          <p:cNvSpPr>
            <a:spLocks noGrp="1"/>
          </p:cNvSpPr>
          <p:nvPr>
            <p:ph type="body" sz="quarter" idx="26" hasCustomPrompt="1"/>
          </p:nvPr>
        </p:nvSpPr>
        <p:spPr>
          <a:xfrm>
            <a:off x="7441486" y="490060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firstname.lastname@ovh.com</a:t>
            </a:r>
          </a:p>
        </p:txBody>
      </p:sp>
      <p:sp>
        <p:nvSpPr>
          <p:cNvPr id="75" name="Espace réservé du texte 4">
            <a:extLst>
              <a:ext uri="{FF2B5EF4-FFF2-40B4-BE49-F238E27FC236}">
                <a16:creationId xmlns:a16="http://schemas.microsoft.com/office/drawing/2014/main" id="{93B95752-CE50-B002-C38C-0745EFC62FF6}"/>
              </a:ext>
            </a:extLst>
          </p:cNvPr>
          <p:cNvSpPr>
            <a:spLocks noGrp="1"/>
          </p:cNvSpPr>
          <p:nvPr>
            <p:ph type="body" sz="quarter" idx="27" hasCustomPrompt="1"/>
          </p:nvPr>
        </p:nvSpPr>
        <p:spPr>
          <a:xfrm>
            <a:off x="7441486" y="525874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+33 0 00 00 00 00 </a:t>
            </a:r>
          </a:p>
        </p:txBody>
      </p:sp>
      <p:sp>
        <p:nvSpPr>
          <p:cNvPr id="85" name="Titre 1">
            <a:extLst>
              <a:ext uri="{FF2B5EF4-FFF2-40B4-BE49-F238E27FC236}">
                <a16:creationId xmlns:a16="http://schemas.microsoft.com/office/drawing/2014/main" id="{286E90F2-8666-2DE7-6A14-4464149218D6}"/>
              </a:ext>
            </a:extLst>
          </p:cNvPr>
          <p:cNvSpPr>
            <a:spLocks noGrp="1"/>
          </p:cNvSpPr>
          <p:nvPr>
            <p:ph type="title" hasCustomPrompt="1"/>
          </p:nvPr>
        </p:nvSpPr>
        <p:spPr>
          <a:xfrm>
            <a:off x="1199086" y="1807281"/>
            <a:ext cx="4896914" cy="498598"/>
          </a:xfrm>
        </p:spPr>
        <p:txBody>
          <a:bodyPr wrap="square" tIns="0" bIns="0">
            <a:spAutoFit/>
          </a:bodyPr>
          <a:lstStyle>
            <a:lvl1pPr>
              <a:defRPr sz="3600">
                <a:solidFill>
                  <a:schemeClr val="bg1"/>
                </a:solidFill>
              </a:defRPr>
            </a:lvl1pPr>
          </a:lstStyle>
          <a:p>
            <a:r>
              <a:rPr lang="fr-FR"/>
              <a:t>Contacts</a:t>
            </a:r>
            <a:endParaRPr lang="en-US" dirty="0"/>
          </a:p>
        </p:txBody>
      </p:sp>
    </p:spTree>
    <p:extLst>
      <p:ext uri="{BB962C8B-B14F-4D97-AF65-F5344CB8AC3E}">
        <p14:creationId xmlns:p14="http://schemas.microsoft.com/office/powerpoint/2010/main" val="8171537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x3 contacts">
    <p:bg>
      <p:bgPr>
        <a:solidFill>
          <a:schemeClr val="tx1"/>
        </a:solidFill>
        <a:effectLst/>
      </p:bgPr>
    </p:bg>
    <p:spTree>
      <p:nvGrpSpPr>
        <p:cNvPr id="1" name=""/>
        <p:cNvGrpSpPr/>
        <p:nvPr/>
      </p:nvGrpSpPr>
      <p:grpSpPr>
        <a:xfrm>
          <a:off x="0" y="0"/>
          <a:ext cx="0" cy="0"/>
          <a:chOff x="0" y="0"/>
          <a:chExt cx="0" cy="0"/>
        </a:xfrm>
      </p:grpSpPr>
      <p:grpSp>
        <p:nvGrpSpPr>
          <p:cNvPr id="36" name="Groupe 35">
            <a:extLst>
              <a:ext uri="{FF2B5EF4-FFF2-40B4-BE49-F238E27FC236}">
                <a16:creationId xmlns:a16="http://schemas.microsoft.com/office/drawing/2014/main" id="{96C7FBF9-E5BF-A9B6-AC29-D1CDC8AE0345}"/>
              </a:ext>
            </a:extLst>
          </p:cNvPr>
          <p:cNvGrpSpPr/>
          <p:nvPr userDrawn="1"/>
        </p:nvGrpSpPr>
        <p:grpSpPr>
          <a:xfrm>
            <a:off x="9890391" y="1"/>
            <a:ext cx="1998542" cy="6604165"/>
            <a:chOff x="9890391" y="1"/>
            <a:chExt cx="1998542" cy="6604165"/>
          </a:xfrm>
        </p:grpSpPr>
        <p:sp>
          <p:nvSpPr>
            <p:cNvPr id="35" name="Forme libre : forme 34">
              <a:extLst>
                <a:ext uri="{FF2B5EF4-FFF2-40B4-BE49-F238E27FC236}">
                  <a16:creationId xmlns:a16="http://schemas.microsoft.com/office/drawing/2014/main" id="{CBB933F6-A3AE-A6C5-66EE-D72238A9D121}"/>
                </a:ext>
              </a:extLst>
            </p:cNvPr>
            <p:cNvSpPr/>
            <p:nvPr userDrawn="1"/>
          </p:nvSpPr>
          <p:spPr>
            <a:xfrm rot="16200000" flipH="1">
              <a:off x="9703800" y="186592"/>
              <a:ext cx="2371724" cy="1998542"/>
            </a:xfrm>
            <a:custGeom>
              <a:avLst/>
              <a:gdLst>
                <a:gd name="connsiteX0" fmla="*/ 0 w 2371724"/>
                <a:gd name="connsiteY0" fmla="*/ 1647150 h 1998542"/>
                <a:gd name="connsiteX1" fmla="*/ 0 w 2371724"/>
                <a:gd name="connsiteY1" fmla="*/ 1998542 h 1998542"/>
                <a:gd name="connsiteX2" fmla="*/ 2371724 w 2371724"/>
                <a:gd name="connsiteY2" fmla="*/ 1998542 h 1998542"/>
                <a:gd name="connsiteX3" fmla="*/ 1071562 w 2371724"/>
                <a:gd name="connsiteY3" fmla="*/ 0 h 1998542"/>
              </a:gdLst>
              <a:ahLst/>
              <a:cxnLst>
                <a:cxn ang="0">
                  <a:pos x="connsiteX0" y="connsiteY0"/>
                </a:cxn>
                <a:cxn ang="0">
                  <a:pos x="connsiteX1" y="connsiteY1"/>
                </a:cxn>
                <a:cxn ang="0">
                  <a:pos x="connsiteX2" y="connsiteY2"/>
                </a:cxn>
                <a:cxn ang="0">
                  <a:pos x="connsiteX3" y="connsiteY3"/>
                </a:cxn>
              </a:cxnLst>
              <a:rect l="l" t="t" r="r" b="b"/>
              <a:pathLst>
                <a:path w="2371724" h="1998542">
                  <a:moveTo>
                    <a:pt x="0" y="1647150"/>
                  </a:moveTo>
                  <a:lnTo>
                    <a:pt x="0" y="1998542"/>
                  </a:lnTo>
                  <a:lnTo>
                    <a:pt x="2371724" y="1998542"/>
                  </a:lnTo>
                  <a:lnTo>
                    <a:pt x="1071562"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1" name="Freeform 26">
              <a:extLst>
                <a:ext uri="{FF2B5EF4-FFF2-40B4-BE49-F238E27FC236}">
                  <a16:creationId xmlns:a16="http://schemas.microsoft.com/office/drawing/2014/main" id="{1BBAE00B-9854-A322-10EF-03D0F52942C4}"/>
                </a:ext>
              </a:extLst>
            </p:cNvPr>
            <p:cNvSpPr>
              <a:spLocks/>
            </p:cNvSpPr>
            <p:nvPr userDrawn="1"/>
          </p:nvSpPr>
          <p:spPr>
            <a:xfrm rot="16200000" flipH="1">
              <a:off x="10364704" y="5763898"/>
              <a:ext cx="950220" cy="730315"/>
            </a:xfrm>
            <a:custGeom>
              <a:avLst/>
              <a:gdLst>
                <a:gd name="connsiteX0" fmla="*/ 0 w 1499630"/>
                <a:gd name="connsiteY0" fmla="*/ 1152577 h 1152577"/>
                <a:gd name="connsiteX1" fmla="*/ 1499630 w 1499630"/>
                <a:gd name="connsiteY1" fmla="*/ 1152577 h 1152577"/>
                <a:gd name="connsiteX2" fmla="*/ 749815 w 1499630"/>
                <a:gd name="connsiteY2" fmla="*/ 0 h 1152577"/>
              </a:gdLst>
              <a:ahLst/>
              <a:cxnLst>
                <a:cxn ang="0">
                  <a:pos x="connsiteX0" y="connsiteY0"/>
                </a:cxn>
                <a:cxn ang="0">
                  <a:pos x="connsiteX1" y="connsiteY1"/>
                </a:cxn>
                <a:cxn ang="0">
                  <a:pos x="connsiteX2" y="connsiteY2"/>
                </a:cxn>
              </a:cxnLst>
              <a:rect l="l" t="t" r="r" b="b"/>
              <a:pathLst>
                <a:path w="1499630" h="1152577">
                  <a:moveTo>
                    <a:pt x="0" y="1152577"/>
                  </a:moveTo>
                  <a:lnTo>
                    <a:pt x="1499630" y="1152577"/>
                  </a:lnTo>
                  <a:lnTo>
                    <a:pt x="749815"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userDrawn="1">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userDrawn="1">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grpSp>
        <p:nvGrpSpPr>
          <p:cNvPr id="37" name="Groupe 36">
            <a:extLst>
              <a:ext uri="{FF2B5EF4-FFF2-40B4-BE49-F238E27FC236}">
                <a16:creationId xmlns:a16="http://schemas.microsoft.com/office/drawing/2014/main" id="{A766E885-C7CA-1849-4D74-2EA5D8DBA96F}"/>
              </a:ext>
            </a:extLst>
          </p:cNvPr>
          <p:cNvGrpSpPr>
            <a:grpSpLocks/>
          </p:cNvGrpSpPr>
          <p:nvPr userDrawn="1"/>
        </p:nvGrpSpPr>
        <p:grpSpPr>
          <a:xfrm>
            <a:off x="4597400" y="6448996"/>
            <a:ext cx="2997200" cy="168374"/>
            <a:chOff x="8074587" y="6348983"/>
            <a:chExt cx="3844998" cy="216000"/>
          </a:xfrm>
          <a:solidFill>
            <a:schemeClr val="bg1"/>
          </a:solidFill>
        </p:grpSpPr>
        <p:sp>
          <p:nvSpPr>
            <p:cNvPr id="38" name="Graphique 38">
              <a:hlinkClick r:id="rId2"/>
              <a:extLst>
                <a:ext uri="{FF2B5EF4-FFF2-40B4-BE49-F238E27FC236}">
                  <a16:creationId xmlns:a16="http://schemas.microsoft.com/office/drawing/2014/main" id="{14C3CFAA-2E92-7D5F-36E4-833E3DA9367A}"/>
                </a:ext>
              </a:extLst>
            </p:cNvPr>
            <p:cNvSpPr>
              <a:spLocks noChangeAspect="1"/>
            </p:cNvSpPr>
            <p:nvPr/>
          </p:nvSpPr>
          <p:spPr>
            <a:xfrm>
              <a:off x="9526638" y="6348983"/>
              <a:ext cx="303636" cy="216000"/>
            </a:xfrm>
            <a:custGeom>
              <a:avLst/>
              <a:gdLst>
                <a:gd name="connsiteX0" fmla="*/ 290513 w 292417"/>
                <a:gd name="connsiteY0" fmla="*/ 70859 h 208018"/>
                <a:gd name="connsiteX1" fmla="*/ 284798 w 292417"/>
                <a:gd name="connsiteY1" fmla="*/ 34664 h 208018"/>
                <a:gd name="connsiteX2" fmla="*/ 256223 w 292417"/>
                <a:gd name="connsiteY2" fmla="*/ 6089 h 208018"/>
                <a:gd name="connsiteX3" fmla="*/ 233363 w 292417"/>
                <a:gd name="connsiteY3" fmla="*/ 3231 h 208018"/>
                <a:gd name="connsiteX4" fmla="*/ 171450 w 292417"/>
                <a:gd name="connsiteY4" fmla="*/ 374 h 208018"/>
                <a:gd name="connsiteX5" fmla="*/ 72390 w 292417"/>
                <a:gd name="connsiteY5" fmla="*/ 2279 h 208018"/>
                <a:gd name="connsiteX6" fmla="*/ 39053 w 292417"/>
                <a:gd name="connsiteY6" fmla="*/ 5136 h 208018"/>
                <a:gd name="connsiteX7" fmla="*/ 5715 w 292417"/>
                <a:gd name="connsiteY7" fmla="*/ 36569 h 208018"/>
                <a:gd name="connsiteX8" fmla="*/ 2858 w 292417"/>
                <a:gd name="connsiteY8" fmla="*/ 56571 h 208018"/>
                <a:gd name="connsiteX9" fmla="*/ 0 w 292417"/>
                <a:gd name="connsiteY9" fmla="*/ 122294 h 208018"/>
                <a:gd name="connsiteX10" fmla="*/ 5715 w 292417"/>
                <a:gd name="connsiteY10" fmla="*/ 168966 h 208018"/>
                <a:gd name="connsiteX11" fmla="*/ 39053 w 292417"/>
                <a:gd name="connsiteY11" fmla="*/ 201351 h 208018"/>
                <a:gd name="connsiteX12" fmla="*/ 71438 w 292417"/>
                <a:gd name="connsiteY12" fmla="*/ 205161 h 208018"/>
                <a:gd name="connsiteX13" fmla="*/ 124778 w 292417"/>
                <a:gd name="connsiteY13" fmla="*/ 207066 h 208018"/>
                <a:gd name="connsiteX14" fmla="*/ 145733 w 292417"/>
                <a:gd name="connsiteY14" fmla="*/ 208019 h 208018"/>
                <a:gd name="connsiteX15" fmla="*/ 145733 w 292417"/>
                <a:gd name="connsiteY15" fmla="*/ 208019 h 208018"/>
                <a:gd name="connsiteX16" fmla="*/ 233363 w 292417"/>
                <a:gd name="connsiteY16" fmla="*/ 205161 h 208018"/>
                <a:gd name="connsiteX17" fmla="*/ 258128 w 292417"/>
                <a:gd name="connsiteY17" fmla="*/ 201351 h 208018"/>
                <a:gd name="connsiteX18" fmla="*/ 286703 w 292417"/>
                <a:gd name="connsiteY18" fmla="*/ 170871 h 208018"/>
                <a:gd name="connsiteX19" fmla="*/ 292418 w 292417"/>
                <a:gd name="connsiteY19" fmla="*/ 112769 h 208018"/>
                <a:gd name="connsiteX20" fmla="*/ 290513 w 292417"/>
                <a:gd name="connsiteY20" fmla="*/ 70859 h 208018"/>
                <a:gd name="connsiteX21" fmla="*/ 193358 w 292417"/>
                <a:gd name="connsiteY21" fmla="*/ 107054 h 208018"/>
                <a:gd name="connsiteX22" fmla="*/ 120015 w 292417"/>
                <a:gd name="connsiteY22" fmla="*/ 149916 h 208018"/>
                <a:gd name="connsiteX23" fmla="*/ 118110 w 292417"/>
                <a:gd name="connsiteY23" fmla="*/ 150869 h 208018"/>
                <a:gd name="connsiteX24" fmla="*/ 116205 w 292417"/>
                <a:gd name="connsiteY24" fmla="*/ 149916 h 208018"/>
                <a:gd name="connsiteX25" fmla="*/ 114300 w 292417"/>
                <a:gd name="connsiteY25" fmla="*/ 146106 h 208018"/>
                <a:gd name="connsiteX26" fmla="*/ 114300 w 292417"/>
                <a:gd name="connsiteY26" fmla="*/ 61334 h 208018"/>
                <a:gd name="connsiteX27" fmla="*/ 116205 w 292417"/>
                <a:gd name="connsiteY27" fmla="*/ 57524 h 208018"/>
                <a:gd name="connsiteX28" fmla="*/ 120968 w 292417"/>
                <a:gd name="connsiteY28" fmla="*/ 57524 h 208018"/>
                <a:gd name="connsiteX29" fmla="*/ 194310 w 292417"/>
                <a:gd name="connsiteY29" fmla="*/ 99434 h 208018"/>
                <a:gd name="connsiteX30" fmla="*/ 196215 w 292417"/>
                <a:gd name="connsiteY30" fmla="*/ 103244 h 208018"/>
                <a:gd name="connsiteX31" fmla="*/ 193358 w 292417"/>
                <a:gd name="connsiteY31" fmla="*/ 107054 h 208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92417" h="208018">
                  <a:moveTo>
                    <a:pt x="290513" y="70859"/>
                  </a:moveTo>
                  <a:cubicBezTo>
                    <a:pt x="290513" y="58476"/>
                    <a:pt x="288608" y="46094"/>
                    <a:pt x="284798" y="34664"/>
                  </a:cubicBezTo>
                  <a:cubicBezTo>
                    <a:pt x="281940" y="20376"/>
                    <a:pt x="270510" y="8946"/>
                    <a:pt x="256223" y="6089"/>
                  </a:cubicBezTo>
                  <a:cubicBezTo>
                    <a:pt x="248603" y="4184"/>
                    <a:pt x="240983" y="3231"/>
                    <a:pt x="233363" y="3231"/>
                  </a:cubicBezTo>
                  <a:cubicBezTo>
                    <a:pt x="216218" y="2279"/>
                    <a:pt x="194310" y="1326"/>
                    <a:pt x="171450" y="374"/>
                  </a:cubicBezTo>
                  <a:cubicBezTo>
                    <a:pt x="139065" y="-579"/>
                    <a:pt x="105728" y="374"/>
                    <a:pt x="72390" y="2279"/>
                  </a:cubicBezTo>
                  <a:cubicBezTo>
                    <a:pt x="60960" y="2279"/>
                    <a:pt x="49530" y="3231"/>
                    <a:pt x="39053" y="5136"/>
                  </a:cubicBezTo>
                  <a:cubicBezTo>
                    <a:pt x="21908" y="7041"/>
                    <a:pt x="8573" y="20376"/>
                    <a:pt x="5715" y="36569"/>
                  </a:cubicBezTo>
                  <a:cubicBezTo>
                    <a:pt x="4763" y="43236"/>
                    <a:pt x="3810" y="49904"/>
                    <a:pt x="2858" y="56571"/>
                  </a:cubicBezTo>
                  <a:cubicBezTo>
                    <a:pt x="0" y="78479"/>
                    <a:pt x="0" y="100386"/>
                    <a:pt x="0" y="122294"/>
                  </a:cubicBezTo>
                  <a:cubicBezTo>
                    <a:pt x="0" y="138486"/>
                    <a:pt x="1905" y="153726"/>
                    <a:pt x="5715" y="168966"/>
                  </a:cubicBezTo>
                  <a:cubicBezTo>
                    <a:pt x="8573" y="186111"/>
                    <a:pt x="21908" y="198494"/>
                    <a:pt x="39053" y="201351"/>
                  </a:cubicBezTo>
                  <a:cubicBezTo>
                    <a:pt x="49530" y="203256"/>
                    <a:pt x="60008" y="204209"/>
                    <a:pt x="71438" y="205161"/>
                  </a:cubicBezTo>
                  <a:cubicBezTo>
                    <a:pt x="89535" y="206114"/>
                    <a:pt x="106680" y="206114"/>
                    <a:pt x="124778" y="207066"/>
                  </a:cubicBezTo>
                  <a:lnTo>
                    <a:pt x="145733" y="208019"/>
                  </a:lnTo>
                  <a:lnTo>
                    <a:pt x="145733" y="208019"/>
                  </a:lnTo>
                  <a:cubicBezTo>
                    <a:pt x="173355" y="208019"/>
                    <a:pt x="202883" y="207066"/>
                    <a:pt x="233363" y="205161"/>
                  </a:cubicBezTo>
                  <a:cubicBezTo>
                    <a:pt x="241935" y="205161"/>
                    <a:pt x="249555" y="203256"/>
                    <a:pt x="258128" y="201351"/>
                  </a:cubicBezTo>
                  <a:cubicBezTo>
                    <a:pt x="273368" y="197541"/>
                    <a:pt x="283845" y="186111"/>
                    <a:pt x="286703" y="170871"/>
                  </a:cubicBezTo>
                  <a:cubicBezTo>
                    <a:pt x="290513" y="151821"/>
                    <a:pt x="292418" y="131819"/>
                    <a:pt x="292418" y="112769"/>
                  </a:cubicBezTo>
                  <a:cubicBezTo>
                    <a:pt x="291465" y="96576"/>
                    <a:pt x="291465" y="82289"/>
                    <a:pt x="290513" y="70859"/>
                  </a:cubicBezTo>
                  <a:close/>
                  <a:moveTo>
                    <a:pt x="193358" y="107054"/>
                  </a:moveTo>
                  <a:lnTo>
                    <a:pt x="120015" y="149916"/>
                  </a:lnTo>
                  <a:cubicBezTo>
                    <a:pt x="119063" y="149916"/>
                    <a:pt x="118110" y="150869"/>
                    <a:pt x="118110" y="150869"/>
                  </a:cubicBezTo>
                  <a:cubicBezTo>
                    <a:pt x="117158" y="150869"/>
                    <a:pt x="116205" y="150869"/>
                    <a:pt x="116205" y="149916"/>
                  </a:cubicBezTo>
                  <a:cubicBezTo>
                    <a:pt x="114300" y="148964"/>
                    <a:pt x="114300" y="147059"/>
                    <a:pt x="114300" y="146106"/>
                  </a:cubicBezTo>
                  <a:lnTo>
                    <a:pt x="114300" y="61334"/>
                  </a:lnTo>
                  <a:cubicBezTo>
                    <a:pt x="114300" y="59429"/>
                    <a:pt x="115253" y="58476"/>
                    <a:pt x="116205" y="57524"/>
                  </a:cubicBezTo>
                  <a:cubicBezTo>
                    <a:pt x="118110" y="56571"/>
                    <a:pt x="119063" y="56571"/>
                    <a:pt x="120968" y="57524"/>
                  </a:cubicBezTo>
                  <a:lnTo>
                    <a:pt x="194310" y="99434"/>
                  </a:lnTo>
                  <a:cubicBezTo>
                    <a:pt x="196215" y="100386"/>
                    <a:pt x="197168" y="102291"/>
                    <a:pt x="196215" y="103244"/>
                  </a:cubicBezTo>
                  <a:cubicBezTo>
                    <a:pt x="195263" y="105149"/>
                    <a:pt x="195263" y="106101"/>
                    <a:pt x="193358" y="107054"/>
                  </a:cubicBezTo>
                  <a:close/>
                </a:path>
              </a:pathLst>
            </a:custGeom>
            <a:grpFill/>
            <a:ln w="9525" cap="flat">
              <a:noFill/>
              <a:prstDash val="solid"/>
              <a:miter/>
            </a:ln>
          </p:spPr>
          <p:txBody>
            <a:bodyPr rtlCol="0" anchor="ctr"/>
            <a:lstStyle/>
            <a:p>
              <a:endParaRPr lang="fr-FR"/>
            </a:p>
          </p:txBody>
        </p:sp>
        <p:sp>
          <p:nvSpPr>
            <p:cNvPr id="39" name="Forme libre : forme 38">
              <a:hlinkClick r:id="rId3"/>
              <a:extLst>
                <a:ext uri="{FF2B5EF4-FFF2-40B4-BE49-F238E27FC236}">
                  <a16:creationId xmlns:a16="http://schemas.microsoft.com/office/drawing/2014/main" id="{FDB7F279-27F9-5EE0-6138-C882951E9483}"/>
                </a:ext>
              </a:extLst>
            </p:cNvPr>
            <p:cNvSpPr>
              <a:spLocks noChangeAspect="1"/>
            </p:cNvSpPr>
            <p:nvPr/>
          </p:nvSpPr>
          <p:spPr>
            <a:xfrm>
              <a:off x="8074587" y="6348983"/>
              <a:ext cx="263160" cy="216000"/>
            </a:xfrm>
            <a:custGeom>
              <a:avLst/>
              <a:gdLst>
                <a:gd name="connsiteX0" fmla="*/ 300038 w 300037"/>
                <a:gd name="connsiteY0" fmla="*/ 30049 h 246266"/>
                <a:gd name="connsiteX1" fmla="*/ 265748 w 300037"/>
                <a:gd name="connsiteY1" fmla="*/ 39574 h 246266"/>
                <a:gd name="connsiteX2" fmla="*/ 291465 w 300037"/>
                <a:gd name="connsiteY2" fmla="*/ 6237 h 246266"/>
                <a:gd name="connsiteX3" fmla="*/ 253365 w 300037"/>
                <a:gd name="connsiteY3" fmla="*/ 19572 h 246266"/>
                <a:gd name="connsiteX4" fmla="*/ 253365 w 300037"/>
                <a:gd name="connsiteY4" fmla="*/ 19572 h 246266"/>
                <a:gd name="connsiteX5" fmla="*/ 184785 w 300037"/>
                <a:gd name="connsiteY5" fmla="*/ 4332 h 246266"/>
                <a:gd name="connsiteX6" fmla="*/ 145733 w 300037"/>
                <a:gd name="connsiteY6" fmla="*/ 62434 h 246266"/>
                <a:gd name="connsiteX7" fmla="*/ 147638 w 300037"/>
                <a:gd name="connsiteY7" fmla="*/ 75770 h 246266"/>
                <a:gd name="connsiteX8" fmla="*/ 147638 w 300037"/>
                <a:gd name="connsiteY8" fmla="*/ 75770 h 246266"/>
                <a:gd name="connsiteX9" fmla="*/ 20003 w 300037"/>
                <a:gd name="connsiteY9" fmla="*/ 12904 h 246266"/>
                <a:gd name="connsiteX10" fmla="*/ 39053 w 300037"/>
                <a:gd name="connsiteY10" fmla="*/ 94819 h 246266"/>
                <a:gd name="connsiteX11" fmla="*/ 12383 w 300037"/>
                <a:gd name="connsiteY11" fmla="*/ 88152 h 246266"/>
                <a:gd name="connsiteX12" fmla="*/ 60008 w 300037"/>
                <a:gd name="connsiteY12" fmla="*/ 149112 h 246266"/>
                <a:gd name="connsiteX13" fmla="*/ 34290 w 300037"/>
                <a:gd name="connsiteY13" fmla="*/ 151017 h 246266"/>
                <a:gd name="connsiteX14" fmla="*/ 89535 w 300037"/>
                <a:gd name="connsiteY14" fmla="*/ 192927 h 246266"/>
                <a:gd name="connsiteX15" fmla="*/ 0 w 300037"/>
                <a:gd name="connsiteY15" fmla="*/ 218644 h 246266"/>
                <a:gd name="connsiteX16" fmla="*/ 97155 w 300037"/>
                <a:gd name="connsiteY16" fmla="*/ 246267 h 246266"/>
                <a:gd name="connsiteX17" fmla="*/ 222885 w 300037"/>
                <a:gd name="connsiteY17" fmla="*/ 192927 h 246266"/>
                <a:gd name="connsiteX18" fmla="*/ 270510 w 300037"/>
                <a:gd name="connsiteY18" fmla="*/ 65292 h 246266"/>
                <a:gd name="connsiteX19" fmla="*/ 270510 w 300037"/>
                <a:gd name="connsiteY19" fmla="*/ 62434 h 246266"/>
                <a:gd name="connsiteX20" fmla="*/ 300038 w 300037"/>
                <a:gd name="connsiteY20" fmla="*/ 30049 h 246266"/>
                <a:gd name="connsiteX21" fmla="*/ 300038 w 300037"/>
                <a:gd name="connsiteY21" fmla="*/ 30049 h 24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0037" h="246266">
                  <a:moveTo>
                    <a:pt x="300038" y="30049"/>
                  </a:moveTo>
                  <a:cubicBezTo>
                    <a:pt x="289560" y="34812"/>
                    <a:pt x="277178" y="38622"/>
                    <a:pt x="265748" y="39574"/>
                  </a:cubicBezTo>
                  <a:cubicBezTo>
                    <a:pt x="278130" y="31954"/>
                    <a:pt x="286703" y="19572"/>
                    <a:pt x="291465" y="6237"/>
                  </a:cubicBezTo>
                  <a:cubicBezTo>
                    <a:pt x="280035" y="12904"/>
                    <a:pt x="266700" y="17667"/>
                    <a:pt x="253365" y="19572"/>
                  </a:cubicBezTo>
                  <a:lnTo>
                    <a:pt x="253365" y="19572"/>
                  </a:lnTo>
                  <a:cubicBezTo>
                    <a:pt x="236220" y="1474"/>
                    <a:pt x="208598" y="-5193"/>
                    <a:pt x="184785" y="4332"/>
                  </a:cubicBezTo>
                  <a:cubicBezTo>
                    <a:pt x="160973" y="13857"/>
                    <a:pt x="145733" y="36717"/>
                    <a:pt x="145733" y="62434"/>
                  </a:cubicBezTo>
                  <a:cubicBezTo>
                    <a:pt x="145733" y="67197"/>
                    <a:pt x="146685" y="71959"/>
                    <a:pt x="147638" y="75770"/>
                  </a:cubicBezTo>
                  <a:lnTo>
                    <a:pt x="147638" y="75770"/>
                  </a:lnTo>
                  <a:cubicBezTo>
                    <a:pt x="98108" y="74817"/>
                    <a:pt x="51435" y="51957"/>
                    <a:pt x="20003" y="12904"/>
                  </a:cubicBezTo>
                  <a:cubicBezTo>
                    <a:pt x="3810" y="40527"/>
                    <a:pt x="12383" y="76722"/>
                    <a:pt x="39053" y="94819"/>
                  </a:cubicBezTo>
                  <a:cubicBezTo>
                    <a:pt x="29528" y="95772"/>
                    <a:pt x="20003" y="92914"/>
                    <a:pt x="12383" y="88152"/>
                  </a:cubicBezTo>
                  <a:cubicBezTo>
                    <a:pt x="11430" y="117680"/>
                    <a:pt x="31433" y="142444"/>
                    <a:pt x="60008" y="149112"/>
                  </a:cubicBezTo>
                  <a:cubicBezTo>
                    <a:pt x="51435" y="151969"/>
                    <a:pt x="42863" y="152922"/>
                    <a:pt x="34290" y="151017"/>
                  </a:cubicBezTo>
                  <a:cubicBezTo>
                    <a:pt x="36195" y="169115"/>
                    <a:pt x="61913" y="192927"/>
                    <a:pt x="89535" y="192927"/>
                  </a:cubicBezTo>
                  <a:cubicBezTo>
                    <a:pt x="80010" y="204357"/>
                    <a:pt x="42863" y="225312"/>
                    <a:pt x="0" y="218644"/>
                  </a:cubicBezTo>
                  <a:cubicBezTo>
                    <a:pt x="29528" y="236742"/>
                    <a:pt x="62865" y="246267"/>
                    <a:pt x="97155" y="246267"/>
                  </a:cubicBezTo>
                  <a:cubicBezTo>
                    <a:pt x="144780" y="246267"/>
                    <a:pt x="190500" y="227217"/>
                    <a:pt x="222885" y="192927"/>
                  </a:cubicBezTo>
                  <a:cubicBezTo>
                    <a:pt x="255270" y="158637"/>
                    <a:pt x="272415" y="111964"/>
                    <a:pt x="270510" y="65292"/>
                  </a:cubicBezTo>
                  <a:lnTo>
                    <a:pt x="270510" y="62434"/>
                  </a:lnTo>
                  <a:cubicBezTo>
                    <a:pt x="281940" y="53862"/>
                    <a:pt x="292418" y="43384"/>
                    <a:pt x="300038" y="30049"/>
                  </a:cubicBezTo>
                  <a:lnTo>
                    <a:pt x="300038" y="30049"/>
                  </a:lnTo>
                  <a:close/>
                </a:path>
              </a:pathLst>
            </a:custGeom>
            <a:grpFill/>
            <a:ln w="9525" cap="flat">
              <a:noFill/>
              <a:prstDash val="solid"/>
              <a:miter/>
            </a:ln>
          </p:spPr>
          <p:txBody>
            <a:bodyPr rtlCol="0" anchor="ctr"/>
            <a:lstStyle/>
            <a:p>
              <a:endParaRPr lang="fr-FR"/>
            </a:p>
          </p:txBody>
        </p:sp>
        <p:sp>
          <p:nvSpPr>
            <p:cNvPr id="40" name="Forme libre : forme 39">
              <a:hlinkClick r:id="rId4"/>
              <a:extLst>
                <a:ext uri="{FF2B5EF4-FFF2-40B4-BE49-F238E27FC236}">
                  <a16:creationId xmlns:a16="http://schemas.microsoft.com/office/drawing/2014/main" id="{D719BC25-A7A1-7F1C-DCAF-6423C3A4AE74}"/>
                </a:ext>
              </a:extLst>
            </p:cNvPr>
            <p:cNvSpPr>
              <a:spLocks noChangeAspect="1"/>
            </p:cNvSpPr>
            <p:nvPr/>
          </p:nvSpPr>
          <p:spPr>
            <a:xfrm>
              <a:off x="8628324" y="6348983"/>
              <a:ext cx="222534" cy="216000"/>
            </a:xfrm>
            <a:custGeom>
              <a:avLst/>
              <a:gdLst>
                <a:gd name="connsiteX0" fmla="*/ 3810 w 290512"/>
                <a:gd name="connsiteY0" fmla="*/ 281030 h 281982"/>
                <a:gd name="connsiteX1" fmla="*/ 68580 w 290512"/>
                <a:gd name="connsiteY1" fmla="*/ 281030 h 281982"/>
                <a:gd name="connsiteX2" fmla="*/ 68580 w 290512"/>
                <a:gd name="connsiteY2" fmla="*/ 94340 h 281982"/>
                <a:gd name="connsiteX3" fmla="*/ 3810 w 290512"/>
                <a:gd name="connsiteY3" fmla="*/ 94340 h 281982"/>
                <a:gd name="connsiteX4" fmla="*/ 3810 w 290512"/>
                <a:gd name="connsiteY4" fmla="*/ 281030 h 281982"/>
                <a:gd name="connsiteX5" fmla="*/ 220028 w 290512"/>
                <a:gd name="connsiteY5" fmla="*/ 87672 h 281982"/>
                <a:gd name="connsiteX6" fmla="*/ 160973 w 290512"/>
                <a:gd name="connsiteY6" fmla="*/ 119105 h 281982"/>
                <a:gd name="connsiteX7" fmla="*/ 160973 w 290512"/>
                <a:gd name="connsiteY7" fmla="*/ 94340 h 281982"/>
                <a:gd name="connsiteX8" fmla="*/ 96203 w 290512"/>
                <a:gd name="connsiteY8" fmla="*/ 94340 h 281982"/>
                <a:gd name="connsiteX9" fmla="*/ 96203 w 290512"/>
                <a:gd name="connsiteY9" fmla="*/ 281982 h 281982"/>
                <a:gd name="connsiteX10" fmla="*/ 160973 w 290512"/>
                <a:gd name="connsiteY10" fmla="*/ 281982 h 281982"/>
                <a:gd name="connsiteX11" fmla="*/ 160973 w 290512"/>
                <a:gd name="connsiteY11" fmla="*/ 179112 h 281982"/>
                <a:gd name="connsiteX12" fmla="*/ 195263 w 290512"/>
                <a:gd name="connsiteY12" fmla="*/ 136250 h 281982"/>
                <a:gd name="connsiteX13" fmla="*/ 225743 w 290512"/>
                <a:gd name="connsiteY13" fmla="*/ 178160 h 281982"/>
                <a:gd name="connsiteX14" fmla="*/ 225743 w 290512"/>
                <a:gd name="connsiteY14" fmla="*/ 280077 h 281982"/>
                <a:gd name="connsiteX15" fmla="*/ 290513 w 290512"/>
                <a:gd name="connsiteY15" fmla="*/ 280077 h 281982"/>
                <a:gd name="connsiteX16" fmla="*/ 290513 w 290512"/>
                <a:gd name="connsiteY16" fmla="*/ 174350 h 281982"/>
                <a:gd name="connsiteX17" fmla="*/ 220028 w 290512"/>
                <a:gd name="connsiteY17" fmla="*/ 87672 h 281982"/>
                <a:gd name="connsiteX18" fmla="*/ 36195 w 290512"/>
                <a:gd name="connsiteY18" fmla="*/ 42 h 281982"/>
                <a:gd name="connsiteX19" fmla="*/ 0 w 290512"/>
                <a:gd name="connsiteY19" fmla="*/ 33380 h 281982"/>
                <a:gd name="connsiteX20" fmla="*/ 36195 w 290512"/>
                <a:gd name="connsiteY20" fmla="*/ 66717 h 281982"/>
                <a:gd name="connsiteX21" fmla="*/ 72390 w 290512"/>
                <a:gd name="connsiteY21" fmla="*/ 33380 h 281982"/>
                <a:gd name="connsiteX22" fmla="*/ 36195 w 290512"/>
                <a:gd name="connsiteY22" fmla="*/ 42 h 281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90512" h="281982">
                  <a:moveTo>
                    <a:pt x="3810" y="281030"/>
                  </a:moveTo>
                  <a:lnTo>
                    <a:pt x="68580" y="281030"/>
                  </a:lnTo>
                  <a:lnTo>
                    <a:pt x="68580" y="94340"/>
                  </a:lnTo>
                  <a:lnTo>
                    <a:pt x="3810" y="94340"/>
                  </a:lnTo>
                  <a:lnTo>
                    <a:pt x="3810" y="281030"/>
                  </a:lnTo>
                  <a:close/>
                  <a:moveTo>
                    <a:pt x="220028" y="87672"/>
                  </a:moveTo>
                  <a:cubicBezTo>
                    <a:pt x="193358" y="87672"/>
                    <a:pt x="178118" y="97197"/>
                    <a:pt x="160973" y="119105"/>
                  </a:cubicBezTo>
                  <a:lnTo>
                    <a:pt x="160973" y="94340"/>
                  </a:lnTo>
                  <a:lnTo>
                    <a:pt x="96203" y="94340"/>
                  </a:lnTo>
                  <a:lnTo>
                    <a:pt x="96203" y="281982"/>
                  </a:lnTo>
                  <a:lnTo>
                    <a:pt x="160973" y="281982"/>
                  </a:lnTo>
                  <a:lnTo>
                    <a:pt x="160973" y="179112"/>
                  </a:lnTo>
                  <a:cubicBezTo>
                    <a:pt x="160973" y="157205"/>
                    <a:pt x="171450" y="136250"/>
                    <a:pt x="195263" y="136250"/>
                  </a:cubicBezTo>
                  <a:cubicBezTo>
                    <a:pt x="219075" y="136250"/>
                    <a:pt x="225743" y="157205"/>
                    <a:pt x="225743" y="178160"/>
                  </a:cubicBezTo>
                  <a:lnTo>
                    <a:pt x="225743" y="280077"/>
                  </a:lnTo>
                  <a:lnTo>
                    <a:pt x="290513" y="280077"/>
                  </a:lnTo>
                  <a:lnTo>
                    <a:pt x="290513" y="174350"/>
                  </a:lnTo>
                  <a:cubicBezTo>
                    <a:pt x="290513" y="101007"/>
                    <a:pt x="246698" y="87672"/>
                    <a:pt x="220028" y="87672"/>
                  </a:cubicBezTo>
                  <a:close/>
                  <a:moveTo>
                    <a:pt x="36195" y="42"/>
                  </a:moveTo>
                  <a:cubicBezTo>
                    <a:pt x="17145" y="-910"/>
                    <a:pt x="953" y="14330"/>
                    <a:pt x="0" y="33380"/>
                  </a:cubicBezTo>
                  <a:cubicBezTo>
                    <a:pt x="953" y="52430"/>
                    <a:pt x="17145" y="67670"/>
                    <a:pt x="36195" y="66717"/>
                  </a:cubicBezTo>
                  <a:cubicBezTo>
                    <a:pt x="55245" y="67670"/>
                    <a:pt x="71438" y="52430"/>
                    <a:pt x="72390" y="33380"/>
                  </a:cubicBezTo>
                  <a:cubicBezTo>
                    <a:pt x="71438" y="14330"/>
                    <a:pt x="55245" y="-910"/>
                    <a:pt x="36195" y="42"/>
                  </a:cubicBezTo>
                  <a:close/>
                </a:path>
              </a:pathLst>
            </a:custGeom>
            <a:grpFill/>
            <a:ln w="9525" cap="flat">
              <a:noFill/>
              <a:prstDash val="solid"/>
              <a:miter/>
            </a:ln>
          </p:spPr>
          <p:txBody>
            <a:bodyPr rtlCol="0" anchor="ctr"/>
            <a:lstStyle/>
            <a:p>
              <a:endParaRPr lang="fr-FR"/>
            </a:p>
          </p:txBody>
        </p:sp>
        <p:sp>
          <p:nvSpPr>
            <p:cNvPr id="41" name="Graphique 46">
              <a:extLst>
                <a:ext uri="{FF2B5EF4-FFF2-40B4-BE49-F238E27FC236}">
                  <a16:creationId xmlns:a16="http://schemas.microsoft.com/office/drawing/2014/main" id="{7A3026D7-B8D2-CF43-A8B9-46D20FE09DA7}"/>
                </a:ext>
              </a:extLst>
            </p:cNvPr>
            <p:cNvSpPr>
              <a:spLocks noChangeAspect="1"/>
            </p:cNvSpPr>
            <p:nvPr/>
          </p:nvSpPr>
          <p:spPr>
            <a:xfrm>
              <a:off x="11172045" y="6348983"/>
              <a:ext cx="219618" cy="216000"/>
            </a:xfrm>
            <a:custGeom>
              <a:avLst/>
              <a:gdLst>
                <a:gd name="connsiteX0" fmla="*/ 465773 w 929643"/>
                <a:gd name="connsiteY0" fmla="*/ 0 h 914341"/>
                <a:gd name="connsiteX1" fmla="*/ 0 w 929643"/>
                <a:gd name="connsiteY1" fmla="*/ 468630 h 914341"/>
                <a:gd name="connsiteX2" fmla="*/ 318135 w 929643"/>
                <a:gd name="connsiteY2" fmla="*/ 913448 h 914341"/>
                <a:gd name="connsiteX3" fmla="*/ 349568 w 929643"/>
                <a:gd name="connsiteY3" fmla="*/ 890588 h 914341"/>
                <a:gd name="connsiteX4" fmla="*/ 348615 w 929643"/>
                <a:gd name="connsiteY4" fmla="*/ 803910 h 914341"/>
                <a:gd name="connsiteX5" fmla="*/ 192405 w 929643"/>
                <a:gd name="connsiteY5" fmla="*/ 747713 h 914341"/>
                <a:gd name="connsiteX6" fmla="*/ 140970 w 929643"/>
                <a:gd name="connsiteY6" fmla="*/ 679133 h 914341"/>
                <a:gd name="connsiteX7" fmla="*/ 143828 w 929643"/>
                <a:gd name="connsiteY7" fmla="*/ 650558 h 914341"/>
                <a:gd name="connsiteX8" fmla="*/ 215265 w 929643"/>
                <a:gd name="connsiteY8" fmla="*/ 699135 h 914341"/>
                <a:gd name="connsiteX9" fmla="*/ 350520 w 929643"/>
                <a:gd name="connsiteY9" fmla="*/ 738188 h 914341"/>
                <a:gd name="connsiteX10" fmla="*/ 380048 w 929643"/>
                <a:gd name="connsiteY10" fmla="*/ 675323 h 914341"/>
                <a:gd name="connsiteX11" fmla="*/ 168593 w 929643"/>
                <a:gd name="connsiteY11" fmla="*/ 443865 h 914341"/>
                <a:gd name="connsiteX12" fmla="*/ 216218 w 929643"/>
                <a:gd name="connsiteY12" fmla="*/ 318135 h 914341"/>
                <a:gd name="connsiteX13" fmla="*/ 220980 w 929643"/>
                <a:gd name="connsiteY13" fmla="*/ 194310 h 914341"/>
                <a:gd name="connsiteX14" fmla="*/ 348615 w 929643"/>
                <a:gd name="connsiteY14" fmla="*/ 242888 h 914341"/>
                <a:gd name="connsiteX15" fmla="*/ 464820 w 929643"/>
                <a:gd name="connsiteY15" fmla="*/ 227648 h 914341"/>
                <a:gd name="connsiteX16" fmla="*/ 581025 w 929643"/>
                <a:gd name="connsiteY16" fmla="*/ 242888 h 914341"/>
                <a:gd name="connsiteX17" fmla="*/ 708660 w 929643"/>
                <a:gd name="connsiteY17" fmla="*/ 194310 h 914341"/>
                <a:gd name="connsiteX18" fmla="*/ 713423 w 929643"/>
                <a:gd name="connsiteY18" fmla="*/ 318135 h 914341"/>
                <a:gd name="connsiteX19" fmla="*/ 761048 w 929643"/>
                <a:gd name="connsiteY19" fmla="*/ 443865 h 914341"/>
                <a:gd name="connsiteX20" fmla="*/ 548640 w 929643"/>
                <a:gd name="connsiteY20" fmla="*/ 675323 h 914341"/>
                <a:gd name="connsiteX21" fmla="*/ 580073 w 929643"/>
                <a:gd name="connsiteY21" fmla="*/ 762000 h 914341"/>
                <a:gd name="connsiteX22" fmla="*/ 579120 w 929643"/>
                <a:gd name="connsiteY22" fmla="*/ 890588 h 914341"/>
                <a:gd name="connsiteX23" fmla="*/ 610553 w 929643"/>
                <a:gd name="connsiteY23" fmla="*/ 913448 h 914341"/>
                <a:gd name="connsiteX24" fmla="*/ 929640 w 929643"/>
                <a:gd name="connsiteY24" fmla="*/ 468630 h 914341"/>
                <a:gd name="connsiteX25" fmla="*/ 465773 w 929643"/>
                <a:gd name="connsiteY25" fmla="*/ 0 h 914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29643" h="914341">
                  <a:moveTo>
                    <a:pt x="465773" y="0"/>
                  </a:moveTo>
                  <a:cubicBezTo>
                    <a:pt x="207645" y="0"/>
                    <a:pt x="0" y="209550"/>
                    <a:pt x="0" y="468630"/>
                  </a:cubicBezTo>
                  <a:cubicBezTo>
                    <a:pt x="0" y="676275"/>
                    <a:pt x="133350" y="851535"/>
                    <a:pt x="318135" y="913448"/>
                  </a:cubicBezTo>
                  <a:cubicBezTo>
                    <a:pt x="340995" y="918210"/>
                    <a:pt x="349568" y="902970"/>
                    <a:pt x="349568" y="890588"/>
                  </a:cubicBezTo>
                  <a:cubicBezTo>
                    <a:pt x="349568" y="880110"/>
                    <a:pt x="348615" y="842010"/>
                    <a:pt x="348615" y="803910"/>
                  </a:cubicBezTo>
                  <a:cubicBezTo>
                    <a:pt x="219075" y="831533"/>
                    <a:pt x="192405" y="747713"/>
                    <a:pt x="192405" y="747713"/>
                  </a:cubicBezTo>
                  <a:cubicBezTo>
                    <a:pt x="171450" y="693420"/>
                    <a:pt x="140970" y="679133"/>
                    <a:pt x="140970" y="679133"/>
                  </a:cubicBezTo>
                  <a:cubicBezTo>
                    <a:pt x="99060" y="650558"/>
                    <a:pt x="143828" y="650558"/>
                    <a:pt x="143828" y="650558"/>
                  </a:cubicBezTo>
                  <a:cubicBezTo>
                    <a:pt x="190500" y="653415"/>
                    <a:pt x="215265" y="699135"/>
                    <a:pt x="215265" y="699135"/>
                  </a:cubicBezTo>
                  <a:cubicBezTo>
                    <a:pt x="257175" y="770573"/>
                    <a:pt x="323850" y="750570"/>
                    <a:pt x="350520" y="738188"/>
                  </a:cubicBezTo>
                  <a:cubicBezTo>
                    <a:pt x="354330" y="707708"/>
                    <a:pt x="366713" y="686753"/>
                    <a:pt x="380048" y="675323"/>
                  </a:cubicBezTo>
                  <a:cubicBezTo>
                    <a:pt x="277178" y="664845"/>
                    <a:pt x="168593" y="623888"/>
                    <a:pt x="168593" y="443865"/>
                  </a:cubicBezTo>
                  <a:cubicBezTo>
                    <a:pt x="168593" y="392430"/>
                    <a:pt x="186690" y="350520"/>
                    <a:pt x="216218" y="318135"/>
                  </a:cubicBezTo>
                  <a:cubicBezTo>
                    <a:pt x="211455" y="306705"/>
                    <a:pt x="195263" y="258128"/>
                    <a:pt x="220980" y="194310"/>
                  </a:cubicBezTo>
                  <a:cubicBezTo>
                    <a:pt x="220980" y="194310"/>
                    <a:pt x="260033" y="181928"/>
                    <a:pt x="348615" y="242888"/>
                  </a:cubicBezTo>
                  <a:cubicBezTo>
                    <a:pt x="386715" y="232410"/>
                    <a:pt x="425768" y="227648"/>
                    <a:pt x="464820" y="227648"/>
                  </a:cubicBezTo>
                  <a:cubicBezTo>
                    <a:pt x="503873" y="227648"/>
                    <a:pt x="543878" y="233363"/>
                    <a:pt x="581025" y="242888"/>
                  </a:cubicBezTo>
                  <a:cubicBezTo>
                    <a:pt x="669608" y="181928"/>
                    <a:pt x="708660" y="194310"/>
                    <a:pt x="708660" y="194310"/>
                  </a:cubicBezTo>
                  <a:cubicBezTo>
                    <a:pt x="734378" y="259080"/>
                    <a:pt x="718185" y="306705"/>
                    <a:pt x="713423" y="318135"/>
                  </a:cubicBezTo>
                  <a:cubicBezTo>
                    <a:pt x="743903" y="350520"/>
                    <a:pt x="761048" y="392430"/>
                    <a:pt x="761048" y="443865"/>
                  </a:cubicBezTo>
                  <a:cubicBezTo>
                    <a:pt x="761048" y="623888"/>
                    <a:pt x="652463" y="663893"/>
                    <a:pt x="548640" y="675323"/>
                  </a:cubicBezTo>
                  <a:cubicBezTo>
                    <a:pt x="565785" y="689610"/>
                    <a:pt x="580073" y="718185"/>
                    <a:pt x="580073" y="762000"/>
                  </a:cubicBezTo>
                  <a:cubicBezTo>
                    <a:pt x="580073" y="824865"/>
                    <a:pt x="579120" y="875348"/>
                    <a:pt x="579120" y="890588"/>
                  </a:cubicBezTo>
                  <a:cubicBezTo>
                    <a:pt x="579120" y="902970"/>
                    <a:pt x="587693" y="918210"/>
                    <a:pt x="610553" y="913448"/>
                  </a:cubicBezTo>
                  <a:cubicBezTo>
                    <a:pt x="796290" y="851535"/>
                    <a:pt x="929640" y="676275"/>
                    <a:pt x="929640" y="468630"/>
                  </a:cubicBezTo>
                  <a:cubicBezTo>
                    <a:pt x="930593" y="209550"/>
                    <a:pt x="721995" y="0"/>
                    <a:pt x="465773" y="0"/>
                  </a:cubicBezTo>
                  <a:close/>
                </a:path>
              </a:pathLst>
            </a:custGeom>
            <a:grpFill/>
            <a:ln w="9525" cap="flat">
              <a:noFill/>
              <a:prstDash val="solid"/>
              <a:miter/>
            </a:ln>
          </p:spPr>
          <p:txBody>
            <a:bodyPr rtlCol="0" anchor="ctr"/>
            <a:lstStyle/>
            <a:p>
              <a:endParaRPr lang="fr-FR"/>
            </a:p>
          </p:txBody>
        </p:sp>
        <p:sp>
          <p:nvSpPr>
            <p:cNvPr id="42" name="Forme libre : forme 41">
              <a:hlinkClick r:id="rId5"/>
              <a:extLst>
                <a:ext uri="{FF2B5EF4-FFF2-40B4-BE49-F238E27FC236}">
                  <a16:creationId xmlns:a16="http://schemas.microsoft.com/office/drawing/2014/main" id="{60B274D1-EF55-C768-FD82-3ABBD50B803F}"/>
                </a:ext>
              </a:extLst>
            </p:cNvPr>
            <p:cNvSpPr>
              <a:spLocks noChangeAspect="1"/>
            </p:cNvSpPr>
            <p:nvPr/>
          </p:nvSpPr>
          <p:spPr>
            <a:xfrm>
              <a:off x="9141435" y="6348983"/>
              <a:ext cx="94626" cy="216000"/>
            </a:xfrm>
            <a:custGeom>
              <a:avLst/>
              <a:gdLst>
                <a:gd name="connsiteX0" fmla="*/ 81915 w 131445"/>
                <a:gd name="connsiteY0" fmla="*/ 102870 h 300037"/>
                <a:gd name="connsiteX1" fmla="*/ 81915 w 131445"/>
                <a:gd name="connsiteY1" fmla="*/ 69533 h 300037"/>
                <a:gd name="connsiteX2" fmla="*/ 99060 w 131445"/>
                <a:gd name="connsiteY2" fmla="*/ 46673 h 300037"/>
                <a:gd name="connsiteX3" fmla="*/ 127635 w 131445"/>
                <a:gd name="connsiteY3" fmla="*/ 46673 h 300037"/>
                <a:gd name="connsiteX4" fmla="*/ 127635 w 131445"/>
                <a:gd name="connsiteY4" fmla="*/ 0 h 300037"/>
                <a:gd name="connsiteX5" fmla="*/ 93345 w 131445"/>
                <a:gd name="connsiteY5" fmla="*/ 0 h 300037"/>
                <a:gd name="connsiteX6" fmla="*/ 27623 w 131445"/>
                <a:gd name="connsiteY6" fmla="*/ 65723 h 300037"/>
                <a:gd name="connsiteX7" fmla="*/ 27623 w 131445"/>
                <a:gd name="connsiteY7" fmla="*/ 65723 h 300037"/>
                <a:gd name="connsiteX8" fmla="*/ 27623 w 131445"/>
                <a:gd name="connsiteY8" fmla="*/ 102870 h 300037"/>
                <a:gd name="connsiteX9" fmla="*/ 0 w 131445"/>
                <a:gd name="connsiteY9" fmla="*/ 102870 h 300037"/>
                <a:gd name="connsiteX10" fmla="*/ 0 w 131445"/>
                <a:gd name="connsiteY10" fmla="*/ 149543 h 300037"/>
                <a:gd name="connsiteX11" fmla="*/ 27623 w 131445"/>
                <a:gd name="connsiteY11" fmla="*/ 149543 h 300037"/>
                <a:gd name="connsiteX12" fmla="*/ 27623 w 131445"/>
                <a:gd name="connsiteY12" fmla="*/ 300038 h 300037"/>
                <a:gd name="connsiteX13" fmla="*/ 81915 w 131445"/>
                <a:gd name="connsiteY13" fmla="*/ 300038 h 300037"/>
                <a:gd name="connsiteX14" fmla="*/ 81915 w 131445"/>
                <a:gd name="connsiteY14" fmla="*/ 150495 h 300037"/>
                <a:gd name="connsiteX15" fmla="*/ 122873 w 131445"/>
                <a:gd name="connsiteY15" fmla="*/ 150495 h 300037"/>
                <a:gd name="connsiteX16" fmla="*/ 131445 w 131445"/>
                <a:gd name="connsiteY16" fmla="*/ 103823 h 300037"/>
                <a:gd name="connsiteX17" fmla="*/ 81915 w 131445"/>
                <a:gd name="connsiteY17" fmla="*/ 103823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445" h="300037">
                  <a:moveTo>
                    <a:pt x="81915" y="102870"/>
                  </a:moveTo>
                  <a:lnTo>
                    <a:pt x="81915" y="69533"/>
                  </a:lnTo>
                  <a:cubicBezTo>
                    <a:pt x="81915" y="58103"/>
                    <a:pt x="88583" y="46673"/>
                    <a:pt x="99060" y="46673"/>
                  </a:cubicBezTo>
                  <a:lnTo>
                    <a:pt x="127635" y="46673"/>
                  </a:lnTo>
                  <a:lnTo>
                    <a:pt x="127635" y="0"/>
                  </a:lnTo>
                  <a:lnTo>
                    <a:pt x="93345" y="0"/>
                  </a:lnTo>
                  <a:cubicBezTo>
                    <a:pt x="39053" y="1905"/>
                    <a:pt x="28575" y="33338"/>
                    <a:pt x="27623" y="65723"/>
                  </a:cubicBezTo>
                  <a:lnTo>
                    <a:pt x="27623" y="65723"/>
                  </a:lnTo>
                  <a:lnTo>
                    <a:pt x="27623" y="102870"/>
                  </a:lnTo>
                  <a:lnTo>
                    <a:pt x="0" y="102870"/>
                  </a:lnTo>
                  <a:lnTo>
                    <a:pt x="0" y="149543"/>
                  </a:lnTo>
                  <a:lnTo>
                    <a:pt x="27623" y="149543"/>
                  </a:lnTo>
                  <a:lnTo>
                    <a:pt x="27623" y="300038"/>
                  </a:lnTo>
                  <a:lnTo>
                    <a:pt x="81915" y="300038"/>
                  </a:lnTo>
                  <a:lnTo>
                    <a:pt x="81915" y="150495"/>
                  </a:lnTo>
                  <a:lnTo>
                    <a:pt x="122873" y="150495"/>
                  </a:lnTo>
                  <a:lnTo>
                    <a:pt x="131445" y="103823"/>
                  </a:lnTo>
                  <a:lnTo>
                    <a:pt x="81915" y="103823"/>
                  </a:lnTo>
                  <a:close/>
                </a:path>
              </a:pathLst>
            </a:custGeom>
            <a:grpFill/>
            <a:ln w="9525" cap="flat">
              <a:noFill/>
              <a:prstDash val="solid"/>
              <a:miter/>
            </a:ln>
          </p:spPr>
          <p:txBody>
            <a:bodyPr rtlCol="0" anchor="ctr"/>
            <a:lstStyle/>
            <a:p>
              <a:endParaRPr lang="fr-FR"/>
            </a:p>
          </p:txBody>
        </p:sp>
        <p:grpSp>
          <p:nvGrpSpPr>
            <p:cNvPr id="43" name="Graphique 52">
              <a:extLst>
                <a:ext uri="{FF2B5EF4-FFF2-40B4-BE49-F238E27FC236}">
                  <a16:creationId xmlns:a16="http://schemas.microsoft.com/office/drawing/2014/main" id="{93438643-A231-1FD0-E65F-29EF411EC5D8}"/>
                </a:ext>
              </a:extLst>
            </p:cNvPr>
            <p:cNvGrpSpPr>
              <a:grpSpLocks noChangeAspect="1"/>
            </p:cNvGrpSpPr>
            <p:nvPr/>
          </p:nvGrpSpPr>
          <p:grpSpPr>
            <a:xfrm>
              <a:off x="11682243" y="6348983"/>
              <a:ext cx="237342" cy="216000"/>
              <a:chOff x="11711593" y="4221165"/>
              <a:chExt cx="2376487" cy="2162809"/>
            </a:xfrm>
            <a:grpFill/>
          </p:grpSpPr>
          <p:sp>
            <p:nvSpPr>
              <p:cNvPr id="46" name="Forme libre : forme 45">
                <a:extLst>
                  <a:ext uri="{FF2B5EF4-FFF2-40B4-BE49-F238E27FC236}">
                    <a16:creationId xmlns:a16="http://schemas.microsoft.com/office/drawing/2014/main" id="{4DFFD983-2367-4AF8-C957-47E9E35E368C}"/>
                  </a:ext>
                </a:extLst>
              </p:cNvPr>
              <p:cNvSpPr>
                <a:spLocks/>
              </p:cNvSpPr>
              <p:nvPr/>
            </p:nvSpPr>
            <p:spPr>
              <a:xfrm>
                <a:off x="11711593" y="4221165"/>
                <a:ext cx="2376487" cy="2162809"/>
              </a:xfrm>
              <a:custGeom>
                <a:avLst/>
                <a:gdLst>
                  <a:gd name="connsiteX0" fmla="*/ 406718 w 2376487"/>
                  <a:gd name="connsiteY0" fmla="*/ 1917383 h 2162809"/>
                  <a:gd name="connsiteX1" fmla="*/ 762000 w 2376487"/>
                  <a:gd name="connsiteY1" fmla="*/ 1743075 h 2162809"/>
                  <a:gd name="connsiteX2" fmla="*/ 840105 w 2376487"/>
                  <a:gd name="connsiteY2" fmla="*/ 1734503 h 2162809"/>
                  <a:gd name="connsiteX3" fmla="*/ 1169670 w 2376487"/>
                  <a:gd name="connsiteY3" fmla="*/ 1778318 h 2162809"/>
                  <a:gd name="connsiteX4" fmla="*/ 2193608 w 2376487"/>
                  <a:gd name="connsiteY4" fmla="*/ 979170 h 2162809"/>
                  <a:gd name="connsiteX5" fmla="*/ 1169670 w 2376487"/>
                  <a:gd name="connsiteY5" fmla="*/ 180023 h 2162809"/>
                  <a:gd name="connsiteX6" fmla="*/ 145733 w 2376487"/>
                  <a:gd name="connsiteY6" fmla="*/ 979170 h 2162809"/>
                  <a:gd name="connsiteX7" fmla="*/ 406718 w 2376487"/>
                  <a:gd name="connsiteY7" fmla="*/ 1508760 h 2162809"/>
                  <a:gd name="connsiteX8" fmla="*/ 441960 w 2376487"/>
                  <a:gd name="connsiteY8" fmla="*/ 1613535 h 2162809"/>
                  <a:gd name="connsiteX9" fmla="*/ 406718 w 2376487"/>
                  <a:gd name="connsiteY9" fmla="*/ 1917383 h 2162809"/>
                  <a:gd name="connsiteX10" fmla="*/ 372428 w 2376487"/>
                  <a:gd name="connsiteY10" fmla="*/ 2152650 h 2162809"/>
                  <a:gd name="connsiteX11" fmla="*/ 216218 w 2376487"/>
                  <a:gd name="connsiteY11" fmla="*/ 2039303 h 2162809"/>
                  <a:gd name="connsiteX12" fmla="*/ 277178 w 2376487"/>
                  <a:gd name="connsiteY12" fmla="*/ 1596390 h 2162809"/>
                  <a:gd name="connsiteX13" fmla="*/ 0 w 2376487"/>
                  <a:gd name="connsiteY13" fmla="*/ 971550 h 2162809"/>
                  <a:gd name="connsiteX14" fmla="*/ 1189673 w 2376487"/>
                  <a:gd name="connsiteY14" fmla="*/ 0 h 2162809"/>
                  <a:gd name="connsiteX15" fmla="*/ 2376488 w 2376487"/>
                  <a:gd name="connsiteY15" fmla="*/ 971550 h 2162809"/>
                  <a:gd name="connsiteX16" fmla="*/ 1186815 w 2376487"/>
                  <a:gd name="connsiteY16" fmla="*/ 1943100 h 2162809"/>
                  <a:gd name="connsiteX17" fmla="*/ 857250 w 2376487"/>
                  <a:gd name="connsiteY17" fmla="*/ 1907858 h 2162809"/>
                  <a:gd name="connsiteX18" fmla="*/ 372428 w 2376487"/>
                  <a:gd name="connsiteY18" fmla="*/ 2152650 h 2162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376487" h="2162809">
                    <a:moveTo>
                      <a:pt x="406718" y="1917383"/>
                    </a:moveTo>
                    <a:lnTo>
                      <a:pt x="762000" y="1743075"/>
                    </a:lnTo>
                    <a:cubicBezTo>
                      <a:pt x="787718" y="1734503"/>
                      <a:pt x="814388" y="1725930"/>
                      <a:pt x="840105" y="1734503"/>
                    </a:cubicBezTo>
                    <a:cubicBezTo>
                      <a:pt x="944880" y="1760220"/>
                      <a:pt x="1057275" y="1778318"/>
                      <a:pt x="1169670" y="1778318"/>
                    </a:cubicBezTo>
                    <a:cubicBezTo>
                      <a:pt x="1742123" y="1778318"/>
                      <a:pt x="2193608" y="1414463"/>
                      <a:pt x="2193608" y="979170"/>
                    </a:cubicBezTo>
                    <a:cubicBezTo>
                      <a:pt x="2193608" y="543877"/>
                      <a:pt x="1742123" y="180023"/>
                      <a:pt x="1169670" y="180023"/>
                    </a:cubicBezTo>
                    <a:cubicBezTo>
                      <a:pt x="597218" y="180023"/>
                      <a:pt x="145733" y="544830"/>
                      <a:pt x="145733" y="979170"/>
                    </a:cubicBezTo>
                    <a:cubicBezTo>
                      <a:pt x="145733" y="1179195"/>
                      <a:pt x="240983" y="1361123"/>
                      <a:pt x="406718" y="1508760"/>
                    </a:cubicBezTo>
                    <a:cubicBezTo>
                      <a:pt x="432435" y="1534478"/>
                      <a:pt x="450533" y="1569720"/>
                      <a:pt x="441960" y="1613535"/>
                    </a:cubicBezTo>
                    <a:lnTo>
                      <a:pt x="406718" y="1917383"/>
                    </a:lnTo>
                    <a:close/>
                    <a:moveTo>
                      <a:pt x="372428" y="2152650"/>
                    </a:moveTo>
                    <a:cubicBezTo>
                      <a:pt x="294323" y="2187893"/>
                      <a:pt x="207645" y="2126933"/>
                      <a:pt x="216218" y="2039303"/>
                    </a:cubicBezTo>
                    <a:lnTo>
                      <a:pt x="277178" y="1596390"/>
                    </a:lnTo>
                    <a:cubicBezTo>
                      <a:pt x="94298" y="1422083"/>
                      <a:pt x="0" y="1205865"/>
                      <a:pt x="0" y="971550"/>
                    </a:cubicBezTo>
                    <a:cubicBezTo>
                      <a:pt x="0" y="424815"/>
                      <a:pt x="538163" y="0"/>
                      <a:pt x="1189673" y="0"/>
                    </a:cubicBezTo>
                    <a:cubicBezTo>
                      <a:pt x="1841183" y="0"/>
                      <a:pt x="2376488" y="433387"/>
                      <a:pt x="2376488" y="971550"/>
                    </a:cubicBezTo>
                    <a:cubicBezTo>
                      <a:pt x="2376488" y="1509713"/>
                      <a:pt x="1838325" y="1943100"/>
                      <a:pt x="1186815" y="1943100"/>
                    </a:cubicBezTo>
                    <a:cubicBezTo>
                      <a:pt x="1073468" y="1943100"/>
                      <a:pt x="961073" y="1934528"/>
                      <a:pt x="857250" y="1907858"/>
                    </a:cubicBezTo>
                    <a:lnTo>
                      <a:pt x="372428" y="2152650"/>
                    </a:lnTo>
                    <a:close/>
                  </a:path>
                </a:pathLst>
              </a:custGeom>
              <a:grpFill/>
              <a:ln w="9525"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B1B905A5-F7AA-0348-3195-8B418D5679DF}"/>
                  </a:ext>
                </a:extLst>
              </p:cNvPr>
              <p:cNvSpPr>
                <a:spLocks/>
              </p:cNvSpPr>
              <p:nvPr/>
            </p:nvSpPr>
            <p:spPr>
              <a:xfrm>
                <a:off x="12188795" y="4785997"/>
                <a:ext cx="529351" cy="866774"/>
              </a:xfrm>
              <a:custGeom>
                <a:avLst/>
                <a:gdLst>
                  <a:gd name="connsiteX0" fmla="*/ 441960 w 529351"/>
                  <a:gd name="connsiteY0" fmla="*/ 866775 h 866774"/>
                  <a:gd name="connsiteX1" fmla="*/ 381000 w 529351"/>
                  <a:gd name="connsiteY1" fmla="*/ 841057 h 866774"/>
                  <a:gd name="connsiteX2" fmla="*/ 25718 w 529351"/>
                  <a:gd name="connsiteY2" fmla="*/ 494348 h 866774"/>
                  <a:gd name="connsiteX3" fmla="*/ 0 w 529351"/>
                  <a:gd name="connsiteY3" fmla="*/ 433388 h 866774"/>
                  <a:gd name="connsiteX4" fmla="*/ 25718 w 529351"/>
                  <a:gd name="connsiteY4" fmla="*/ 372428 h 866774"/>
                  <a:gd name="connsiteX5" fmla="*/ 381000 w 529351"/>
                  <a:gd name="connsiteY5" fmla="*/ 25717 h 866774"/>
                  <a:gd name="connsiteX6" fmla="*/ 441960 w 529351"/>
                  <a:gd name="connsiteY6" fmla="*/ 0 h 866774"/>
                  <a:gd name="connsiteX7" fmla="*/ 502920 w 529351"/>
                  <a:gd name="connsiteY7" fmla="*/ 25717 h 866774"/>
                  <a:gd name="connsiteX8" fmla="*/ 528638 w 529351"/>
                  <a:gd name="connsiteY8" fmla="*/ 86677 h 866774"/>
                  <a:gd name="connsiteX9" fmla="*/ 502920 w 529351"/>
                  <a:gd name="connsiteY9" fmla="*/ 147638 h 866774"/>
                  <a:gd name="connsiteX10" fmla="*/ 217170 w 529351"/>
                  <a:gd name="connsiteY10" fmla="*/ 433388 h 866774"/>
                  <a:gd name="connsiteX11" fmla="*/ 502920 w 529351"/>
                  <a:gd name="connsiteY11" fmla="*/ 719137 h 866774"/>
                  <a:gd name="connsiteX12" fmla="*/ 502920 w 529351"/>
                  <a:gd name="connsiteY12" fmla="*/ 841057 h 866774"/>
                  <a:gd name="connsiteX13" fmla="*/ 441960 w 529351"/>
                  <a:gd name="connsiteY13" fmla="*/ 866775 h 866774"/>
                  <a:gd name="connsiteX14" fmla="*/ 441960 w 529351"/>
                  <a:gd name="connsiteY14" fmla="*/ 866775 h 866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9351" h="866774">
                    <a:moveTo>
                      <a:pt x="441960" y="866775"/>
                    </a:moveTo>
                    <a:cubicBezTo>
                      <a:pt x="416243" y="866775"/>
                      <a:pt x="398145" y="858203"/>
                      <a:pt x="381000" y="841057"/>
                    </a:cubicBezTo>
                    <a:lnTo>
                      <a:pt x="25718" y="494348"/>
                    </a:lnTo>
                    <a:cubicBezTo>
                      <a:pt x="8573" y="477203"/>
                      <a:pt x="0" y="459105"/>
                      <a:pt x="0" y="433388"/>
                    </a:cubicBezTo>
                    <a:cubicBezTo>
                      <a:pt x="0" y="407670"/>
                      <a:pt x="8573" y="389573"/>
                      <a:pt x="25718" y="372428"/>
                    </a:cubicBezTo>
                    <a:lnTo>
                      <a:pt x="381000" y="25717"/>
                    </a:lnTo>
                    <a:cubicBezTo>
                      <a:pt x="398145" y="8573"/>
                      <a:pt x="416243" y="0"/>
                      <a:pt x="441960" y="0"/>
                    </a:cubicBezTo>
                    <a:cubicBezTo>
                      <a:pt x="467678" y="0"/>
                      <a:pt x="485775" y="8573"/>
                      <a:pt x="502920" y="25717"/>
                    </a:cubicBezTo>
                    <a:cubicBezTo>
                      <a:pt x="520065" y="42863"/>
                      <a:pt x="528638" y="60960"/>
                      <a:pt x="528638" y="86677"/>
                    </a:cubicBezTo>
                    <a:cubicBezTo>
                      <a:pt x="528638" y="112395"/>
                      <a:pt x="520065" y="130492"/>
                      <a:pt x="502920" y="147638"/>
                    </a:cubicBezTo>
                    <a:lnTo>
                      <a:pt x="217170" y="433388"/>
                    </a:lnTo>
                    <a:lnTo>
                      <a:pt x="502920" y="719137"/>
                    </a:lnTo>
                    <a:cubicBezTo>
                      <a:pt x="538163" y="754380"/>
                      <a:pt x="538163" y="805815"/>
                      <a:pt x="502920" y="841057"/>
                    </a:cubicBezTo>
                    <a:cubicBezTo>
                      <a:pt x="494348" y="858203"/>
                      <a:pt x="467678" y="866775"/>
                      <a:pt x="441960" y="866775"/>
                    </a:cubicBezTo>
                    <a:cubicBezTo>
                      <a:pt x="450533" y="866775"/>
                      <a:pt x="441960" y="866775"/>
                      <a:pt x="441960" y="866775"/>
                    </a:cubicBezTo>
                    <a:close/>
                  </a:path>
                </a:pathLst>
              </a:custGeom>
              <a:grpFill/>
              <a:ln w="9525"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C1C73C00-4CE1-6232-D83D-31BECD493A58}"/>
                  </a:ext>
                </a:extLst>
              </p:cNvPr>
              <p:cNvSpPr>
                <a:spLocks/>
              </p:cNvSpPr>
              <p:nvPr/>
            </p:nvSpPr>
            <p:spPr>
              <a:xfrm>
                <a:off x="13072954" y="4785997"/>
                <a:ext cx="529351" cy="866774"/>
              </a:xfrm>
              <a:custGeom>
                <a:avLst/>
                <a:gdLst>
                  <a:gd name="connsiteX0" fmla="*/ 87392 w 529351"/>
                  <a:gd name="connsiteY0" fmla="*/ 866775 h 866774"/>
                  <a:gd name="connsiteX1" fmla="*/ 26432 w 529351"/>
                  <a:gd name="connsiteY1" fmla="*/ 841057 h 866774"/>
                  <a:gd name="connsiteX2" fmla="*/ 26432 w 529351"/>
                  <a:gd name="connsiteY2" fmla="*/ 719137 h 866774"/>
                  <a:gd name="connsiteX3" fmla="*/ 312182 w 529351"/>
                  <a:gd name="connsiteY3" fmla="*/ 433388 h 866774"/>
                  <a:gd name="connsiteX4" fmla="*/ 26432 w 529351"/>
                  <a:gd name="connsiteY4" fmla="*/ 147638 h 866774"/>
                  <a:gd name="connsiteX5" fmla="*/ 714 w 529351"/>
                  <a:gd name="connsiteY5" fmla="*/ 86677 h 866774"/>
                  <a:gd name="connsiteX6" fmla="*/ 26432 w 529351"/>
                  <a:gd name="connsiteY6" fmla="*/ 25717 h 866774"/>
                  <a:gd name="connsiteX7" fmla="*/ 87392 w 529351"/>
                  <a:gd name="connsiteY7" fmla="*/ 0 h 866774"/>
                  <a:gd name="connsiteX8" fmla="*/ 87392 w 529351"/>
                  <a:gd name="connsiteY8" fmla="*/ 0 h 866774"/>
                  <a:gd name="connsiteX9" fmla="*/ 148352 w 529351"/>
                  <a:gd name="connsiteY9" fmla="*/ 25717 h 866774"/>
                  <a:gd name="connsiteX10" fmla="*/ 503634 w 529351"/>
                  <a:gd name="connsiteY10" fmla="*/ 372428 h 866774"/>
                  <a:gd name="connsiteX11" fmla="*/ 529352 w 529351"/>
                  <a:gd name="connsiteY11" fmla="*/ 433388 h 866774"/>
                  <a:gd name="connsiteX12" fmla="*/ 503634 w 529351"/>
                  <a:gd name="connsiteY12" fmla="*/ 494348 h 866774"/>
                  <a:gd name="connsiteX13" fmla="*/ 148352 w 529351"/>
                  <a:gd name="connsiteY13" fmla="*/ 841057 h 866774"/>
                  <a:gd name="connsiteX14" fmla="*/ 87392 w 529351"/>
                  <a:gd name="connsiteY14" fmla="*/ 866775 h 866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9351" h="866774">
                    <a:moveTo>
                      <a:pt x="87392" y="866775"/>
                    </a:moveTo>
                    <a:cubicBezTo>
                      <a:pt x="61674" y="866775"/>
                      <a:pt x="43577" y="858203"/>
                      <a:pt x="26432" y="841057"/>
                    </a:cubicBezTo>
                    <a:cubicBezTo>
                      <a:pt x="-8811" y="805815"/>
                      <a:pt x="-8811" y="754380"/>
                      <a:pt x="26432" y="719137"/>
                    </a:cubicBezTo>
                    <a:lnTo>
                      <a:pt x="312182" y="433388"/>
                    </a:lnTo>
                    <a:lnTo>
                      <a:pt x="26432" y="147638"/>
                    </a:lnTo>
                    <a:cubicBezTo>
                      <a:pt x="9287" y="130492"/>
                      <a:pt x="714" y="112395"/>
                      <a:pt x="714" y="86677"/>
                    </a:cubicBezTo>
                    <a:cubicBezTo>
                      <a:pt x="714" y="60960"/>
                      <a:pt x="9287" y="42863"/>
                      <a:pt x="26432" y="25717"/>
                    </a:cubicBezTo>
                    <a:cubicBezTo>
                      <a:pt x="43577" y="8573"/>
                      <a:pt x="61674" y="0"/>
                      <a:pt x="87392" y="0"/>
                    </a:cubicBezTo>
                    <a:lnTo>
                      <a:pt x="87392" y="0"/>
                    </a:lnTo>
                    <a:cubicBezTo>
                      <a:pt x="113109" y="0"/>
                      <a:pt x="131207" y="8573"/>
                      <a:pt x="148352" y="25717"/>
                    </a:cubicBezTo>
                    <a:lnTo>
                      <a:pt x="503634" y="372428"/>
                    </a:lnTo>
                    <a:cubicBezTo>
                      <a:pt x="520779" y="389573"/>
                      <a:pt x="529352" y="407670"/>
                      <a:pt x="529352" y="433388"/>
                    </a:cubicBezTo>
                    <a:cubicBezTo>
                      <a:pt x="529352" y="459105"/>
                      <a:pt x="520779" y="477203"/>
                      <a:pt x="503634" y="494348"/>
                    </a:cubicBezTo>
                    <a:lnTo>
                      <a:pt x="148352" y="841057"/>
                    </a:lnTo>
                    <a:cubicBezTo>
                      <a:pt x="130254" y="858203"/>
                      <a:pt x="113109" y="866775"/>
                      <a:pt x="87392" y="866775"/>
                    </a:cubicBezTo>
                    <a:close/>
                  </a:path>
                </a:pathLst>
              </a:custGeom>
              <a:grpFill/>
              <a:ln w="9525" cap="flat">
                <a:noFill/>
                <a:prstDash val="solid"/>
                <a:miter/>
              </a:ln>
            </p:spPr>
            <p:txBody>
              <a:bodyPr rtlCol="0" anchor="ctr"/>
              <a:lstStyle/>
              <a:p>
                <a:endParaRPr lang="fr-FR"/>
              </a:p>
            </p:txBody>
          </p:sp>
        </p:grpSp>
        <p:sp>
          <p:nvSpPr>
            <p:cNvPr id="44" name="Forme libre : forme 43">
              <a:hlinkClick r:id="rId6"/>
              <a:extLst>
                <a:ext uri="{FF2B5EF4-FFF2-40B4-BE49-F238E27FC236}">
                  <a16:creationId xmlns:a16="http://schemas.microsoft.com/office/drawing/2014/main" id="{4CAFCF9E-E5FF-6FB8-E3A0-AB8AFC4E8252}"/>
                </a:ext>
              </a:extLst>
            </p:cNvPr>
            <p:cNvSpPr>
              <a:spLocks noChangeAspect="1"/>
            </p:cNvSpPr>
            <p:nvPr/>
          </p:nvSpPr>
          <p:spPr>
            <a:xfrm>
              <a:off x="10120851" y="6348983"/>
              <a:ext cx="185142" cy="216000"/>
            </a:xfrm>
            <a:custGeom>
              <a:avLst/>
              <a:gdLst>
                <a:gd name="connsiteX0" fmla="*/ 218571 w 308571"/>
                <a:gd name="connsiteY0" fmla="*/ 70714 h 360000"/>
                <a:gd name="connsiteX1" fmla="*/ 244285 w 308571"/>
                <a:gd name="connsiteY1" fmla="*/ 70714 h 360000"/>
                <a:gd name="connsiteX2" fmla="*/ 244285 w 308571"/>
                <a:gd name="connsiteY2" fmla="*/ 147857 h 360000"/>
                <a:gd name="connsiteX3" fmla="*/ 218571 w 308571"/>
                <a:gd name="connsiteY3" fmla="*/ 147857 h 360000"/>
                <a:gd name="connsiteX4" fmla="*/ 147857 w 308571"/>
                <a:gd name="connsiteY4" fmla="*/ 70714 h 360000"/>
                <a:gd name="connsiteX5" fmla="*/ 173571 w 308571"/>
                <a:gd name="connsiteY5" fmla="*/ 70714 h 360000"/>
                <a:gd name="connsiteX6" fmla="*/ 173571 w 308571"/>
                <a:gd name="connsiteY6" fmla="*/ 147857 h 360000"/>
                <a:gd name="connsiteX7" fmla="*/ 147857 w 308571"/>
                <a:gd name="connsiteY7" fmla="*/ 147857 h 360000"/>
                <a:gd name="connsiteX8" fmla="*/ 77143 w 308571"/>
                <a:gd name="connsiteY8" fmla="*/ 25715 h 360000"/>
                <a:gd name="connsiteX9" fmla="*/ 77143 w 308571"/>
                <a:gd name="connsiteY9" fmla="*/ 218572 h 360000"/>
                <a:gd name="connsiteX10" fmla="*/ 135000 w 308571"/>
                <a:gd name="connsiteY10" fmla="*/ 218572 h 360000"/>
                <a:gd name="connsiteX11" fmla="*/ 135000 w 308571"/>
                <a:gd name="connsiteY11" fmla="*/ 263572 h 360000"/>
                <a:gd name="connsiteX12" fmla="*/ 180000 w 308571"/>
                <a:gd name="connsiteY12" fmla="*/ 218572 h 360000"/>
                <a:gd name="connsiteX13" fmla="*/ 231428 w 308571"/>
                <a:gd name="connsiteY13" fmla="*/ 218572 h 360000"/>
                <a:gd name="connsiteX14" fmla="*/ 282857 w 308571"/>
                <a:gd name="connsiteY14" fmla="*/ 167143 h 360000"/>
                <a:gd name="connsiteX15" fmla="*/ 282857 w 308571"/>
                <a:gd name="connsiteY15" fmla="*/ 25715 h 360000"/>
                <a:gd name="connsiteX16" fmla="*/ 64286 w 308571"/>
                <a:gd name="connsiteY16" fmla="*/ 0 h 360000"/>
                <a:gd name="connsiteX17" fmla="*/ 308571 w 308571"/>
                <a:gd name="connsiteY17" fmla="*/ 0 h 360000"/>
                <a:gd name="connsiteX18" fmla="*/ 308571 w 308571"/>
                <a:gd name="connsiteY18" fmla="*/ 180000 h 360000"/>
                <a:gd name="connsiteX19" fmla="*/ 192857 w 308571"/>
                <a:gd name="connsiteY19" fmla="*/ 295715 h 360000"/>
                <a:gd name="connsiteX20" fmla="*/ 141428 w 308571"/>
                <a:gd name="connsiteY20" fmla="*/ 295715 h 360000"/>
                <a:gd name="connsiteX21" fmla="*/ 77143 w 308571"/>
                <a:gd name="connsiteY21" fmla="*/ 360000 h 360000"/>
                <a:gd name="connsiteX22" fmla="*/ 77143 w 308571"/>
                <a:gd name="connsiteY22" fmla="*/ 295715 h 360000"/>
                <a:gd name="connsiteX23" fmla="*/ 0 w 308571"/>
                <a:gd name="connsiteY23" fmla="*/ 295715 h 360000"/>
                <a:gd name="connsiteX24" fmla="*/ 0 w 308571"/>
                <a:gd name="connsiteY24" fmla="*/ 64286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8571" h="360000">
                  <a:moveTo>
                    <a:pt x="218571" y="70714"/>
                  </a:moveTo>
                  <a:lnTo>
                    <a:pt x="244285" y="70714"/>
                  </a:lnTo>
                  <a:lnTo>
                    <a:pt x="244285" y="147857"/>
                  </a:lnTo>
                  <a:lnTo>
                    <a:pt x="218571" y="147857"/>
                  </a:lnTo>
                  <a:close/>
                  <a:moveTo>
                    <a:pt x="147857" y="70714"/>
                  </a:moveTo>
                  <a:lnTo>
                    <a:pt x="173571" y="70714"/>
                  </a:lnTo>
                  <a:lnTo>
                    <a:pt x="173571" y="147857"/>
                  </a:lnTo>
                  <a:lnTo>
                    <a:pt x="147857" y="147857"/>
                  </a:lnTo>
                  <a:close/>
                  <a:moveTo>
                    <a:pt x="77143" y="25715"/>
                  </a:moveTo>
                  <a:lnTo>
                    <a:pt x="77143" y="218572"/>
                  </a:lnTo>
                  <a:lnTo>
                    <a:pt x="135000" y="218572"/>
                  </a:lnTo>
                  <a:lnTo>
                    <a:pt x="135000" y="263572"/>
                  </a:lnTo>
                  <a:lnTo>
                    <a:pt x="180000" y="218572"/>
                  </a:lnTo>
                  <a:lnTo>
                    <a:pt x="231428" y="218572"/>
                  </a:lnTo>
                  <a:lnTo>
                    <a:pt x="282857" y="167143"/>
                  </a:lnTo>
                  <a:lnTo>
                    <a:pt x="282857" y="25715"/>
                  </a:lnTo>
                  <a:close/>
                  <a:moveTo>
                    <a:pt x="64286" y="0"/>
                  </a:moveTo>
                  <a:lnTo>
                    <a:pt x="308571" y="0"/>
                  </a:lnTo>
                  <a:lnTo>
                    <a:pt x="308571" y="180000"/>
                  </a:lnTo>
                  <a:lnTo>
                    <a:pt x="192857" y="295715"/>
                  </a:lnTo>
                  <a:lnTo>
                    <a:pt x="141428" y="295715"/>
                  </a:lnTo>
                  <a:lnTo>
                    <a:pt x="77143" y="360000"/>
                  </a:lnTo>
                  <a:lnTo>
                    <a:pt x="77143" y="295715"/>
                  </a:lnTo>
                  <a:lnTo>
                    <a:pt x="0" y="295715"/>
                  </a:lnTo>
                  <a:lnTo>
                    <a:pt x="0" y="64286"/>
                  </a:lnTo>
                  <a:close/>
                </a:path>
              </a:pathLst>
            </a:custGeom>
            <a:grpFill/>
            <a:ln w="2449" cap="flat">
              <a:noFill/>
              <a:prstDash val="solid"/>
              <a:miter/>
            </a:ln>
          </p:spPr>
          <p:txBody>
            <a:bodyPr rtlCol="0" anchor="ctr"/>
            <a:lstStyle/>
            <a:p>
              <a:endParaRPr lang="fr-FR"/>
            </a:p>
          </p:txBody>
        </p:sp>
        <p:sp>
          <p:nvSpPr>
            <p:cNvPr id="45" name="Graphique 50">
              <a:hlinkClick r:id="rId7"/>
              <a:extLst>
                <a:ext uri="{FF2B5EF4-FFF2-40B4-BE49-F238E27FC236}">
                  <a16:creationId xmlns:a16="http://schemas.microsoft.com/office/drawing/2014/main" id="{AF3C992C-DBFA-9F41-F679-71F0A1BD5BEF}"/>
                </a:ext>
              </a:extLst>
            </p:cNvPr>
            <p:cNvSpPr>
              <a:spLocks noChangeAspect="1"/>
            </p:cNvSpPr>
            <p:nvPr/>
          </p:nvSpPr>
          <p:spPr>
            <a:xfrm>
              <a:off x="10596570" y="6348983"/>
              <a:ext cx="284898" cy="216000"/>
            </a:xfrm>
            <a:custGeom>
              <a:avLst/>
              <a:gdLst>
                <a:gd name="connsiteX0" fmla="*/ 1026033 w 1211090"/>
                <a:gd name="connsiteY0" fmla="*/ 77153 h 918210"/>
                <a:gd name="connsiteX1" fmla="*/ 776478 w 1211090"/>
                <a:gd name="connsiteY1" fmla="*/ 0 h 918210"/>
                <a:gd name="connsiteX2" fmla="*/ 744093 w 1211090"/>
                <a:gd name="connsiteY2" fmla="*/ 64770 h 918210"/>
                <a:gd name="connsiteX3" fmla="*/ 466915 w 1211090"/>
                <a:gd name="connsiteY3" fmla="*/ 64770 h 918210"/>
                <a:gd name="connsiteX4" fmla="*/ 434530 w 1211090"/>
                <a:gd name="connsiteY4" fmla="*/ 0 h 918210"/>
                <a:gd name="connsiteX5" fmla="*/ 184975 w 1211090"/>
                <a:gd name="connsiteY5" fmla="*/ 77153 h 918210"/>
                <a:gd name="connsiteX6" fmla="*/ 4953 w 1211090"/>
                <a:gd name="connsiteY6" fmla="*/ 763905 h 918210"/>
                <a:gd name="connsiteX7" fmla="*/ 4953 w 1211090"/>
                <a:gd name="connsiteY7" fmla="*/ 763905 h 918210"/>
                <a:gd name="connsiteX8" fmla="*/ 311658 w 1211090"/>
                <a:gd name="connsiteY8" fmla="*/ 918210 h 918210"/>
                <a:gd name="connsiteX9" fmla="*/ 377380 w 1211090"/>
                <a:gd name="connsiteY9" fmla="*/ 812483 h 918210"/>
                <a:gd name="connsiteX10" fmla="*/ 273558 w 1211090"/>
                <a:gd name="connsiteY10" fmla="*/ 762953 h 918210"/>
                <a:gd name="connsiteX11" fmla="*/ 299275 w 1211090"/>
                <a:gd name="connsiteY11" fmla="*/ 743903 h 918210"/>
                <a:gd name="connsiteX12" fmla="*/ 911733 w 1211090"/>
                <a:gd name="connsiteY12" fmla="*/ 743903 h 918210"/>
                <a:gd name="connsiteX13" fmla="*/ 937450 w 1211090"/>
                <a:gd name="connsiteY13" fmla="*/ 762953 h 918210"/>
                <a:gd name="connsiteX14" fmla="*/ 833628 w 1211090"/>
                <a:gd name="connsiteY14" fmla="*/ 812483 h 918210"/>
                <a:gd name="connsiteX15" fmla="*/ 899350 w 1211090"/>
                <a:gd name="connsiteY15" fmla="*/ 918210 h 918210"/>
                <a:gd name="connsiteX16" fmla="*/ 1206055 w 1211090"/>
                <a:gd name="connsiteY16" fmla="*/ 764858 h 918210"/>
                <a:gd name="connsiteX17" fmla="*/ 1206055 w 1211090"/>
                <a:gd name="connsiteY17" fmla="*/ 764858 h 918210"/>
                <a:gd name="connsiteX18" fmla="*/ 1026033 w 1211090"/>
                <a:gd name="connsiteY18" fmla="*/ 77153 h 918210"/>
                <a:gd name="connsiteX19" fmla="*/ 405003 w 1211090"/>
                <a:gd name="connsiteY19" fmla="*/ 625793 h 918210"/>
                <a:gd name="connsiteX20" fmla="*/ 295465 w 1211090"/>
                <a:gd name="connsiteY20" fmla="*/ 504825 h 918210"/>
                <a:gd name="connsiteX21" fmla="*/ 404050 w 1211090"/>
                <a:gd name="connsiteY21" fmla="*/ 383858 h 918210"/>
                <a:gd name="connsiteX22" fmla="*/ 513588 w 1211090"/>
                <a:gd name="connsiteY22" fmla="*/ 504825 h 918210"/>
                <a:gd name="connsiteX23" fmla="*/ 405003 w 1211090"/>
                <a:gd name="connsiteY23" fmla="*/ 625793 h 918210"/>
                <a:gd name="connsiteX24" fmla="*/ 806958 w 1211090"/>
                <a:gd name="connsiteY24" fmla="*/ 625793 h 918210"/>
                <a:gd name="connsiteX25" fmla="*/ 698373 w 1211090"/>
                <a:gd name="connsiteY25" fmla="*/ 504825 h 918210"/>
                <a:gd name="connsiteX26" fmla="*/ 806958 w 1211090"/>
                <a:gd name="connsiteY26" fmla="*/ 383858 h 918210"/>
                <a:gd name="connsiteX27" fmla="*/ 915543 w 1211090"/>
                <a:gd name="connsiteY27" fmla="*/ 504825 h 918210"/>
                <a:gd name="connsiteX28" fmla="*/ 806958 w 1211090"/>
                <a:gd name="connsiteY28" fmla="*/ 625793 h 91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11090" h="918210">
                  <a:moveTo>
                    <a:pt x="1026033" y="77153"/>
                  </a:moveTo>
                  <a:cubicBezTo>
                    <a:pt x="946023" y="40005"/>
                    <a:pt x="862203" y="14288"/>
                    <a:pt x="776478" y="0"/>
                  </a:cubicBezTo>
                  <a:cubicBezTo>
                    <a:pt x="765048" y="20955"/>
                    <a:pt x="753618" y="42863"/>
                    <a:pt x="744093" y="64770"/>
                  </a:cubicBezTo>
                  <a:cubicBezTo>
                    <a:pt x="652653" y="50483"/>
                    <a:pt x="558355" y="50483"/>
                    <a:pt x="466915" y="64770"/>
                  </a:cubicBezTo>
                  <a:cubicBezTo>
                    <a:pt x="457390" y="42863"/>
                    <a:pt x="446913" y="20955"/>
                    <a:pt x="434530" y="0"/>
                  </a:cubicBezTo>
                  <a:cubicBezTo>
                    <a:pt x="347853" y="14288"/>
                    <a:pt x="264033" y="40958"/>
                    <a:pt x="184975" y="77153"/>
                  </a:cubicBezTo>
                  <a:cubicBezTo>
                    <a:pt x="26860" y="311468"/>
                    <a:pt x="-16002" y="539115"/>
                    <a:pt x="4953" y="763905"/>
                  </a:cubicBezTo>
                  <a:lnTo>
                    <a:pt x="4953" y="763905"/>
                  </a:lnTo>
                  <a:cubicBezTo>
                    <a:pt x="97345" y="832485"/>
                    <a:pt x="201168" y="883920"/>
                    <a:pt x="311658" y="918210"/>
                  </a:cubicBezTo>
                  <a:cubicBezTo>
                    <a:pt x="336423" y="884873"/>
                    <a:pt x="358330" y="849630"/>
                    <a:pt x="377380" y="812483"/>
                  </a:cubicBezTo>
                  <a:cubicBezTo>
                    <a:pt x="341185" y="799148"/>
                    <a:pt x="306895" y="782955"/>
                    <a:pt x="273558" y="762953"/>
                  </a:cubicBezTo>
                  <a:cubicBezTo>
                    <a:pt x="282130" y="756285"/>
                    <a:pt x="290703" y="750570"/>
                    <a:pt x="299275" y="743903"/>
                  </a:cubicBezTo>
                  <a:cubicBezTo>
                    <a:pt x="493585" y="835343"/>
                    <a:pt x="718375" y="835343"/>
                    <a:pt x="911733" y="743903"/>
                  </a:cubicBezTo>
                  <a:cubicBezTo>
                    <a:pt x="920305" y="750570"/>
                    <a:pt x="928878" y="757238"/>
                    <a:pt x="937450" y="762953"/>
                  </a:cubicBezTo>
                  <a:cubicBezTo>
                    <a:pt x="904113" y="782003"/>
                    <a:pt x="869823" y="799148"/>
                    <a:pt x="833628" y="812483"/>
                  </a:cubicBezTo>
                  <a:cubicBezTo>
                    <a:pt x="852678" y="849630"/>
                    <a:pt x="874585" y="884873"/>
                    <a:pt x="899350" y="918210"/>
                  </a:cubicBezTo>
                  <a:cubicBezTo>
                    <a:pt x="1009840" y="884873"/>
                    <a:pt x="1113663" y="832485"/>
                    <a:pt x="1206055" y="764858"/>
                  </a:cubicBezTo>
                  <a:lnTo>
                    <a:pt x="1206055" y="764858"/>
                  </a:lnTo>
                  <a:cubicBezTo>
                    <a:pt x="1230820" y="502920"/>
                    <a:pt x="1163193" y="277178"/>
                    <a:pt x="1026033" y="77153"/>
                  </a:cubicBezTo>
                  <a:close/>
                  <a:moveTo>
                    <a:pt x="405003" y="625793"/>
                  </a:moveTo>
                  <a:cubicBezTo>
                    <a:pt x="344995" y="625793"/>
                    <a:pt x="295465" y="571500"/>
                    <a:pt x="295465" y="504825"/>
                  </a:cubicBezTo>
                  <a:cubicBezTo>
                    <a:pt x="295465" y="438150"/>
                    <a:pt x="343090" y="383858"/>
                    <a:pt x="404050" y="383858"/>
                  </a:cubicBezTo>
                  <a:cubicBezTo>
                    <a:pt x="465010" y="383858"/>
                    <a:pt x="514540" y="438150"/>
                    <a:pt x="513588" y="504825"/>
                  </a:cubicBezTo>
                  <a:cubicBezTo>
                    <a:pt x="512635" y="571500"/>
                    <a:pt x="465010" y="625793"/>
                    <a:pt x="405003" y="625793"/>
                  </a:cubicBezTo>
                  <a:close/>
                  <a:moveTo>
                    <a:pt x="806958" y="625793"/>
                  </a:moveTo>
                  <a:cubicBezTo>
                    <a:pt x="746950" y="625793"/>
                    <a:pt x="698373" y="571500"/>
                    <a:pt x="698373" y="504825"/>
                  </a:cubicBezTo>
                  <a:cubicBezTo>
                    <a:pt x="698373" y="438150"/>
                    <a:pt x="745998" y="383858"/>
                    <a:pt x="806958" y="383858"/>
                  </a:cubicBezTo>
                  <a:cubicBezTo>
                    <a:pt x="867918" y="383858"/>
                    <a:pt x="916495" y="438150"/>
                    <a:pt x="915543" y="504825"/>
                  </a:cubicBezTo>
                  <a:cubicBezTo>
                    <a:pt x="914590" y="571500"/>
                    <a:pt x="867918" y="625793"/>
                    <a:pt x="806958" y="625793"/>
                  </a:cubicBezTo>
                  <a:close/>
                </a:path>
              </a:pathLst>
            </a:custGeom>
            <a:grpFill/>
            <a:ln w="9525" cap="flat">
              <a:noFill/>
              <a:prstDash val="solid"/>
              <a:miter/>
            </a:ln>
          </p:spPr>
          <p:txBody>
            <a:bodyPr rtlCol="0" anchor="ctr"/>
            <a:lstStyle/>
            <a:p>
              <a:endParaRPr lang="fr-FR"/>
            </a:p>
          </p:txBody>
        </p:sp>
      </p:grpSp>
      <p:sp>
        <p:nvSpPr>
          <p:cNvPr id="49" name="Ellipse 48">
            <a:extLst>
              <a:ext uri="{FF2B5EF4-FFF2-40B4-BE49-F238E27FC236}">
                <a16:creationId xmlns:a16="http://schemas.microsoft.com/office/drawing/2014/main" id="{142F02DC-8581-ACA8-525D-4EE6A9A4D688}"/>
              </a:ext>
            </a:extLst>
          </p:cNvPr>
          <p:cNvSpPr/>
          <p:nvPr userDrawn="1"/>
        </p:nvSpPr>
        <p:spPr>
          <a:xfrm>
            <a:off x="1199086" y="2970785"/>
            <a:ext cx="982090" cy="98209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Espace réservé pour une image  25">
            <a:extLst>
              <a:ext uri="{FF2B5EF4-FFF2-40B4-BE49-F238E27FC236}">
                <a16:creationId xmlns:a16="http://schemas.microsoft.com/office/drawing/2014/main" id="{9F0E3779-C187-72E0-A64C-8852035369AF}"/>
              </a:ext>
            </a:extLst>
          </p:cNvPr>
          <p:cNvSpPr>
            <a:spLocks noGrp="1"/>
          </p:cNvSpPr>
          <p:nvPr>
            <p:ph type="pic" sz="quarter" idx="18" hasCustomPrompt="1"/>
          </p:nvPr>
        </p:nvSpPr>
        <p:spPr>
          <a:xfrm>
            <a:off x="1265712" y="3037109"/>
            <a:ext cx="848838" cy="849444"/>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51" name="Espace réservé du texte 4">
            <a:extLst>
              <a:ext uri="{FF2B5EF4-FFF2-40B4-BE49-F238E27FC236}">
                <a16:creationId xmlns:a16="http://schemas.microsoft.com/office/drawing/2014/main" id="{0ED11694-F6BC-473B-AC26-DCF267ECBF63}"/>
              </a:ext>
            </a:extLst>
          </p:cNvPr>
          <p:cNvSpPr>
            <a:spLocks noGrp="1"/>
          </p:cNvSpPr>
          <p:nvPr>
            <p:ph type="body" sz="quarter" idx="19" hasCustomPrompt="1"/>
          </p:nvPr>
        </p:nvSpPr>
        <p:spPr>
          <a:xfrm>
            <a:off x="1211637" y="4086734"/>
            <a:ext cx="2785327" cy="276999"/>
          </a:xfrm>
        </p:spPr>
        <p:txBody>
          <a:bodyPr wrap="square" tIns="0" bIns="0">
            <a:spAutoFit/>
          </a:bodyPr>
          <a:lstStyle>
            <a:lvl1pPr marL="0" indent="0" algn="l">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a:t>First name LAST NAME</a:t>
            </a:r>
          </a:p>
        </p:txBody>
      </p:sp>
      <p:sp>
        <p:nvSpPr>
          <p:cNvPr id="52" name="Espace réservé du texte 4">
            <a:extLst>
              <a:ext uri="{FF2B5EF4-FFF2-40B4-BE49-F238E27FC236}">
                <a16:creationId xmlns:a16="http://schemas.microsoft.com/office/drawing/2014/main" id="{DDB90BA3-97F6-5E70-69A9-8D6D2AE207B6}"/>
              </a:ext>
            </a:extLst>
          </p:cNvPr>
          <p:cNvSpPr>
            <a:spLocks noGrp="1"/>
          </p:cNvSpPr>
          <p:nvPr>
            <p:ph type="body" sz="quarter" idx="20" hasCustomPrompt="1"/>
          </p:nvPr>
        </p:nvSpPr>
        <p:spPr>
          <a:xfrm>
            <a:off x="1211638" y="4374975"/>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Function</a:t>
            </a:r>
          </a:p>
        </p:txBody>
      </p:sp>
      <p:sp>
        <p:nvSpPr>
          <p:cNvPr id="55" name="Forme libre : forme 54">
            <a:extLst>
              <a:ext uri="{FF2B5EF4-FFF2-40B4-BE49-F238E27FC236}">
                <a16:creationId xmlns:a16="http://schemas.microsoft.com/office/drawing/2014/main" id="{B77E450D-379E-F4ED-9C46-32A167668519}"/>
              </a:ext>
            </a:extLst>
          </p:cNvPr>
          <p:cNvSpPr/>
          <p:nvPr userDrawn="1"/>
        </p:nvSpPr>
        <p:spPr>
          <a:xfrm>
            <a:off x="1219978" y="4912369"/>
            <a:ext cx="201628" cy="148543"/>
          </a:xfrm>
          <a:custGeom>
            <a:avLst/>
            <a:gdLst>
              <a:gd name="connsiteX0" fmla="*/ 0 w 4130650"/>
              <a:gd name="connsiteY0" fmla="*/ 858316 h 3043122"/>
              <a:gd name="connsiteX1" fmla="*/ 1940966 w 4130650"/>
              <a:gd name="connsiteY1" fmla="*/ 2043378 h 3043122"/>
              <a:gd name="connsiteX2" fmla="*/ 2062887 w 4130650"/>
              <a:gd name="connsiteY2" fmla="*/ 2077516 h 3043122"/>
              <a:gd name="connsiteX3" fmla="*/ 2184807 w 4130650"/>
              <a:gd name="connsiteY3" fmla="*/ 2043378 h 3043122"/>
              <a:gd name="connsiteX4" fmla="*/ 4130650 w 4130650"/>
              <a:gd name="connsiteY4" fmla="*/ 858316 h 3043122"/>
              <a:gd name="connsiteX5" fmla="*/ 4130650 w 4130650"/>
              <a:gd name="connsiteY5" fmla="*/ 2433522 h 3043122"/>
              <a:gd name="connsiteX6" fmla="*/ 3521050 w 4130650"/>
              <a:gd name="connsiteY6" fmla="*/ 3043122 h 3043122"/>
              <a:gd name="connsiteX7" fmla="*/ 609600 w 4130650"/>
              <a:gd name="connsiteY7" fmla="*/ 3043122 h 3043122"/>
              <a:gd name="connsiteX8" fmla="*/ 0 w 4130650"/>
              <a:gd name="connsiteY8" fmla="*/ 2433522 h 3043122"/>
              <a:gd name="connsiteX9" fmla="*/ 609600 w 4130650"/>
              <a:gd name="connsiteY9" fmla="*/ 0 h 3043122"/>
              <a:gd name="connsiteX10" fmla="*/ 3521050 w 4130650"/>
              <a:gd name="connsiteY10" fmla="*/ 0 h 3043122"/>
              <a:gd name="connsiteX11" fmla="*/ 4111142 w 4130650"/>
              <a:gd name="connsiteY11" fmla="*/ 477926 h 3043122"/>
              <a:gd name="connsiteX12" fmla="*/ 2067763 w 4130650"/>
              <a:gd name="connsiteY12" fmla="*/ 1726387 h 3043122"/>
              <a:gd name="connsiteX13" fmla="*/ 19507 w 4130650"/>
              <a:gd name="connsiteY13" fmla="*/ 477926 h 3043122"/>
              <a:gd name="connsiteX14" fmla="*/ 609600 w 4130650"/>
              <a:gd name="connsiteY14" fmla="*/ 0 h 304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30650" h="3043122">
                <a:moveTo>
                  <a:pt x="0" y="858316"/>
                </a:moveTo>
                <a:lnTo>
                  <a:pt x="1940966" y="2043378"/>
                </a:lnTo>
                <a:cubicBezTo>
                  <a:pt x="1979981" y="2067762"/>
                  <a:pt x="2023872" y="2077516"/>
                  <a:pt x="2062887" y="2077516"/>
                </a:cubicBezTo>
                <a:cubicBezTo>
                  <a:pt x="2101901" y="2077516"/>
                  <a:pt x="2145792" y="2067762"/>
                  <a:pt x="2184807" y="2043378"/>
                </a:cubicBezTo>
                <a:lnTo>
                  <a:pt x="4130650" y="858316"/>
                </a:lnTo>
                <a:lnTo>
                  <a:pt x="4130650" y="2433522"/>
                </a:lnTo>
                <a:cubicBezTo>
                  <a:pt x="4130650" y="2770022"/>
                  <a:pt x="3857549" y="3043122"/>
                  <a:pt x="3521050" y="3043122"/>
                </a:cubicBezTo>
                <a:lnTo>
                  <a:pt x="609600" y="3043122"/>
                </a:lnTo>
                <a:cubicBezTo>
                  <a:pt x="273101" y="3043122"/>
                  <a:pt x="0" y="2770022"/>
                  <a:pt x="0" y="2433522"/>
                </a:cubicBezTo>
                <a:close/>
                <a:moveTo>
                  <a:pt x="609600" y="0"/>
                </a:moveTo>
                <a:lnTo>
                  <a:pt x="3521050" y="0"/>
                </a:lnTo>
                <a:cubicBezTo>
                  <a:pt x="3808781" y="0"/>
                  <a:pt x="4052621" y="204826"/>
                  <a:pt x="4111142" y="477926"/>
                </a:cubicBezTo>
                <a:lnTo>
                  <a:pt x="2067763" y="1726387"/>
                </a:lnTo>
                <a:lnTo>
                  <a:pt x="19507" y="477926"/>
                </a:lnTo>
                <a:cubicBezTo>
                  <a:pt x="78029" y="204826"/>
                  <a:pt x="321869" y="0"/>
                  <a:pt x="609600" y="0"/>
                </a:cubicBezTo>
                <a:close/>
              </a:path>
            </a:pathLst>
          </a:custGeom>
          <a:solidFill>
            <a:schemeClr val="bg1"/>
          </a:solidFill>
          <a:ln w="9525" cap="flat">
            <a:noFill/>
            <a:prstDash val="solid"/>
            <a:miter/>
          </a:ln>
        </p:spPr>
        <p:txBody>
          <a:bodyPr rtlCol="0" anchor="ctr"/>
          <a:lstStyle/>
          <a:p>
            <a:endParaRPr lang="fr-FR"/>
          </a:p>
        </p:txBody>
      </p:sp>
      <p:sp>
        <p:nvSpPr>
          <p:cNvPr id="56" name="Graphique 31">
            <a:extLst>
              <a:ext uri="{FF2B5EF4-FFF2-40B4-BE49-F238E27FC236}">
                <a16:creationId xmlns:a16="http://schemas.microsoft.com/office/drawing/2014/main" id="{3C7308E4-98B5-029A-8483-C5DE0D0CEC45}"/>
              </a:ext>
            </a:extLst>
          </p:cNvPr>
          <p:cNvSpPr/>
          <p:nvPr userDrawn="1"/>
        </p:nvSpPr>
        <p:spPr>
          <a:xfrm>
            <a:off x="1239799" y="5216312"/>
            <a:ext cx="153232" cy="243162"/>
          </a:xfrm>
          <a:custGeom>
            <a:avLst/>
            <a:gdLst>
              <a:gd name="connsiteX0" fmla="*/ 2221230 w 2324100"/>
              <a:gd name="connsiteY0" fmla="*/ 103251 h 3688080"/>
              <a:gd name="connsiteX1" fmla="*/ 2221230 w 2324100"/>
              <a:gd name="connsiteY1" fmla="*/ 102870 h 3688080"/>
              <a:gd name="connsiteX2" fmla="*/ 1973961 w 2324100"/>
              <a:gd name="connsiteY2" fmla="*/ 0 h 3688080"/>
              <a:gd name="connsiteX3" fmla="*/ 349758 w 2324100"/>
              <a:gd name="connsiteY3" fmla="*/ 0 h 3688080"/>
              <a:gd name="connsiteX4" fmla="*/ 0 w 2324100"/>
              <a:gd name="connsiteY4" fmla="*/ 349758 h 3688080"/>
              <a:gd name="connsiteX5" fmla="*/ 0 w 2324100"/>
              <a:gd name="connsiteY5" fmla="*/ 3337941 h 3688080"/>
              <a:gd name="connsiteX6" fmla="*/ 102870 w 2324100"/>
              <a:gd name="connsiteY6" fmla="*/ 3585210 h 3688080"/>
              <a:gd name="connsiteX7" fmla="*/ 349758 w 2324100"/>
              <a:gd name="connsiteY7" fmla="*/ 3688080 h 3688080"/>
              <a:gd name="connsiteX8" fmla="*/ 1974342 w 2324100"/>
              <a:gd name="connsiteY8" fmla="*/ 3688080 h 3688080"/>
              <a:gd name="connsiteX9" fmla="*/ 2221230 w 2324100"/>
              <a:gd name="connsiteY9" fmla="*/ 3585210 h 3688080"/>
              <a:gd name="connsiteX10" fmla="*/ 2324100 w 2324100"/>
              <a:gd name="connsiteY10" fmla="*/ 3338322 h 3688080"/>
              <a:gd name="connsiteX11" fmla="*/ 2324100 w 2324100"/>
              <a:gd name="connsiteY11" fmla="*/ 350139 h 3688080"/>
              <a:gd name="connsiteX12" fmla="*/ 2221230 w 2324100"/>
              <a:gd name="connsiteY12" fmla="*/ 103251 h 3688080"/>
              <a:gd name="connsiteX13" fmla="*/ 1162050 w 2324100"/>
              <a:gd name="connsiteY13" fmla="*/ 3450717 h 3688080"/>
              <a:gd name="connsiteX14" fmla="*/ 1162050 w 2324100"/>
              <a:gd name="connsiteY14" fmla="*/ 3450717 h 3688080"/>
              <a:gd name="connsiteX15" fmla="*/ 1067562 w 2324100"/>
              <a:gd name="connsiteY15" fmla="*/ 3356229 h 3688080"/>
              <a:gd name="connsiteX16" fmla="*/ 1162050 w 2324100"/>
              <a:gd name="connsiteY16" fmla="*/ 3261741 h 3688080"/>
              <a:gd name="connsiteX17" fmla="*/ 1256538 w 2324100"/>
              <a:gd name="connsiteY17" fmla="*/ 3356229 h 3688080"/>
              <a:gd name="connsiteX18" fmla="*/ 1162050 w 2324100"/>
              <a:gd name="connsiteY18" fmla="*/ 3450717 h 3688080"/>
              <a:gd name="connsiteX19" fmla="*/ 2046351 w 2324100"/>
              <a:gd name="connsiteY19" fmla="*/ 2857500 h 3688080"/>
              <a:gd name="connsiteX20" fmla="*/ 1817751 w 2324100"/>
              <a:gd name="connsiteY20" fmla="*/ 3086100 h 3688080"/>
              <a:gd name="connsiteX21" fmla="*/ 505968 w 2324100"/>
              <a:gd name="connsiteY21" fmla="*/ 3086100 h 3688080"/>
              <a:gd name="connsiteX22" fmla="*/ 277368 w 2324100"/>
              <a:gd name="connsiteY22" fmla="*/ 2857500 h 3688080"/>
              <a:gd name="connsiteX23" fmla="*/ 277368 w 2324100"/>
              <a:gd name="connsiteY23" fmla="*/ 630555 h 3688080"/>
              <a:gd name="connsiteX24" fmla="*/ 505968 w 2324100"/>
              <a:gd name="connsiteY24" fmla="*/ 401955 h 3688080"/>
              <a:gd name="connsiteX25" fmla="*/ 1818132 w 2324100"/>
              <a:gd name="connsiteY25" fmla="*/ 401955 h 3688080"/>
              <a:gd name="connsiteX26" fmla="*/ 2046732 w 2324100"/>
              <a:gd name="connsiteY26" fmla="*/ 630555 h 3688080"/>
              <a:gd name="connsiteX27" fmla="*/ 2046351 w 2324100"/>
              <a:gd name="connsiteY27" fmla="*/ 2857500 h 3688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324100" h="3688080">
                <a:moveTo>
                  <a:pt x="2221230" y="103251"/>
                </a:moveTo>
                <a:lnTo>
                  <a:pt x="2221230" y="102870"/>
                </a:lnTo>
                <a:cubicBezTo>
                  <a:pt x="2155765" y="37062"/>
                  <a:pt x="2066782" y="38"/>
                  <a:pt x="1973961" y="0"/>
                </a:cubicBezTo>
                <a:lnTo>
                  <a:pt x="349758" y="0"/>
                </a:lnTo>
                <a:cubicBezTo>
                  <a:pt x="156848" y="629"/>
                  <a:pt x="629" y="156848"/>
                  <a:pt x="0" y="349758"/>
                </a:cubicBezTo>
                <a:lnTo>
                  <a:pt x="0" y="3337941"/>
                </a:lnTo>
                <a:cubicBezTo>
                  <a:pt x="38" y="3430762"/>
                  <a:pt x="37062" y="3519745"/>
                  <a:pt x="102870" y="3585210"/>
                </a:cubicBezTo>
                <a:cubicBezTo>
                  <a:pt x="168240" y="3650923"/>
                  <a:pt x="257070" y="3687937"/>
                  <a:pt x="349758" y="3688080"/>
                </a:cubicBezTo>
                <a:lnTo>
                  <a:pt x="1974342" y="3688080"/>
                </a:lnTo>
                <a:cubicBezTo>
                  <a:pt x="2067030" y="3687937"/>
                  <a:pt x="2155860" y="3650923"/>
                  <a:pt x="2221230" y="3585210"/>
                </a:cubicBezTo>
                <a:cubicBezTo>
                  <a:pt x="2286943" y="3519840"/>
                  <a:pt x="2323957" y="3431010"/>
                  <a:pt x="2324100" y="3338322"/>
                </a:cubicBezTo>
                <a:lnTo>
                  <a:pt x="2324100" y="350139"/>
                </a:lnTo>
                <a:cubicBezTo>
                  <a:pt x="2323957" y="257451"/>
                  <a:pt x="2286943" y="168621"/>
                  <a:pt x="2221230" y="103251"/>
                </a:cubicBezTo>
                <a:close/>
                <a:moveTo>
                  <a:pt x="1162050" y="3450717"/>
                </a:moveTo>
                <a:lnTo>
                  <a:pt x="1162050" y="3450717"/>
                </a:lnTo>
                <a:cubicBezTo>
                  <a:pt x="1109863" y="3450717"/>
                  <a:pt x="1067562" y="3408416"/>
                  <a:pt x="1067562" y="3356229"/>
                </a:cubicBezTo>
                <a:cubicBezTo>
                  <a:pt x="1067562" y="3304042"/>
                  <a:pt x="1109863" y="3261741"/>
                  <a:pt x="1162050" y="3261741"/>
                </a:cubicBezTo>
                <a:cubicBezTo>
                  <a:pt x="1214238" y="3261741"/>
                  <a:pt x="1256538" y="3304042"/>
                  <a:pt x="1256538" y="3356229"/>
                </a:cubicBezTo>
                <a:cubicBezTo>
                  <a:pt x="1256538" y="3408416"/>
                  <a:pt x="1214238" y="3450717"/>
                  <a:pt x="1162050" y="3450717"/>
                </a:cubicBezTo>
                <a:close/>
                <a:moveTo>
                  <a:pt x="2046351" y="2857500"/>
                </a:moveTo>
                <a:cubicBezTo>
                  <a:pt x="2046351" y="2983754"/>
                  <a:pt x="1944005" y="3086100"/>
                  <a:pt x="1817751" y="3086100"/>
                </a:cubicBezTo>
                <a:lnTo>
                  <a:pt x="505968" y="3086100"/>
                </a:lnTo>
                <a:cubicBezTo>
                  <a:pt x="379714" y="3086100"/>
                  <a:pt x="277368" y="2983754"/>
                  <a:pt x="277368" y="2857500"/>
                </a:cubicBezTo>
                <a:lnTo>
                  <a:pt x="277368" y="630555"/>
                </a:lnTo>
                <a:cubicBezTo>
                  <a:pt x="277368" y="504301"/>
                  <a:pt x="379714" y="401955"/>
                  <a:pt x="505968" y="401955"/>
                </a:cubicBezTo>
                <a:lnTo>
                  <a:pt x="1818132" y="401955"/>
                </a:lnTo>
                <a:cubicBezTo>
                  <a:pt x="1944386" y="401955"/>
                  <a:pt x="2046732" y="504301"/>
                  <a:pt x="2046732" y="630555"/>
                </a:cubicBezTo>
                <a:lnTo>
                  <a:pt x="2046351" y="2857500"/>
                </a:lnTo>
                <a:close/>
              </a:path>
            </a:pathLst>
          </a:custGeom>
          <a:solidFill>
            <a:schemeClr val="bg1"/>
          </a:solidFill>
          <a:ln w="9525" cap="flat">
            <a:noFill/>
            <a:prstDash val="solid"/>
            <a:miter/>
          </a:ln>
        </p:spPr>
        <p:txBody>
          <a:bodyPr rtlCol="0" anchor="ctr"/>
          <a:lstStyle/>
          <a:p>
            <a:endParaRPr lang="fr-FR"/>
          </a:p>
        </p:txBody>
      </p:sp>
      <p:cxnSp>
        <p:nvCxnSpPr>
          <p:cNvPr id="57" name="Connecteur droit 56">
            <a:extLst>
              <a:ext uri="{FF2B5EF4-FFF2-40B4-BE49-F238E27FC236}">
                <a16:creationId xmlns:a16="http://schemas.microsoft.com/office/drawing/2014/main" id="{F4D47A22-04D5-1C2E-311A-D6B4652796B1}"/>
              </a:ext>
            </a:extLst>
          </p:cNvPr>
          <p:cNvCxnSpPr/>
          <p:nvPr userDrawn="1"/>
        </p:nvCxnSpPr>
        <p:spPr>
          <a:xfrm>
            <a:off x="1202939" y="4706672"/>
            <a:ext cx="2253939"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64" name="Espace réservé du texte 4">
            <a:extLst>
              <a:ext uri="{FF2B5EF4-FFF2-40B4-BE49-F238E27FC236}">
                <a16:creationId xmlns:a16="http://schemas.microsoft.com/office/drawing/2014/main" id="{5B72CB9D-1D06-3AF5-2452-937725F5C5D8}"/>
              </a:ext>
            </a:extLst>
          </p:cNvPr>
          <p:cNvSpPr>
            <a:spLocks noGrp="1"/>
          </p:cNvSpPr>
          <p:nvPr>
            <p:ph type="body" sz="quarter" idx="21" hasCustomPrompt="1"/>
          </p:nvPr>
        </p:nvSpPr>
        <p:spPr>
          <a:xfrm>
            <a:off x="1537017" y="490060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firstname.lastname@ovh.com</a:t>
            </a:r>
          </a:p>
        </p:txBody>
      </p:sp>
      <p:sp>
        <p:nvSpPr>
          <p:cNvPr id="66" name="Espace réservé du texte 4">
            <a:extLst>
              <a:ext uri="{FF2B5EF4-FFF2-40B4-BE49-F238E27FC236}">
                <a16:creationId xmlns:a16="http://schemas.microsoft.com/office/drawing/2014/main" id="{3D6B6F01-9BC9-688B-3C6C-78D6D4D4DEE5}"/>
              </a:ext>
            </a:extLst>
          </p:cNvPr>
          <p:cNvSpPr>
            <a:spLocks noGrp="1"/>
          </p:cNvSpPr>
          <p:nvPr>
            <p:ph type="body" sz="quarter" idx="22" hasCustomPrompt="1"/>
          </p:nvPr>
        </p:nvSpPr>
        <p:spPr>
          <a:xfrm>
            <a:off x="1537017" y="525874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+33 0 00 00 00 00 </a:t>
            </a:r>
          </a:p>
        </p:txBody>
      </p:sp>
      <p:sp>
        <p:nvSpPr>
          <p:cNvPr id="76" name="Ellipse 75">
            <a:extLst>
              <a:ext uri="{FF2B5EF4-FFF2-40B4-BE49-F238E27FC236}">
                <a16:creationId xmlns:a16="http://schemas.microsoft.com/office/drawing/2014/main" id="{1F373509-0560-592D-7698-2196E298FA4B}"/>
              </a:ext>
            </a:extLst>
          </p:cNvPr>
          <p:cNvSpPr/>
          <p:nvPr userDrawn="1"/>
        </p:nvSpPr>
        <p:spPr>
          <a:xfrm>
            <a:off x="8561911" y="2970785"/>
            <a:ext cx="982090" cy="98209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Espace réservé pour une image  25">
            <a:extLst>
              <a:ext uri="{FF2B5EF4-FFF2-40B4-BE49-F238E27FC236}">
                <a16:creationId xmlns:a16="http://schemas.microsoft.com/office/drawing/2014/main" id="{A44E2240-D47F-410E-3DB7-CB3D16D77B5E}"/>
              </a:ext>
            </a:extLst>
          </p:cNvPr>
          <p:cNvSpPr>
            <a:spLocks noGrp="1"/>
          </p:cNvSpPr>
          <p:nvPr>
            <p:ph type="pic" sz="quarter" idx="28" hasCustomPrompt="1"/>
          </p:nvPr>
        </p:nvSpPr>
        <p:spPr>
          <a:xfrm>
            <a:off x="8628537" y="3037109"/>
            <a:ext cx="848838" cy="849444"/>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78" name="Espace réservé du texte 4">
            <a:extLst>
              <a:ext uri="{FF2B5EF4-FFF2-40B4-BE49-F238E27FC236}">
                <a16:creationId xmlns:a16="http://schemas.microsoft.com/office/drawing/2014/main" id="{18ADAE46-C69D-B072-A463-3C8DDB5DEC6E}"/>
              </a:ext>
            </a:extLst>
          </p:cNvPr>
          <p:cNvSpPr>
            <a:spLocks noGrp="1"/>
          </p:cNvSpPr>
          <p:nvPr>
            <p:ph type="body" sz="quarter" idx="29" hasCustomPrompt="1"/>
          </p:nvPr>
        </p:nvSpPr>
        <p:spPr>
          <a:xfrm>
            <a:off x="8574463" y="4086734"/>
            <a:ext cx="2572962" cy="276999"/>
          </a:xfrm>
        </p:spPr>
        <p:txBody>
          <a:bodyPr wrap="square" tIns="0" bIns="0">
            <a:spAutoFit/>
          </a:bodyPr>
          <a:lstStyle>
            <a:lvl1pPr marL="0" indent="0" algn="l">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a:t>First name LAST NAME</a:t>
            </a:r>
          </a:p>
        </p:txBody>
      </p:sp>
      <p:sp>
        <p:nvSpPr>
          <p:cNvPr id="79" name="Espace réservé du texte 4">
            <a:extLst>
              <a:ext uri="{FF2B5EF4-FFF2-40B4-BE49-F238E27FC236}">
                <a16:creationId xmlns:a16="http://schemas.microsoft.com/office/drawing/2014/main" id="{A22A6A43-34F2-2A81-BB40-DB16A3DE6951}"/>
              </a:ext>
            </a:extLst>
          </p:cNvPr>
          <p:cNvSpPr>
            <a:spLocks noGrp="1"/>
          </p:cNvSpPr>
          <p:nvPr>
            <p:ph type="body" sz="quarter" idx="30" hasCustomPrompt="1"/>
          </p:nvPr>
        </p:nvSpPr>
        <p:spPr>
          <a:xfrm>
            <a:off x="8574463" y="4374975"/>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Function</a:t>
            </a:r>
          </a:p>
        </p:txBody>
      </p:sp>
      <p:sp>
        <p:nvSpPr>
          <p:cNvPr id="80" name="Forme libre : forme 79">
            <a:extLst>
              <a:ext uri="{FF2B5EF4-FFF2-40B4-BE49-F238E27FC236}">
                <a16:creationId xmlns:a16="http://schemas.microsoft.com/office/drawing/2014/main" id="{E4543FE1-259E-296B-B412-7F68D2B77B9B}"/>
              </a:ext>
            </a:extLst>
          </p:cNvPr>
          <p:cNvSpPr/>
          <p:nvPr userDrawn="1"/>
        </p:nvSpPr>
        <p:spPr>
          <a:xfrm>
            <a:off x="8582803" y="4912369"/>
            <a:ext cx="201628" cy="148543"/>
          </a:xfrm>
          <a:custGeom>
            <a:avLst/>
            <a:gdLst>
              <a:gd name="connsiteX0" fmla="*/ 0 w 4130650"/>
              <a:gd name="connsiteY0" fmla="*/ 858316 h 3043122"/>
              <a:gd name="connsiteX1" fmla="*/ 1940966 w 4130650"/>
              <a:gd name="connsiteY1" fmla="*/ 2043378 h 3043122"/>
              <a:gd name="connsiteX2" fmla="*/ 2062887 w 4130650"/>
              <a:gd name="connsiteY2" fmla="*/ 2077516 h 3043122"/>
              <a:gd name="connsiteX3" fmla="*/ 2184807 w 4130650"/>
              <a:gd name="connsiteY3" fmla="*/ 2043378 h 3043122"/>
              <a:gd name="connsiteX4" fmla="*/ 4130650 w 4130650"/>
              <a:gd name="connsiteY4" fmla="*/ 858316 h 3043122"/>
              <a:gd name="connsiteX5" fmla="*/ 4130650 w 4130650"/>
              <a:gd name="connsiteY5" fmla="*/ 2433522 h 3043122"/>
              <a:gd name="connsiteX6" fmla="*/ 3521050 w 4130650"/>
              <a:gd name="connsiteY6" fmla="*/ 3043122 h 3043122"/>
              <a:gd name="connsiteX7" fmla="*/ 609600 w 4130650"/>
              <a:gd name="connsiteY7" fmla="*/ 3043122 h 3043122"/>
              <a:gd name="connsiteX8" fmla="*/ 0 w 4130650"/>
              <a:gd name="connsiteY8" fmla="*/ 2433522 h 3043122"/>
              <a:gd name="connsiteX9" fmla="*/ 609600 w 4130650"/>
              <a:gd name="connsiteY9" fmla="*/ 0 h 3043122"/>
              <a:gd name="connsiteX10" fmla="*/ 3521050 w 4130650"/>
              <a:gd name="connsiteY10" fmla="*/ 0 h 3043122"/>
              <a:gd name="connsiteX11" fmla="*/ 4111142 w 4130650"/>
              <a:gd name="connsiteY11" fmla="*/ 477926 h 3043122"/>
              <a:gd name="connsiteX12" fmla="*/ 2067763 w 4130650"/>
              <a:gd name="connsiteY12" fmla="*/ 1726387 h 3043122"/>
              <a:gd name="connsiteX13" fmla="*/ 19507 w 4130650"/>
              <a:gd name="connsiteY13" fmla="*/ 477926 h 3043122"/>
              <a:gd name="connsiteX14" fmla="*/ 609600 w 4130650"/>
              <a:gd name="connsiteY14" fmla="*/ 0 h 304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30650" h="3043122">
                <a:moveTo>
                  <a:pt x="0" y="858316"/>
                </a:moveTo>
                <a:lnTo>
                  <a:pt x="1940966" y="2043378"/>
                </a:lnTo>
                <a:cubicBezTo>
                  <a:pt x="1979981" y="2067762"/>
                  <a:pt x="2023872" y="2077516"/>
                  <a:pt x="2062887" y="2077516"/>
                </a:cubicBezTo>
                <a:cubicBezTo>
                  <a:pt x="2101901" y="2077516"/>
                  <a:pt x="2145792" y="2067762"/>
                  <a:pt x="2184807" y="2043378"/>
                </a:cubicBezTo>
                <a:lnTo>
                  <a:pt x="4130650" y="858316"/>
                </a:lnTo>
                <a:lnTo>
                  <a:pt x="4130650" y="2433522"/>
                </a:lnTo>
                <a:cubicBezTo>
                  <a:pt x="4130650" y="2770022"/>
                  <a:pt x="3857549" y="3043122"/>
                  <a:pt x="3521050" y="3043122"/>
                </a:cubicBezTo>
                <a:lnTo>
                  <a:pt x="609600" y="3043122"/>
                </a:lnTo>
                <a:cubicBezTo>
                  <a:pt x="273101" y="3043122"/>
                  <a:pt x="0" y="2770022"/>
                  <a:pt x="0" y="2433522"/>
                </a:cubicBezTo>
                <a:close/>
                <a:moveTo>
                  <a:pt x="609600" y="0"/>
                </a:moveTo>
                <a:lnTo>
                  <a:pt x="3521050" y="0"/>
                </a:lnTo>
                <a:cubicBezTo>
                  <a:pt x="3808781" y="0"/>
                  <a:pt x="4052621" y="204826"/>
                  <a:pt x="4111142" y="477926"/>
                </a:cubicBezTo>
                <a:lnTo>
                  <a:pt x="2067763" y="1726387"/>
                </a:lnTo>
                <a:lnTo>
                  <a:pt x="19507" y="477926"/>
                </a:lnTo>
                <a:cubicBezTo>
                  <a:pt x="78029" y="204826"/>
                  <a:pt x="321869" y="0"/>
                  <a:pt x="609600" y="0"/>
                </a:cubicBezTo>
                <a:close/>
              </a:path>
            </a:pathLst>
          </a:custGeom>
          <a:solidFill>
            <a:schemeClr val="bg1"/>
          </a:solidFill>
          <a:ln w="9525" cap="flat">
            <a:noFill/>
            <a:prstDash val="solid"/>
            <a:miter/>
          </a:ln>
        </p:spPr>
        <p:txBody>
          <a:bodyPr rtlCol="0" anchor="ctr"/>
          <a:lstStyle/>
          <a:p>
            <a:endParaRPr lang="fr-FR"/>
          </a:p>
        </p:txBody>
      </p:sp>
      <p:sp>
        <p:nvSpPr>
          <p:cNvPr id="81" name="Graphique 31">
            <a:extLst>
              <a:ext uri="{FF2B5EF4-FFF2-40B4-BE49-F238E27FC236}">
                <a16:creationId xmlns:a16="http://schemas.microsoft.com/office/drawing/2014/main" id="{6A932195-A051-186E-DCE1-2AEB680A6725}"/>
              </a:ext>
            </a:extLst>
          </p:cNvPr>
          <p:cNvSpPr/>
          <p:nvPr userDrawn="1"/>
        </p:nvSpPr>
        <p:spPr>
          <a:xfrm>
            <a:off x="8602624" y="5216312"/>
            <a:ext cx="153232" cy="243162"/>
          </a:xfrm>
          <a:custGeom>
            <a:avLst/>
            <a:gdLst>
              <a:gd name="connsiteX0" fmla="*/ 2221230 w 2324100"/>
              <a:gd name="connsiteY0" fmla="*/ 103251 h 3688080"/>
              <a:gd name="connsiteX1" fmla="*/ 2221230 w 2324100"/>
              <a:gd name="connsiteY1" fmla="*/ 102870 h 3688080"/>
              <a:gd name="connsiteX2" fmla="*/ 1973961 w 2324100"/>
              <a:gd name="connsiteY2" fmla="*/ 0 h 3688080"/>
              <a:gd name="connsiteX3" fmla="*/ 349758 w 2324100"/>
              <a:gd name="connsiteY3" fmla="*/ 0 h 3688080"/>
              <a:gd name="connsiteX4" fmla="*/ 0 w 2324100"/>
              <a:gd name="connsiteY4" fmla="*/ 349758 h 3688080"/>
              <a:gd name="connsiteX5" fmla="*/ 0 w 2324100"/>
              <a:gd name="connsiteY5" fmla="*/ 3337941 h 3688080"/>
              <a:gd name="connsiteX6" fmla="*/ 102870 w 2324100"/>
              <a:gd name="connsiteY6" fmla="*/ 3585210 h 3688080"/>
              <a:gd name="connsiteX7" fmla="*/ 349758 w 2324100"/>
              <a:gd name="connsiteY7" fmla="*/ 3688080 h 3688080"/>
              <a:gd name="connsiteX8" fmla="*/ 1974342 w 2324100"/>
              <a:gd name="connsiteY8" fmla="*/ 3688080 h 3688080"/>
              <a:gd name="connsiteX9" fmla="*/ 2221230 w 2324100"/>
              <a:gd name="connsiteY9" fmla="*/ 3585210 h 3688080"/>
              <a:gd name="connsiteX10" fmla="*/ 2324100 w 2324100"/>
              <a:gd name="connsiteY10" fmla="*/ 3338322 h 3688080"/>
              <a:gd name="connsiteX11" fmla="*/ 2324100 w 2324100"/>
              <a:gd name="connsiteY11" fmla="*/ 350139 h 3688080"/>
              <a:gd name="connsiteX12" fmla="*/ 2221230 w 2324100"/>
              <a:gd name="connsiteY12" fmla="*/ 103251 h 3688080"/>
              <a:gd name="connsiteX13" fmla="*/ 1162050 w 2324100"/>
              <a:gd name="connsiteY13" fmla="*/ 3450717 h 3688080"/>
              <a:gd name="connsiteX14" fmla="*/ 1162050 w 2324100"/>
              <a:gd name="connsiteY14" fmla="*/ 3450717 h 3688080"/>
              <a:gd name="connsiteX15" fmla="*/ 1067562 w 2324100"/>
              <a:gd name="connsiteY15" fmla="*/ 3356229 h 3688080"/>
              <a:gd name="connsiteX16" fmla="*/ 1162050 w 2324100"/>
              <a:gd name="connsiteY16" fmla="*/ 3261741 h 3688080"/>
              <a:gd name="connsiteX17" fmla="*/ 1256538 w 2324100"/>
              <a:gd name="connsiteY17" fmla="*/ 3356229 h 3688080"/>
              <a:gd name="connsiteX18" fmla="*/ 1162050 w 2324100"/>
              <a:gd name="connsiteY18" fmla="*/ 3450717 h 3688080"/>
              <a:gd name="connsiteX19" fmla="*/ 2046351 w 2324100"/>
              <a:gd name="connsiteY19" fmla="*/ 2857500 h 3688080"/>
              <a:gd name="connsiteX20" fmla="*/ 1817751 w 2324100"/>
              <a:gd name="connsiteY20" fmla="*/ 3086100 h 3688080"/>
              <a:gd name="connsiteX21" fmla="*/ 505968 w 2324100"/>
              <a:gd name="connsiteY21" fmla="*/ 3086100 h 3688080"/>
              <a:gd name="connsiteX22" fmla="*/ 277368 w 2324100"/>
              <a:gd name="connsiteY22" fmla="*/ 2857500 h 3688080"/>
              <a:gd name="connsiteX23" fmla="*/ 277368 w 2324100"/>
              <a:gd name="connsiteY23" fmla="*/ 630555 h 3688080"/>
              <a:gd name="connsiteX24" fmla="*/ 505968 w 2324100"/>
              <a:gd name="connsiteY24" fmla="*/ 401955 h 3688080"/>
              <a:gd name="connsiteX25" fmla="*/ 1818132 w 2324100"/>
              <a:gd name="connsiteY25" fmla="*/ 401955 h 3688080"/>
              <a:gd name="connsiteX26" fmla="*/ 2046732 w 2324100"/>
              <a:gd name="connsiteY26" fmla="*/ 630555 h 3688080"/>
              <a:gd name="connsiteX27" fmla="*/ 2046351 w 2324100"/>
              <a:gd name="connsiteY27" fmla="*/ 2857500 h 3688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324100" h="3688080">
                <a:moveTo>
                  <a:pt x="2221230" y="103251"/>
                </a:moveTo>
                <a:lnTo>
                  <a:pt x="2221230" y="102870"/>
                </a:lnTo>
                <a:cubicBezTo>
                  <a:pt x="2155765" y="37062"/>
                  <a:pt x="2066782" y="38"/>
                  <a:pt x="1973961" y="0"/>
                </a:cubicBezTo>
                <a:lnTo>
                  <a:pt x="349758" y="0"/>
                </a:lnTo>
                <a:cubicBezTo>
                  <a:pt x="156848" y="629"/>
                  <a:pt x="629" y="156848"/>
                  <a:pt x="0" y="349758"/>
                </a:cubicBezTo>
                <a:lnTo>
                  <a:pt x="0" y="3337941"/>
                </a:lnTo>
                <a:cubicBezTo>
                  <a:pt x="38" y="3430762"/>
                  <a:pt x="37062" y="3519745"/>
                  <a:pt x="102870" y="3585210"/>
                </a:cubicBezTo>
                <a:cubicBezTo>
                  <a:pt x="168240" y="3650923"/>
                  <a:pt x="257070" y="3687937"/>
                  <a:pt x="349758" y="3688080"/>
                </a:cubicBezTo>
                <a:lnTo>
                  <a:pt x="1974342" y="3688080"/>
                </a:lnTo>
                <a:cubicBezTo>
                  <a:pt x="2067030" y="3687937"/>
                  <a:pt x="2155860" y="3650923"/>
                  <a:pt x="2221230" y="3585210"/>
                </a:cubicBezTo>
                <a:cubicBezTo>
                  <a:pt x="2286943" y="3519840"/>
                  <a:pt x="2323957" y="3431010"/>
                  <a:pt x="2324100" y="3338322"/>
                </a:cubicBezTo>
                <a:lnTo>
                  <a:pt x="2324100" y="350139"/>
                </a:lnTo>
                <a:cubicBezTo>
                  <a:pt x="2323957" y="257451"/>
                  <a:pt x="2286943" y="168621"/>
                  <a:pt x="2221230" y="103251"/>
                </a:cubicBezTo>
                <a:close/>
                <a:moveTo>
                  <a:pt x="1162050" y="3450717"/>
                </a:moveTo>
                <a:lnTo>
                  <a:pt x="1162050" y="3450717"/>
                </a:lnTo>
                <a:cubicBezTo>
                  <a:pt x="1109863" y="3450717"/>
                  <a:pt x="1067562" y="3408416"/>
                  <a:pt x="1067562" y="3356229"/>
                </a:cubicBezTo>
                <a:cubicBezTo>
                  <a:pt x="1067562" y="3304042"/>
                  <a:pt x="1109863" y="3261741"/>
                  <a:pt x="1162050" y="3261741"/>
                </a:cubicBezTo>
                <a:cubicBezTo>
                  <a:pt x="1214238" y="3261741"/>
                  <a:pt x="1256538" y="3304042"/>
                  <a:pt x="1256538" y="3356229"/>
                </a:cubicBezTo>
                <a:cubicBezTo>
                  <a:pt x="1256538" y="3408416"/>
                  <a:pt x="1214238" y="3450717"/>
                  <a:pt x="1162050" y="3450717"/>
                </a:cubicBezTo>
                <a:close/>
                <a:moveTo>
                  <a:pt x="2046351" y="2857500"/>
                </a:moveTo>
                <a:cubicBezTo>
                  <a:pt x="2046351" y="2983754"/>
                  <a:pt x="1944005" y="3086100"/>
                  <a:pt x="1817751" y="3086100"/>
                </a:cubicBezTo>
                <a:lnTo>
                  <a:pt x="505968" y="3086100"/>
                </a:lnTo>
                <a:cubicBezTo>
                  <a:pt x="379714" y="3086100"/>
                  <a:pt x="277368" y="2983754"/>
                  <a:pt x="277368" y="2857500"/>
                </a:cubicBezTo>
                <a:lnTo>
                  <a:pt x="277368" y="630555"/>
                </a:lnTo>
                <a:cubicBezTo>
                  <a:pt x="277368" y="504301"/>
                  <a:pt x="379714" y="401955"/>
                  <a:pt x="505968" y="401955"/>
                </a:cubicBezTo>
                <a:lnTo>
                  <a:pt x="1818132" y="401955"/>
                </a:lnTo>
                <a:cubicBezTo>
                  <a:pt x="1944386" y="401955"/>
                  <a:pt x="2046732" y="504301"/>
                  <a:pt x="2046732" y="630555"/>
                </a:cubicBezTo>
                <a:lnTo>
                  <a:pt x="2046351" y="2857500"/>
                </a:lnTo>
                <a:close/>
              </a:path>
            </a:pathLst>
          </a:custGeom>
          <a:solidFill>
            <a:schemeClr val="bg1"/>
          </a:solidFill>
          <a:ln w="9525" cap="flat">
            <a:noFill/>
            <a:prstDash val="solid"/>
            <a:miter/>
          </a:ln>
        </p:spPr>
        <p:txBody>
          <a:bodyPr rtlCol="0" anchor="ctr"/>
          <a:lstStyle/>
          <a:p>
            <a:endParaRPr lang="fr-FR"/>
          </a:p>
        </p:txBody>
      </p:sp>
      <p:cxnSp>
        <p:nvCxnSpPr>
          <p:cNvPr id="82" name="Connecteur droit 81">
            <a:extLst>
              <a:ext uri="{FF2B5EF4-FFF2-40B4-BE49-F238E27FC236}">
                <a16:creationId xmlns:a16="http://schemas.microsoft.com/office/drawing/2014/main" id="{BB7095DD-8FC1-5AD7-F9CF-E1D190C694CD}"/>
              </a:ext>
            </a:extLst>
          </p:cNvPr>
          <p:cNvCxnSpPr/>
          <p:nvPr userDrawn="1"/>
        </p:nvCxnSpPr>
        <p:spPr>
          <a:xfrm>
            <a:off x="8565764" y="4706672"/>
            <a:ext cx="2253939"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83" name="Espace réservé du texte 4">
            <a:extLst>
              <a:ext uri="{FF2B5EF4-FFF2-40B4-BE49-F238E27FC236}">
                <a16:creationId xmlns:a16="http://schemas.microsoft.com/office/drawing/2014/main" id="{48EAEBB6-9394-695E-C316-9FEB1C3D7B19}"/>
              </a:ext>
            </a:extLst>
          </p:cNvPr>
          <p:cNvSpPr>
            <a:spLocks noGrp="1"/>
          </p:cNvSpPr>
          <p:nvPr>
            <p:ph type="body" sz="quarter" idx="31" hasCustomPrompt="1"/>
          </p:nvPr>
        </p:nvSpPr>
        <p:spPr>
          <a:xfrm>
            <a:off x="8899842" y="490060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firstname.lastname@ovh.com</a:t>
            </a:r>
          </a:p>
        </p:txBody>
      </p:sp>
      <p:sp>
        <p:nvSpPr>
          <p:cNvPr id="84" name="Espace réservé du texte 4">
            <a:extLst>
              <a:ext uri="{FF2B5EF4-FFF2-40B4-BE49-F238E27FC236}">
                <a16:creationId xmlns:a16="http://schemas.microsoft.com/office/drawing/2014/main" id="{F44C5EFF-1A12-AA97-1E75-44D1468EFDDB}"/>
              </a:ext>
            </a:extLst>
          </p:cNvPr>
          <p:cNvSpPr>
            <a:spLocks noGrp="1"/>
          </p:cNvSpPr>
          <p:nvPr>
            <p:ph type="body" sz="quarter" idx="32" hasCustomPrompt="1"/>
          </p:nvPr>
        </p:nvSpPr>
        <p:spPr>
          <a:xfrm>
            <a:off x="8899842" y="525874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+33 0 00 00 00 00 </a:t>
            </a:r>
          </a:p>
        </p:txBody>
      </p:sp>
      <p:sp>
        <p:nvSpPr>
          <p:cNvPr id="85" name="Titre 1">
            <a:extLst>
              <a:ext uri="{FF2B5EF4-FFF2-40B4-BE49-F238E27FC236}">
                <a16:creationId xmlns:a16="http://schemas.microsoft.com/office/drawing/2014/main" id="{286E90F2-8666-2DE7-6A14-4464149218D6}"/>
              </a:ext>
            </a:extLst>
          </p:cNvPr>
          <p:cNvSpPr>
            <a:spLocks noGrp="1"/>
          </p:cNvSpPr>
          <p:nvPr>
            <p:ph type="title" hasCustomPrompt="1"/>
          </p:nvPr>
        </p:nvSpPr>
        <p:spPr>
          <a:xfrm>
            <a:off x="1199086" y="1807281"/>
            <a:ext cx="4896914" cy="498598"/>
          </a:xfrm>
        </p:spPr>
        <p:txBody>
          <a:bodyPr wrap="square" tIns="0" bIns="0">
            <a:spAutoFit/>
          </a:bodyPr>
          <a:lstStyle>
            <a:lvl1pPr>
              <a:defRPr sz="3600">
                <a:solidFill>
                  <a:schemeClr val="bg1"/>
                </a:solidFill>
              </a:defRPr>
            </a:lvl1pPr>
          </a:lstStyle>
          <a:p>
            <a:r>
              <a:rPr lang="fr-FR"/>
              <a:t>Contacts</a:t>
            </a:r>
            <a:endParaRPr lang="en-US" dirty="0"/>
          </a:p>
        </p:txBody>
      </p:sp>
      <p:sp>
        <p:nvSpPr>
          <p:cNvPr id="5" name="Ellipse 66">
            <a:extLst>
              <a:ext uri="{FF2B5EF4-FFF2-40B4-BE49-F238E27FC236}">
                <a16:creationId xmlns:a16="http://schemas.microsoft.com/office/drawing/2014/main" id="{D8359374-A9DA-5DDA-F8E4-09D9D7D071B9}"/>
              </a:ext>
            </a:extLst>
          </p:cNvPr>
          <p:cNvSpPr/>
          <p:nvPr userDrawn="1"/>
        </p:nvSpPr>
        <p:spPr>
          <a:xfrm>
            <a:off x="4881074" y="2970785"/>
            <a:ext cx="982090" cy="98209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pour une image  25">
            <a:extLst>
              <a:ext uri="{FF2B5EF4-FFF2-40B4-BE49-F238E27FC236}">
                <a16:creationId xmlns:a16="http://schemas.microsoft.com/office/drawing/2014/main" id="{9D608A80-C72E-6B7A-FFE1-DFE7AB991898}"/>
              </a:ext>
            </a:extLst>
          </p:cNvPr>
          <p:cNvSpPr>
            <a:spLocks noGrp="1"/>
          </p:cNvSpPr>
          <p:nvPr>
            <p:ph type="pic" sz="quarter" idx="23" hasCustomPrompt="1"/>
          </p:nvPr>
        </p:nvSpPr>
        <p:spPr>
          <a:xfrm>
            <a:off x="4947124" y="3037109"/>
            <a:ext cx="848838" cy="849444"/>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8" name="Espace réservé du texte 4">
            <a:extLst>
              <a:ext uri="{FF2B5EF4-FFF2-40B4-BE49-F238E27FC236}">
                <a16:creationId xmlns:a16="http://schemas.microsoft.com/office/drawing/2014/main" id="{E9A34C82-77CA-3ABA-9883-207652BB0D2B}"/>
              </a:ext>
            </a:extLst>
          </p:cNvPr>
          <p:cNvSpPr>
            <a:spLocks noGrp="1"/>
          </p:cNvSpPr>
          <p:nvPr>
            <p:ph type="body" sz="quarter" idx="24" hasCustomPrompt="1"/>
          </p:nvPr>
        </p:nvSpPr>
        <p:spPr>
          <a:xfrm>
            <a:off x="4893051" y="4086734"/>
            <a:ext cx="2884062" cy="276999"/>
          </a:xfrm>
        </p:spPr>
        <p:txBody>
          <a:bodyPr wrap="square" tIns="0" bIns="0">
            <a:spAutoFit/>
          </a:bodyPr>
          <a:lstStyle>
            <a:lvl1pPr marL="0" indent="0" algn="l">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a:t>First name LAST NAME</a:t>
            </a:r>
          </a:p>
        </p:txBody>
      </p:sp>
      <p:sp>
        <p:nvSpPr>
          <p:cNvPr id="9" name="Espace réservé du texte 4">
            <a:extLst>
              <a:ext uri="{FF2B5EF4-FFF2-40B4-BE49-F238E27FC236}">
                <a16:creationId xmlns:a16="http://schemas.microsoft.com/office/drawing/2014/main" id="{006D05A7-61FC-37F4-5B62-3D63B8E041B5}"/>
              </a:ext>
            </a:extLst>
          </p:cNvPr>
          <p:cNvSpPr>
            <a:spLocks noGrp="1"/>
          </p:cNvSpPr>
          <p:nvPr>
            <p:ph type="body" sz="quarter" idx="25" hasCustomPrompt="1"/>
          </p:nvPr>
        </p:nvSpPr>
        <p:spPr>
          <a:xfrm>
            <a:off x="4893051" y="4374975"/>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Function</a:t>
            </a:r>
          </a:p>
        </p:txBody>
      </p:sp>
      <p:sp>
        <p:nvSpPr>
          <p:cNvPr id="10" name="Forme libre : forme 70">
            <a:extLst>
              <a:ext uri="{FF2B5EF4-FFF2-40B4-BE49-F238E27FC236}">
                <a16:creationId xmlns:a16="http://schemas.microsoft.com/office/drawing/2014/main" id="{C3F02683-A4B2-C4D2-EB00-C6A754828E9F}"/>
              </a:ext>
            </a:extLst>
          </p:cNvPr>
          <p:cNvSpPr/>
          <p:nvPr userDrawn="1"/>
        </p:nvSpPr>
        <p:spPr>
          <a:xfrm>
            <a:off x="4876219" y="4912369"/>
            <a:ext cx="201628" cy="148543"/>
          </a:xfrm>
          <a:custGeom>
            <a:avLst/>
            <a:gdLst>
              <a:gd name="connsiteX0" fmla="*/ 0 w 4130650"/>
              <a:gd name="connsiteY0" fmla="*/ 858316 h 3043122"/>
              <a:gd name="connsiteX1" fmla="*/ 1940966 w 4130650"/>
              <a:gd name="connsiteY1" fmla="*/ 2043378 h 3043122"/>
              <a:gd name="connsiteX2" fmla="*/ 2062887 w 4130650"/>
              <a:gd name="connsiteY2" fmla="*/ 2077516 h 3043122"/>
              <a:gd name="connsiteX3" fmla="*/ 2184807 w 4130650"/>
              <a:gd name="connsiteY3" fmla="*/ 2043378 h 3043122"/>
              <a:gd name="connsiteX4" fmla="*/ 4130650 w 4130650"/>
              <a:gd name="connsiteY4" fmla="*/ 858316 h 3043122"/>
              <a:gd name="connsiteX5" fmla="*/ 4130650 w 4130650"/>
              <a:gd name="connsiteY5" fmla="*/ 2433522 h 3043122"/>
              <a:gd name="connsiteX6" fmla="*/ 3521050 w 4130650"/>
              <a:gd name="connsiteY6" fmla="*/ 3043122 h 3043122"/>
              <a:gd name="connsiteX7" fmla="*/ 609600 w 4130650"/>
              <a:gd name="connsiteY7" fmla="*/ 3043122 h 3043122"/>
              <a:gd name="connsiteX8" fmla="*/ 0 w 4130650"/>
              <a:gd name="connsiteY8" fmla="*/ 2433522 h 3043122"/>
              <a:gd name="connsiteX9" fmla="*/ 609600 w 4130650"/>
              <a:gd name="connsiteY9" fmla="*/ 0 h 3043122"/>
              <a:gd name="connsiteX10" fmla="*/ 3521050 w 4130650"/>
              <a:gd name="connsiteY10" fmla="*/ 0 h 3043122"/>
              <a:gd name="connsiteX11" fmla="*/ 4111142 w 4130650"/>
              <a:gd name="connsiteY11" fmla="*/ 477926 h 3043122"/>
              <a:gd name="connsiteX12" fmla="*/ 2067763 w 4130650"/>
              <a:gd name="connsiteY12" fmla="*/ 1726387 h 3043122"/>
              <a:gd name="connsiteX13" fmla="*/ 19507 w 4130650"/>
              <a:gd name="connsiteY13" fmla="*/ 477926 h 3043122"/>
              <a:gd name="connsiteX14" fmla="*/ 609600 w 4130650"/>
              <a:gd name="connsiteY14" fmla="*/ 0 h 304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30650" h="3043122">
                <a:moveTo>
                  <a:pt x="0" y="858316"/>
                </a:moveTo>
                <a:lnTo>
                  <a:pt x="1940966" y="2043378"/>
                </a:lnTo>
                <a:cubicBezTo>
                  <a:pt x="1979981" y="2067762"/>
                  <a:pt x="2023872" y="2077516"/>
                  <a:pt x="2062887" y="2077516"/>
                </a:cubicBezTo>
                <a:cubicBezTo>
                  <a:pt x="2101901" y="2077516"/>
                  <a:pt x="2145792" y="2067762"/>
                  <a:pt x="2184807" y="2043378"/>
                </a:cubicBezTo>
                <a:lnTo>
                  <a:pt x="4130650" y="858316"/>
                </a:lnTo>
                <a:lnTo>
                  <a:pt x="4130650" y="2433522"/>
                </a:lnTo>
                <a:cubicBezTo>
                  <a:pt x="4130650" y="2770022"/>
                  <a:pt x="3857549" y="3043122"/>
                  <a:pt x="3521050" y="3043122"/>
                </a:cubicBezTo>
                <a:lnTo>
                  <a:pt x="609600" y="3043122"/>
                </a:lnTo>
                <a:cubicBezTo>
                  <a:pt x="273101" y="3043122"/>
                  <a:pt x="0" y="2770022"/>
                  <a:pt x="0" y="2433522"/>
                </a:cubicBezTo>
                <a:close/>
                <a:moveTo>
                  <a:pt x="609600" y="0"/>
                </a:moveTo>
                <a:lnTo>
                  <a:pt x="3521050" y="0"/>
                </a:lnTo>
                <a:cubicBezTo>
                  <a:pt x="3808781" y="0"/>
                  <a:pt x="4052621" y="204826"/>
                  <a:pt x="4111142" y="477926"/>
                </a:cubicBezTo>
                <a:lnTo>
                  <a:pt x="2067763" y="1726387"/>
                </a:lnTo>
                <a:lnTo>
                  <a:pt x="19507" y="477926"/>
                </a:lnTo>
                <a:cubicBezTo>
                  <a:pt x="78029" y="204826"/>
                  <a:pt x="321869" y="0"/>
                  <a:pt x="609600" y="0"/>
                </a:cubicBezTo>
                <a:close/>
              </a:path>
            </a:pathLst>
          </a:custGeom>
          <a:solidFill>
            <a:schemeClr val="bg1"/>
          </a:solidFill>
          <a:ln w="9525" cap="flat">
            <a:noFill/>
            <a:prstDash val="solid"/>
            <a:miter/>
          </a:ln>
        </p:spPr>
        <p:txBody>
          <a:bodyPr rtlCol="0" anchor="ctr"/>
          <a:lstStyle/>
          <a:p>
            <a:endParaRPr lang="fr-FR"/>
          </a:p>
        </p:txBody>
      </p:sp>
      <p:sp>
        <p:nvSpPr>
          <p:cNvPr id="11" name="Graphique 31">
            <a:extLst>
              <a:ext uri="{FF2B5EF4-FFF2-40B4-BE49-F238E27FC236}">
                <a16:creationId xmlns:a16="http://schemas.microsoft.com/office/drawing/2014/main" id="{B1FDC9CB-8590-3708-6C8B-0FB99C9E7EAB}"/>
              </a:ext>
            </a:extLst>
          </p:cNvPr>
          <p:cNvSpPr/>
          <p:nvPr userDrawn="1"/>
        </p:nvSpPr>
        <p:spPr>
          <a:xfrm>
            <a:off x="4896040" y="5216312"/>
            <a:ext cx="153232" cy="243162"/>
          </a:xfrm>
          <a:custGeom>
            <a:avLst/>
            <a:gdLst>
              <a:gd name="connsiteX0" fmla="*/ 2221230 w 2324100"/>
              <a:gd name="connsiteY0" fmla="*/ 103251 h 3688080"/>
              <a:gd name="connsiteX1" fmla="*/ 2221230 w 2324100"/>
              <a:gd name="connsiteY1" fmla="*/ 102870 h 3688080"/>
              <a:gd name="connsiteX2" fmla="*/ 1973961 w 2324100"/>
              <a:gd name="connsiteY2" fmla="*/ 0 h 3688080"/>
              <a:gd name="connsiteX3" fmla="*/ 349758 w 2324100"/>
              <a:gd name="connsiteY3" fmla="*/ 0 h 3688080"/>
              <a:gd name="connsiteX4" fmla="*/ 0 w 2324100"/>
              <a:gd name="connsiteY4" fmla="*/ 349758 h 3688080"/>
              <a:gd name="connsiteX5" fmla="*/ 0 w 2324100"/>
              <a:gd name="connsiteY5" fmla="*/ 3337941 h 3688080"/>
              <a:gd name="connsiteX6" fmla="*/ 102870 w 2324100"/>
              <a:gd name="connsiteY6" fmla="*/ 3585210 h 3688080"/>
              <a:gd name="connsiteX7" fmla="*/ 349758 w 2324100"/>
              <a:gd name="connsiteY7" fmla="*/ 3688080 h 3688080"/>
              <a:gd name="connsiteX8" fmla="*/ 1974342 w 2324100"/>
              <a:gd name="connsiteY8" fmla="*/ 3688080 h 3688080"/>
              <a:gd name="connsiteX9" fmla="*/ 2221230 w 2324100"/>
              <a:gd name="connsiteY9" fmla="*/ 3585210 h 3688080"/>
              <a:gd name="connsiteX10" fmla="*/ 2324100 w 2324100"/>
              <a:gd name="connsiteY10" fmla="*/ 3338322 h 3688080"/>
              <a:gd name="connsiteX11" fmla="*/ 2324100 w 2324100"/>
              <a:gd name="connsiteY11" fmla="*/ 350139 h 3688080"/>
              <a:gd name="connsiteX12" fmla="*/ 2221230 w 2324100"/>
              <a:gd name="connsiteY12" fmla="*/ 103251 h 3688080"/>
              <a:gd name="connsiteX13" fmla="*/ 1162050 w 2324100"/>
              <a:gd name="connsiteY13" fmla="*/ 3450717 h 3688080"/>
              <a:gd name="connsiteX14" fmla="*/ 1162050 w 2324100"/>
              <a:gd name="connsiteY14" fmla="*/ 3450717 h 3688080"/>
              <a:gd name="connsiteX15" fmla="*/ 1067562 w 2324100"/>
              <a:gd name="connsiteY15" fmla="*/ 3356229 h 3688080"/>
              <a:gd name="connsiteX16" fmla="*/ 1162050 w 2324100"/>
              <a:gd name="connsiteY16" fmla="*/ 3261741 h 3688080"/>
              <a:gd name="connsiteX17" fmla="*/ 1256538 w 2324100"/>
              <a:gd name="connsiteY17" fmla="*/ 3356229 h 3688080"/>
              <a:gd name="connsiteX18" fmla="*/ 1162050 w 2324100"/>
              <a:gd name="connsiteY18" fmla="*/ 3450717 h 3688080"/>
              <a:gd name="connsiteX19" fmla="*/ 2046351 w 2324100"/>
              <a:gd name="connsiteY19" fmla="*/ 2857500 h 3688080"/>
              <a:gd name="connsiteX20" fmla="*/ 1817751 w 2324100"/>
              <a:gd name="connsiteY20" fmla="*/ 3086100 h 3688080"/>
              <a:gd name="connsiteX21" fmla="*/ 505968 w 2324100"/>
              <a:gd name="connsiteY21" fmla="*/ 3086100 h 3688080"/>
              <a:gd name="connsiteX22" fmla="*/ 277368 w 2324100"/>
              <a:gd name="connsiteY22" fmla="*/ 2857500 h 3688080"/>
              <a:gd name="connsiteX23" fmla="*/ 277368 w 2324100"/>
              <a:gd name="connsiteY23" fmla="*/ 630555 h 3688080"/>
              <a:gd name="connsiteX24" fmla="*/ 505968 w 2324100"/>
              <a:gd name="connsiteY24" fmla="*/ 401955 h 3688080"/>
              <a:gd name="connsiteX25" fmla="*/ 1818132 w 2324100"/>
              <a:gd name="connsiteY25" fmla="*/ 401955 h 3688080"/>
              <a:gd name="connsiteX26" fmla="*/ 2046732 w 2324100"/>
              <a:gd name="connsiteY26" fmla="*/ 630555 h 3688080"/>
              <a:gd name="connsiteX27" fmla="*/ 2046351 w 2324100"/>
              <a:gd name="connsiteY27" fmla="*/ 2857500 h 3688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324100" h="3688080">
                <a:moveTo>
                  <a:pt x="2221230" y="103251"/>
                </a:moveTo>
                <a:lnTo>
                  <a:pt x="2221230" y="102870"/>
                </a:lnTo>
                <a:cubicBezTo>
                  <a:pt x="2155765" y="37062"/>
                  <a:pt x="2066782" y="38"/>
                  <a:pt x="1973961" y="0"/>
                </a:cubicBezTo>
                <a:lnTo>
                  <a:pt x="349758" y="0"/>
                </a:lnTo>
                <a:cubicBezTo>
                  <a:pt x="156848" y="629"/>
                  <a:pt x="629" y="156848"/>
                  <a:pt x="0" y="349758"/>
                </a:cubicBezTo>
                <a:lnTo>
                  <a:pt x="0" y="3337941"/>
                </a:lnTo>
                <a:cubicBezTo>
                  <a:pt x="38" y="3430762"/>
                  <a:pt x="37062" y="3519745"/>
                  <a:pt x="102870" y="3585210"/>
                </a:cubicBezTo>
                <a:cubicBezTo>
                  <a:pt x="168240" y="3650923"/>
                  <a:pt x="257070" y="3687937"/>
                  <a:pt x="349758" y="3688080"/>
                </a:cubicBezTo>
                <a:lnTo>
                  <a:pt x="1974342" y="3688080"/>
                </a:lnTo>
                <a:cubicBezTo>
                  <a:pt x="2067030" y="3687937"/>
                  <a:pt x="2155860" y="3650923"/>
                  <a:pt x="2221230" y="3585210"/>
                </a:cubicBezTo>
                <a:cubicBezTo>
                  <a:pt x="2286943" y="3519840"/>
                  <a:pt x="2323957" y="3431010"/>
                  <a:pt x="2324100" y="3338322"/>
                </a:cubicBezTo>
                <a:lnTo>
                  <a:pt x="2324100" y="350139"/>
                </a:lnTo>
                <a:cubicBezTo>
                  <a:pt x="2323957" y="257451"/>
                  <a:pt x="2286943" y="168621"/>
                  <a:pt x="2221230" y="103251"/>
                </a:cubicBezTo>
                <a:close/>
                <a:moveTo>
                  <a:pt x="1162050" y="3450717"/>
                </a:moveTo>
                <a:lnTo>
                  <a:pt x="1162050" y="3450717"/>
                </a:lnTo>
                <a:cubicBezTo>
                  <a:pt x="1109863" y="3450717"/>
                  <a:pt x="1067562" y="3408416"/>
                  <a:pt x="1067562" y="3356229"/>
                </a:cubicBezTo>
                <a:cubicBezTo>
                  <a:pt x="1067562" y="3304042"/>
                  <a:pt x="1109863" y="3261741"/>
                  <a:pt x="1162050" y="3261741"/>
                </a:cubicBezTo>
                <a:cubicBezTo>
                  <a:pt x="1214238" y="3261741"/>
                  <a:pt x="1256538" y="3304042"/>
                  <a:pt x="1256538" y="3356229"/>
                </a:cubicBezTo>
                <a:cubicBezTo>
                  <a:pt x="1256538" y="3408416"/>
                  <a:pt x="1214238" y="3450717"/>
                  <a:pt x="1162050" y="3450717"/>
                </a:cubicBezTo>
                <a:close/>
                <a:moveTo>
                  <a:pt x="2046351" y="2857500"/>
                </a:moveTo>
                <a:cubicBezTo>
                  <a:pt x="2046351" y="2983754"/>
                  <a:pt x="1944005" y="3086100"/>
                  <a:pt x="1817751" y="3086100"/>
                </a:cubicBezTo>
                <a:lnTo>
                  <a:pt x="505968" y="3086100"/>
                </a:lnTo>
                <a:cubicBezTo>
                  <a:pt x="379714" y="3086100"/>
                  <a:pt x="277368" y="2983754"/>
                  <a:pt x="277368" y="2857500"/>
                </a:cubicBezTo>
                <a:lnTo>
                  <a:pt x="277368" y="630555"/>
                </a:lnTo>
                <a:cubicBezTo>
                  <a:pt x="277368" y="504301"/>
                  <a:pt x="379714" y="401955"/>
                  <a:pt x="505968" y="401955"/>
                </a:cubicBezTo>
                <a:lnTo>
                  <a:pt x="1818132" y="401955"/>
                </a:lnTo>
                <a:cubicBezTo>
                  <a:pt x="1944386" y="401955"/>
                  <a:pt x="2046732" y="504301"/>
                  <a:pt x="2046732" y="630555"/>
                </a:cubicBezTo>
                <a:lnTo>
                  <a:pt x="2046351" y="2857500"/>
                </a:lnTo>
                <a:close/>
              </a:path>
            </a:pathLst>
          </a:custGeom>
          <a:solidFill>
            <a:schemeClr val="bg1"/>
          </a:solidFill>
          <a:ln w="9525" cap="flat">
            <a:noFill/>
            <a:prstDash val="solid"/>
            <a:miter/>
          </a:ln>
        </p:spPr>
        <p:txBody>
          <a:bodyPr rtlCol="0" anchor="ctr"/>
          <a:lstStyle/>
          <a:p>
            <a:endParaRPr lang="fr-FR"/>
          </a:p>
        </p:txBody>
      </p:sp>
      <p:cxnSp>
        <p:nvCxnSpPr>
          <p:cNvPr id="12" name="Connecteur droit 72">
            <a:extLst>
              <a:ext uri="{FF2B5EF4-FFF2-40B4-BE49-F238E27FC236}">
                <a16:creationId xmlns:a16="http://schemas.microsoft.com/office/drawing/2014/main" id="{5D8281C8-DD33-3AAF-B264-530DD044BB3C}"/>
              </a:ext>
            </a:extLst>
          </p:cNvPr>
          <p:cNvCxnSpPr>
            <a:cxnSpLocks/>
          </p:cNvCxnSpPr>
          <p:nvPr userDrawn="1"/>
        </p:nvCxnSpPr>
        <p:spPr>
          <a:xfrm>
            <a:off x="4893051" y="4706672"/>
            <a:ext cx="2253939"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3" name="Espace réservé du texte 4">
            <a:extLst>
              <a:ext uri="{FF2B5EF4-FFF2-40B4-BE49-F238E27FC236}">
                <a16:creationId xmlns:a16="http://schemas.microsoft.com/office/drawing/2014/main" id="{15C6AA5B-D61C-706C-28B7-5E7E5193444B}"/>
              </a:ext>
            </a:extLst>
          </p:cNvPr>
          <p:cNvSpPr>
            <a:spLocks noGrp="1"/>
          </p:cNvSpPr>
          <p:nvPr>
            <p:ph type="body" sz="quarter" idx="26" hasCustomPrompt="1"/>
          </p:nvPr>
        </p:nvSpPr>
        <p:spPr>
          <a:xfrm>
            <a:off x="5193258" y="490060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firstname.lastname@ovh.com</a:t>
            </a:r>
          </a:p>
        </p:txBody>
      </p:sp>
      <p:sp>
        <p:nvSpPr>
          <p:cNvPr id="14" name="Espace réservé du texte 4">
            <a:extLst>
              <a:ext uri="{FF2B5EF4-FFF2-40B4-BE49-F238E27FC236}">
                <a16:creationId xmlns:a16="http://schemas.microsoft.com/office/drawing/2014/main" id="{396B71E5-3A73-9400-42B4-F20490A41686}"/>
              </a:ext>
            </a:extLst>
          </p:cNvPr>
          <p:cNvSpPr>
            <a:spLocks noGrp="1"/>
          </p:cNvSpPr>
          <p:nvPr>
            <p:ph type="body" sz="quarter" idx="27" hasCustomPrompt="1"/>
          </p:nvPr>
        </p:nvSpPr>
        <p:spPr>
          <a:xfrm>
            <a:off x="5193258" y="525874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a:t>+33 0 00 00 00 00 </a:t>
            </a:r>
          </a:p>
        </p:txBody>
      </p:sp>
    </p:spTree>
    <p:extLst>
      <p:ext uri="{BB962C8B-B14F-4D97-AF65-F5344CB8AC3E}">
        <p14:creationId xmlns:p14="http://schemas.microsoft.com/office/powerpoint/2010/main" val="39676289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xt + Free (Whi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274638" y="270549"/>
            <a:ext cx="11689338"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5984"/>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5984"/>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274638" y="694608"/>
            <a:ext cx="11689338" cy="313932"/>
          </a:xfrm>
        </p:spPr>
        <p:txBody>
          <a:bodyPr wrap="square">
            <a:spAutoFit/>
          </a:bodyPr>
          <a:lstStyle>
            <a:lvl1pPr marL="0" indent="0">
              <a:buNone/>
              <a:defRPr b="0"/>
            </a:lvl1pPr>
          </a:lstStyle>
          <a:p>
            <a:pPr lvl="0"/>
            <a:r>
              <a:rPr lang="fr-FR"/>
              <a:t>Subtitle of the slide</a:t>
            </a:r>
            <a:endParaRPr lang="fr-FR" dirty="0"/>
          </a:p>
        </p:txBody>
      </p:sp>
    </p:spTree>
    <p:extLst>
      <p:ext uri="{BB962C8B-B14F-4D97-AF65-F5344CB8AC3E}">
        <p14:creationId xmlns:p14="http://schemas.microsoft.com/office/powerpoint/2010/main" val="41761123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xt + Free (With grey bar bottom)">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ED9B7D-3B59-83FA-84BB-4D376D479A5D}"/>
              </a:ext>
            </a:extLst>
          </p:cNvPr>
          <p:cNvSpPr/>
          <p:nvPr userDrawn="1"/>
        </p:nvSpPr>
        <p:spPr>
          <a:xfrm>
            <a:off x="11366500" y="1"/>
            <a:ext cx="8255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Espace réservé du pied de page 2">
            <a:extLst>
              <a:ext uri="{FF2B5EF4-FFF2-40B4-BE49-F238E27FC236}">
                <a16:creationId xmlns:a16="http://schemas.microsoft.com/office/drawing/2014/main" id="{6FB72F35-2046-49EE-87AF-EFBB9368B9C3}"/>
              </a:ext>
            </a:extLst>
          </p:cNvPr>
          <p:cNvSpPr>
            <a:spLocks noGrp="1"/>
          </p:cNvSpPr>
          <p:nvPr>
            <p:ph type="ftr" sz="quarter" idx="10"/>
          </p:nvPr>
        </p:nvSpPr>
        <p:spPr>
          <a:xfrm>
            <a:off x="1511300" y="6385984"/>
            <a:ext cx="7099300" cy="365125"/>
          </a:xfrm>
        </p:spPr>
        <p:txBody>
          <a:bodyPr/>
          <a:lstStyle/>
          <a:p>
            <a:r>
              <a:rPr lang="en-US"/>
              <a:t>Name of the document</a:t>
            </a:r>
            <a:endParaRPr lang="en-US" dirty="0"/>
          </a:p>
        </p:txBody>
      </p:sp>
      <p:sp>
        <p:nvSpPr>
          <p:cNvPr id="5" name="Freeform 1">
            <a:extLst>
              <a:ext uri="{FF2B5EF4-FFF2-40B4-BE49-F238E27FC236}">
                <a16:creationId xmlns:a16="http://schemas.microsoft.com/office/drawing/2014/main" id="{F335B824-2666-3BB0-4247-39FB34FC4D6B}"/>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cxnSp>
        <p:nvCxnSpPr>
          <p:cNvPr id="6" name="Connecteur droit 5">
            <a:extLst>
              <a:ext uri="{FF2B5EF4-FFF2-40B4-BE49-F238E27FC236}">
                <a16:creationId xmlns:a16="http://schemas.microsoft.com/office/drawing/2014/main" id="{28E820E1-A230-1D57-A086-8EDC9355E9BB}"/>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sp>
        <p:nvSpPr>
          <p:cNvPr id="8" name="Espace réservé du numéro de diapositive 5">
            <a:extLst>
              <a:ext uri="{FF2B5EF4-FFF2-40B4-BE49-F238E27FC236}">
                <a16:creationId xmlns:a16="http://schemas.microsoft.com/office/drawing/2014/main" id="{C648071B-F917-CA0F-B58C-5E40B787B085}"/>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rgbClr val="636369"/>
                </a:solidFill>
              </a:defRPr>
            </a:lvl1pPr>
          </a:lstStyle>
          <a:p>
            <a:fld id="{79AF822A-40E7-450E-BBE0-3EB502F51B07}" type="slidenum">
              <a:rPr lang="en-US" smtClean="0"/>
              <a:pPr/>
              <a:t>‹N°›</a:t>
            </a:fld>
            <a:endParaRPr lang="en-US" dirty="0"/>
          </a:p>
        </p:txBody>
      </p:sp>
      <p:sp>
        <p:nvSpPr>
          <p:cNvPr id="9" name="Titre 1">
            <a:extLst>
              <a:ext uri="{FF2B5EF4-FFF2-40B4-BE49-F238E27FC236}">
                <a16:creationId xmlns:a16="http://schemas.microsoft.com/office/drawing/2014/main" id="{4744AC1E-1ABE-477C-F7F2-F89CA137DCE2}"/>
              </a:ext>
            </a:extLst>
          </p:cNvPr>
          <p:cNvSpPr>
            <a:spLocks noGrp="1"/>
          </p:cNvSpPr>
          <p:nvPr>
            <p:ph type="title" hasCustomPrompt="1"/>
          </p:nvPr>
        </p:nvSpPr>
        <p:spPr>
          <a:xfrm>
            <a:off x="274638" y="270549"/>
            <a:ext cx="11689338" cy="452432"/>
          </a:xfrm>
        </p:spPr>
        <p:txBody>
          <a:bodyPr/>
          <a:lstStyle>
            <a:lvl1pPr>
              <a:defRPr/>
            </a:lvl1pPr>
          </a:lstStyle>
          <a:p>
            <a:r>
              <a:rPr lang="fr-FR"/>
              <a:t>Title of the slide</a:t>
            </a:r>
            <a:endParaRPr lang="en-US" dirty="0"/>
          </a:p>
        </p:txBody>
      </p:sp>
      <p:sp>
        <p:nvSpPr>
          <p:cNvPr id="10" name="Espace réservé du texte 5">
            <a:extLst>
              <a:ext uri="{FF2B5EF4-FFF2-40B4-BE49-F238E27FC236}">
                <a16:creationId xmlns:a16="http://schemas.microsoft.com/office/drawing/2014/main" id="{F9EFA56A-EA51-D671-35CA-22ED3F91054B}"/>
              </a:ext>
            </a:extLst>
          </p:cNvPr>
          <p:cNvSpPr>
            <a:spLocks noGrp="1"/>
          </p:cNvSpPr>
          <p:nvPr>
            <p:ph type="body" sz="quarter" idx="13" hasCustomPrompt="1"/>
          </p:nvPr>
        </p:nvSpPr>
        <p:spPr>
          <a:xfrm>
            <a:off x="274638" y="694608"/>
            <a:ext cx="11689338" cy="313932"/>
          </a:xfrm>
        </p:spPr>
        <p:txBody>
          <a:bodyPr wrap="square">
            <a:spAutoFit/>
          </a:bodyPr>
          <a:lstStyle>
            <a:lvl1pPr marL="0" indent="0">
              <a:buNone/>
              <a:defRPr b="0"/>
            </a:lvl1pPr>
          </a:lstStyle>
          <a:p>
            <a:pPr lvl="0"/>
            <a:r>
              <a:rPr lang="fr-FR"/>
              <a:t>Subtitle of the slide</a:t>
            </a:r>
            <a:endParaRPr lang="fr-FR" dirty="0"/>
          </a:p>
        </p:txBody>
      </p:sp>
    </p:spTree>
    <p:extLst>
      <p:ext uri="{BB962C8B-B14F-4D97-AF65-F5344CB8AC3E}">
        <p14:creationId xmlns:p14="http://schemas.microsoft.com/office/powerpoint/2010/main" val="398610988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xt + Free (With grey bar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F2A463-89E1-AA08-71C7-8E0E7CD4BA36}"/>
              </a:ext>
            </a:extLst>
          </p:cNvPr>
          <p:cNvSpPr/>
          <p:nvPr userDrawn="1"/>
        </p:nvSpPr>
        <p:spPr>
          <a:xfrm>
            <a:off x="0" y="5972175"/>
            <a:ext cx="12192000" cy="88582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5984"/>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5984"/>
            <a:ext cx="2743200" cy="365125"/>
          </a:xfrm>
        </p:spPr>
        <p:txBody>
          <a:bodyPr/>
          <a:lstStyle/>
          <a:p>
            <a:fld id="{79AF822A-40E7-450E-BBE0-3EB502F51B07}" type="slidenum">
              <a:rPr lang="en-US" smtClean="0"/>
              <a:t>‹N°›</a:t>
            </a:fld>
            <a:endParaRPr lang="en-US"/>
          </a:p>
        </p:txBody>
      </p:sp>
      <p:sp>
        <p:nvSpPr>
          <p:cNvPr id="6" name="Titre 1">
            <a:extLst>
              <a:ext uri="{FF2B5EF4-FFF2-40B4-BE49-F238E27FC236}">
                <a16:creationId xmlns:a16="http://schemas.microsoft.com/office/drawing/2014/main" id="{FFDD4B49-BDEF-6F3E-F3DF-D4F7DD92E46F}"/>
              </a:ext>
            </a:extLst>
          </p:cNvPr>
          <p:cNvSpPr>
            <a:spLocks noGrp="1"/>
          </p:cNvSpPr>
          <p:nvPr>
            <p:ph type="title" hasCustomPrompt="1"/>
          </p:nvPr>
        </p:nvSpPr>
        <p:spPr>
          <a:xfrm>
            <a:off x="274638" y="270549"/>
            <a:ext cx="11689338" cy="452432"/>
          </a:xfrm>
        </p:spPr>
        <p:txBody>
          <a:bodyPr/>
          <a:lstStyle>
            <a:lvl1pPr>
              <a:defRPr/>
            </a:lvl1pPr>
          </a:lstStyle>
          <a:p>
            <a:r>
              <a:rPr lang="fr-FR"/>
              <a:t>Title of the slide</a:t>
            </a:r>
            <a:endParaRPr lang="en-US" dirty="0"/>
          </a:p>
        </p:txBody>
      </p:sp>
      <p:sp>
        <p:nvSpPr>
          <p:cNvPr id="8" name="Espace réservé du texte 5">
            <a:extLst>
              <a:ext uri="{FF2B5EF4-FFF2-40B4-BE49-F238E27FC236}">
                <a16:creationId xmlns:a16="http://schemas.microsoft.com/office/drawing/2014/main" id="{77334E12-E0F5-EED2-D7CF-D42E6BBC3B0B}"/>
              </a:ext>
            </a:extLst>
          </p:cNvPr>
          <p:cNvSpPr>
            <a:spLocks noGrp="1"/>
          </p:cNvSpPr>
          <p:nvPr>
            <p:ph type="body" sz="quarter" idx="13" hasCustomPrompt="1"/>
          </p:nvPr>
        </p:nvSpPr>
        <p:spPr>
          <a:xfrm>
            <a:off x="274638" y="694608"/>
            <a:ext cx="11689338" cy="313932"/>
          </a:xfrm>
        </p:spPr>
        <p:txBody>
          <a:bodyPr wrap="square">
            <a:spAutoFit/>
          </a:bodyPr>
          <a:lstStyle>
            <a:lvl1pPr marL="0" indent="0">
              <a:buNone/>
              <a:defRPr b="0"/>
            </a:lvl1pPr>
          </a:lstStyle>
          <a:p>
            <a:pPr lvl="0"/>
            <a:r>
              <a:rPr lang="fr-FR"/>
              <a:t>Subtitle of the slide</a:t>
            </a:r>
            <a:endParaRPr lang="fr-FR" dirty="0"/>
          </a:p>
        </p:txBody>
      </p:sp>
      <p:sp>
        <p:nvSpPr>
          <p:cNvPr id="5" name="Freeform 1">
            <a:extLst>
              <a:ext uri="{FF2B5EF4-FFF2-40B4-BE49-F238E27FC236}">
                <a16:creationId xmlns:a16="http://schemas.microsoft.com/office/drawing/2014/main" id="{50D8AA1B-A47A-AA52-22CA-448E6D1A645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cxnSp>
        <p:nvCxnSpPr>
          <p:cNvPr id="7" name="Connecteur droit 6">
            <a:extLst>
              <a:ext uri="{FF2B5EF4-FFF2-40B4-BE49-F238E27FC236}">
                <a16:creationId xmlns:a16="http://schemas.microsoft.com/office/drawing/2014/main" id="{034095CD-89C7-C3B5-550E-B3DD0A6B958D}"/>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76898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xt + Free (Blue)">
    <p:bg>
      <p:bgPr>
        <a:solidFill>
          <a:schemeClr val="tx1"/>
        </a:solidFill>
        <a:effectLst/>
      </p:bgPr>
    </p:bg>
    <p:spTree>
      <p:nvGrpSpPr>
        <p:cNvPr id="1" name=""/>
        <p:cNvGrpSpPr/>
        <p:nvPr/>
      </p:nvGrpSpPr>
      <p:grpSpPr>
        <a:xfrm>
          <a:off x="0" y="0"/>
          <a:ext cx="0" cy="0"/>
          <a:chOff x="0" y="0"/>
          <a:chExt cx="0" cy="0"/>
        </a:xfrm>
      </p:grpSpPr>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8" name="Titre 1">
            <a:extLst>
              <a:ext uri="{FF2B5EF4-FFF2-40B4-BE49-F238E27FC236}">
                <a16:creationId xmlns:a16="http://schemas.microsoft.com/office/drawing/2014/main" id="{E0915C7E-DF5F-052A-107B-F0B8A9A4E946}"/>
              </a:ext>
            </a:extLst>
          </p:cNvPr>
          <p:cNvSpPr>
            <a:spLocks noGrp="1"/>
          </p:cNvSpPr>
          <p:nvPr>
            <p:ph type="title" hasCustomPrompt="1"/>
          </p:nvPr>
        </p:nvSpPr>
        <p:spPr>
          <a:xfrm>
            <a:off x="274637" y="270549"/>
            <a:ext cx="11689331" cy="452432"/>
          </a:xfrm>
        </p:spPr>
        <p:txBody>
          <a:bodyPr/>
          <a:lstStyle>
            <a:lvl1pPr>
              <a:defRPr>
                <a:solidFill>
                  <a:schemeClr val="bg1"/>
                </a:solidFill>
              </a:defRPr>
            </a:lvl1pPr>
          </a:lstStyle>
          <a:p>
            <a:r>
              <a:rPr lang="fr-FR"/>
              <a:t>Title of the slide</a:t>
            </a:r>
            <a:endParaRPr lang="en-US" dirty="0"/>
          </a:p>
        </p:txBody>
      </p:sp>
      <p:sp>
        <p:nvSpPr>
          <p:cNvPr id="9" name="Espace réservé du texte 5">
            <a:extLst>
              <a:ext uri="{FF2B5EF4-FFF2-40B4-BE49-F238E27FC236}">
                <a16:creationId xmlns:a16="http://schemas.microsoft.com/office/drawing/2014/main" id="{46F526D0-6E19-DAF3-5A09-F1BE8DF07355}"/>
              </a:ext>
            </a:extLst>
          </p:cNvPr>
          <p:cNvSpPr>
            <a:spLocks noGrp="1"/>
          </p:cNvSpPr>
          <p:nvPr>
            <p:ph type="body" sz="quarter" idx="13" hasCustomPrompt="1"/>
          </p:nvPr>
        </p:nvSpPr>
        <p:spPr>
          <a:xfrm>
            <a:off x="274637" y="694608"/>
            <a:ext cx="11689331" cy="313932"/>
          </a:xfrm>
        </p:spPr>
        <p:txBody>
          <a:bodyPr wrap="square">
            <a:spAutoFit/>
          </a:bodyPr>
          <a:lstStyle>
            <a:lvl1pPr marL="0" indent="0">
              <a:buNone/>
              <a:defRPr b="0">
                <a:solidFill>
                  <a:schemeClr val="bg1"/>
                </a:solidFill>
              </a:defRPr>
            </a:lvl1pPr>
          </a:lstStyle>
          <a:p>
            <a:pPr lvl="0"/>
            <a:r>
              <a:rPr lang="fr-FR"/>
              <a:t>Subtitle of the slide</a:t>
            </a:r>
            <a:endParaRPr lang="fr-FR" dirty="0"/>
          </a:p>
        </p:txBody>
      </p:sp>
    </p:spTree>
    <p:extLst>
      <p:ext uri="{BB962C8B-B14F-4D97-AF65-F5344CB8AC3E}">
        <p14:creationId xmlns:p14="http://schemas.microsoft.com/office/powerpoint/2010/main" val="17573657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Instructions">
    <p:bg>
      <p:bgPr>
        <a:solidFill>
          <a:schemeClr val="tx1">
            <a:lumMod val="50000"/>
          </a:schemeClr>
        </a:solidFill>
        <a:effectLst/>
      </p:bgPr>
    </p:bg>
    <p:spTree>
      <p:nvGrpSpPr>
        <p:cNvPr id="1" name=""/>
        <p:cNvGrpSpPr/>
        <p:nvPr/>
      </p:nvGrpSpPr>
      <p:grpSpPr>
        <a:xfrm>
          <a:off x="0" y="0"/>
          <a:ext cx="0" cy="0"/>
          <a:chOff x="0" y="0"/>
          <a:chExt cx="0" cy="0"/>
        </a:xfrm>
      </p:grpSpPr>
      <p:sp>
        <p:nvSpPr>
          <p:cNvPr id="53" name="Graphique 6">
            <a:extLst>
              <a:ext uri="{FF2B5EF4-FFF2-40B4-BE49-F238E27FC236}">
                <a16:creationId xmlns:a16="http://schemas.microsoft.com/office/drawing/2014/main" id="{7FC7B554-286D-6E38-97AF-1838C377D748}"/>
              </a:ext>
            </a:extLst>
          </p:cNvPr>
          <p:cNvSpPr/>
          <p:nvPr userDrawn="1"/>
        </p:nvSpPr>
        <p:spPr>
          <a:xfrm flipH="1">
            <a:off x="276225" y="276225"/>
            <a:ext cx="304800" cy="304800"/>
          </a:xfrm>
          <a:custGeom>
            <a:avLst/>
            <a:gdLst>
              <a:gd name="connsiteX0" fmla="*/ 4318000 w 4876800"/>
              <a:gd name="connsiteY0" fmla="*/ 0 h 4876800"/>
              <a:gd name="connsiteX1" fmla="*/ 558800 w 4876800"/>
              <a:gd name="connsiteY1" fmla="*/ 0 h 4876800"/>
              <a:gd name="connsiteX2" fmla="*/ 0 w 4876800"/>
              <a:gd name="connsiteY2" fmla="*/ 558800 h 4876800"/>
              <a:gd name="connsiteX3" fmla="*/ 0 w 4876800"/>
              <a:gd name="connsiteY3" fmla="*/ 3302000 h 4876800"/>
              <a:gd name="connsiteX4" fmla="*/ 558800 w 4876800"/>
              <a:gd name="connsiteY4" fmla="*/ 3860800 h 4876800"/>
              <a:gd name="connsiteX5" fmla="*/ 812800 w 4876800"/>
              <a:gd name="connsiteY5" fmla="*/ 3860800 h 4876800"/>
              <a:gd name="connsiteX6" fmla="*/ 812800 w 4876800"/>
              <a:gd name="connsiteY6" fmla="*/ 4724400 h 4876800"/>
              <a:gd name="connsiteX7" fmla="*/ 906882 w 4876800"/>
              <a:gd name="connsiteY7" fmla="*/ 4865218 h 4876800"/>
              <a:gd name="connsiteX8" fmla="*/ 965200 w 4876800"/>
              <a:gd name="connsiteY8" fmla="*/ 4876800 h 4876800"/>
              <a:gd name="connsiteX9" fmla="*/ 1072896 w 4876800"/>
              <a:gd name="connsiteY9" fmla="*/ 4832096 h 4876800"/>
              <a:gd name="connsiteX10" fmla="*/ 2044192 w 4876800"/>
              <a:gd name="connsiteY10" fmla="*/ 3860800 h 4876800"/>
              <a:gd name="connsiteX11" fmla="*/ 4318000 w 4876800"/>
              <a:gd name="connsiteY11" fmla="*/ 3860800 h 4876800"/>
              <a:gd name="connsiteX12" fmla="*/ 4876800 w 4876800"/>
              <a:gd name="connsiteY12" fmla="*/ 3302000 h 4876800"/>
              <a:gd name="connsiteX13" fmla="*/ 4876800 w 4876800"/>
              <a:gd name="connsiteY13" fmla="*/ 558800 h 4876800"/>
              <a:gd name="connsiteX14" fmla="*/ 4318000 w 4876800"/>
              <a:gd name="connsiteY14" fmla="*/ 0 h 4876800"/>
              <a:gd name="connsiteX15" fmla="*/ 2852928 w 4876800"/>
              <a:gd name="connsiteY15" fmla="*/ 2822651 h 4876800"/>
              <a:gd name="connsiteX16" fmla="*/ 2625344 w 4876800"/>
              <a:gd name="connsiteY16" fmla="*/ 3048203 h 4876800"/>
              <a:gd name="connsiteX17" fmla="*/ 2251456 w 4876800"/>
              <a:gd name="connsiteY17" fmla="*/ 3048203 h 4876800"/>
              <a:gd name="connsiteX18" fmla="*/ 2023872 w 4876800"/>
              <a:gd name="connsiteY18" fmla="*/ 2786075 h 4876800"/>
              <a:gd name="connsiteX19" fmla="*/ 2023872 w 4876800"/>
              <a:gd name="connsiteY19" fmla="*/ 2676347 h 4876800"/>
              <a:gd name="connsiteX20" fmla="*/ 2852928 w 4876800"/>
              <a:gd name="connsiteY20" fmla="*/ 2676347 h 4876800"/>
              <a:gd name="connsiteX21" fmla="*/ 3017520 w 4876800"/>
              <a:gd name="connsiteY21" fmla="*/ 2221179 h 4876800"/>
              <a:gd name="connsiteX22" fmla="*/ 2859024 w 4876800"/>
              <a:gd name="connsiteY22" fmla="*/ 2473147 h 4876800"/>
              <a:gd name="connsiteX23" fmla="*/ 2019808 w 4876800"/>
              <a:gd name="connsiteY23" fmla="*/ 2473147 h 4876800"/>
              <a:gd name="connsiteX24" fmla="*/ 1871472 w 4876800"/>
              <a:gd name="connsiteY24" fmla="*/ 2231339 h 4876800"/>
              <a:gd name="connsiteX25" fmla="*/ 1524000 w 4876800"/>
              <a:gd name="connsiteY25" fmla="*/ 1499819 h 4876800"/>
              <a:gd name="connsiteX26" fmla="*/ 2424176 w 4876800"/>
              <a:gd name="connsiteY26" fmla="*/ 609803 h 4876800"/>
              <a:gd name="connsiteX27" fmla="*/ 3082544 w 4876800"/>
              <a:gd name="connsiteY27" fmla="*/ 873963 h 4876800"/>
              <a:gd name="connsiteX28" fmla="*/ 3352800 w 4876800"/>
              <a:gd name="connsiteY28" fmla="*/ 1518107 h 4876800"/>
              <a:gd name="connsiteX29" fmla="*/ 3017520 w 4876800"/>
              <a:gd name="connsiteY29" fmla="*/ 2221179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76800" h="4876800">
                <a:moveTo>
                  <a:pt x="4318000" y="0"/>
                </a:moveTo>
                <a:lnTo>
                  <a:pt x="558800" y="0"/>
                </a:lnTo>
                <a:cubicBezTo>
                  <a:pt x="250546" y="0"/>
                  <a:pt x="0" y="250546"/>
                  <a:pt x="0" y="558800"/>
                </a:cubicBezTo>
                <a:lnTo>
                  <a:pt x="0" y="3302000"/>
                </a:lnTo>
                <a:cubicBezTo>
                  <a:pt x="0" y="3610255"/>
                  <a:pt x="250546" y="3860800"/>
                  <a:pt x="558800" y="3860800"/>
                </a:cubicBezTo>
                <a:lnTo>
                  <a:pt x="812800" y="3860800"/>
                </a:lnTo>
                <a:lnTo>
                  <a:pt x="812800" y="4724400"/>
                </a:lnTo>
                <a:cubicBezTo>
                  <a:pt x="812800" y="4785970"/>
                  <a:pt x="849986" y="4841647"/>
                  <a:pt x="906882" y="4865218"/>
                </a:cubicBezTo>
                <a:cubicBezTo>
                  <a:pt x="925779" y="4872940"/>
                  <a:pt x="945490" y="4876800"/>
                  <a:pt x="965200" y="4876800"/>
                </a:cubicBezTo>
                <a:cubicBezTo>
                  <a:pt x="1004824" y="4876800"/>
                  <a:pt x="1043838" y="4861357"/>
                  <a:pt x="1072896" y="4832096"/>
                </a:cubicBezTo>
                <a:lnTo>
                  <a:pt x="2044192" y="3860800"/>
                </a:lnTo>
                <a:lnTo>
                  <a:pt x="4318000" y="3860800"/>
                </a:lnTo>
                <a:cubicBezTo>
                  <a:pt x="4626255" y="3860800"/>
                  <a:pt x="4876800" y="3610255"/>
                  <a:pt x="4876800" y="3302000"/>
                </a:cubicBezTo>
                <a:lnTo>
                  <a:pt x="4876800" y="558800"/>
                </a:lnTo>
                <a:cubicBezTo>
                  <a:pt x="4876800" y="250546"/>
                  <a:pt x="4626255" y="0"/>
                  <a:pt x="4318000" y="0"/>
                </a:cubicBezTo>
                <a:close/>
                <a:moveTo>
                  <a:pt x="2852928" y="2822651"/>
                </a:moveTo>
                <a:cubicBezTo>
                  <a:pt x="2852928" y="2946603"/>
                  <a:pt x="2751328" y="3048203"/>
                  <a:pt x="2625344" y="3048203"/>
                </a:cubicBezTo>
                <a:lnTo>
                  <a:pt x="2251456" y="3048203"/>
                </a:lnTo>
                <a:cubicBezTo>
                  <a:pt x="2141728" y="3048203"/>
                  <a:pt x="2023872" y="2966923"/>
                  <a:pt x="2023872" y="2786075"/>
                </a:cubicBezTo>
                <a:lnTo>
                  <a:pt x="2023872" y="2676347"/>
                </a:lnTo>
                <a:lnTo>
                  <a:pt x="2852928" y="2676347"/>
                </a:lnTo>
                <a:close/>
                <a:moveTo>
                  <a:pt x="3017520" y="2221179"/>
                </a:moveTo>
                <a:cubicBezTo>
                  <a:pt x="2932176" y="2290267"/>
                  <a:pt x="2877312" y="2379675"/>
                  <a:pt x="2859024" y="2473147"/>
                </a:cubicBezTo>
                <a:lnTo>
                  <a:pt x="2019808" y="2473147"/>
                </a:lnTo>
                <a:cubicBezTo>
                  <a:pt x="2005584" y="2381707"/>
                  <a:pt x="1954784" y="2296363"/>
                  <a:pt x="1871472" y="2231339"/>
                </a:cubicBezTo>
                <a:cubicBezTo>
                  <a:pt x="1645920" y="2054555"/>
                  <a:pt x="1517904" y="1788363"/>
                  <a:pt x="1524000" y="1499819"/>
                </a:cubicBezTo>
                <a:cubicBezTo>
                  <a:pt x="1534160" y="1016203"/>
                  <a:pt x="1938528" y="615899"/>
                  <a:pt x="2424176" y="609803"/>
                </a:cubicBezTo>
                <a:cubicBezTo>
                  <a:pt x="2670048" y="603707"/>
                  <a:pt x="2905760" y="699211"/>
                  <a:pt x="3082544" y="873963"/>
                </a:cubicBezTo>
                <a:cubicBezTo>
                  <a:pt x="3257296" y="1044651"/>
                  <a:pt x="3352800" y="1274267"/>
                  <a:pt x="3352800" y="1518107"/>
                </a:cubicBezTo>
                <a:cubicBezTo>
                  <a:pt x="3352800" y="1792427"/>
                  <a:pt x="3231083" y="2048459"/>
                  <a:pt x="3017520" y="2221179"/>
                </a:cubicBezTo>
                <a:close/>
              </a:path>
            </a:pathLst>
          </a:custGeom>
          <a:solidFill>
            <a:schemeClr val="accent5"/>
          </a:solidFill>
          <a:ln w="12700" cap="flat" cmpd="sng" algn="ctr">
            <a:noFill/>
            <a:prstDash val="solid"/>
            <a:miter lim="800000"/>
          </a:ln>
          <a:effectLst/>
        </p:spPr>
        <p:txBody>
          <a:bodyPr bIns="576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000" b="0" i="0" u="none" strike="noStrike" kern="0" cap="all" spc="400" normalizeH="0" baseline="0" noProof="0">
              <a:ln>
                <a:noFill/>
              </a:ln>
              <a:solidFill>
                <a:srgbClr val="FFFFFF"/>
              </a:solidFill>
              <a:effectLst/>
              <a:uLnTx/>
              <a:uFillTx/>
              <a:latin typeface="Outfit" pitchFamily="2" charset="0"/>
              <a:ea typeface="+mn-ea"/>
              <a:cs typeface="+mn-cs"/>
            </a:endParaRPr>
          </a:p>
        </p:txBody>
      </p:sp>
      <p:cxnSp>
        <p:nvCxnSpPr>
          <p:cNvPr id="56" name="Connecteur droit 55">
            <a:extLst>
              <a:ext uri="{FF2B5EF4-FFF2-40B4-BE49-F238E27FC236}">
                <a16:creationId xmlns:a16="http://schemas.microsoft.com/office/drawing/2014/main" id="{F4B3EE14-EACE-EDC7-A531-9E116D7E72CB}"/>
              </a:ext>
            </a:extLst>
          </p:cNvPr>
          <p:cNvCxnSpPr>
            <a:cxnSpLocks/>
          </p:cNvCxnSpPr>
          <p:nvPr userDrawn="1"/>
        </p:nvCxnSpPr>
        <p:spPr>
          <a:xfrm>
            <a:off x="3752850" y="581025"/>
            <a:ext cx="0" cy="5457825"/>
          </a:xfrm>
          <a:prstGeom prst="line">
            <a:avLst/>
          </a:prstGeom>
          <a:noFill/>
          <a:ln w="6350" cap="flat" cmpd="sng" algn="ctr">
            <a:solidFill>
              <a:srgbClr val="000000">
                <a:alpha val="50000"/>
              </a:srgbClr>
            </a:solidFill>
            <a:prstDash val="solid"/>
            <a:miter lim="800000"/>
          </a:ln>
          <a:effectLst/>
        </p:spPr>
      </p:cxnSp>
      <p:pic>
        <p:nvPicPr>
          <p:cNvPr id="35" name="Image 23">
            <a:extLst>
              <a:ext uri="{FF2B5EF4-FFF2-40B4-BE49-F238E27FC236}">
                <a16:creationId xmlns:a16="http://schemas.microsoft.com/office/drawing/2014/main" id="{FAF6B959-FCD5-D28A-DCC2-140F7DCBF7AC}"/>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1575385" y="1008942"/>
            <a:ext cx="220980" cy="218808"/>
          </a:xfrm>
          <a:prstGeom prst="rect">
            <a:avLst/>
          </a:prstGeom>
        </p:spPr>
      </p:pic>
      <p:sp>
        <p:nvSpPr>
          <p:cNvPr id="2" name="Rectangle 1">
            <a:extLst>
              <a:ext uri="{FF2B5EF4-FFF2-40B4-BE49-F238E27FC236}">
                <a16:creationId xmlns:a16="http://schemas.microsoft.com/office/drawing/2014/main" id="{B44021DC-60E9-BCE4-692B-1E6AADF8B250}"/>
              </a:ext>
            </a:extLst>
          </p:cNvPr>
          <p:cNvSpPr/>
          <p:nvPr userDrawn="1"/>
        </p:nvSpPr>
        <p:spPr>
          <a:xfrm>
            <a:off x="10210607" y="523414"/>
            <a:ext cx="1496694" cy="19424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5"/>
              </a:buClr>
            </a:pPr>
            <a:r>
              <a:rPr lang="fr-FR" sz="800" b="1" dirty="0">
                <a:solidFill>
                  <a:schemeClr val="accent5"/>
                </a:solidFill>
                <a:latin typeface="Outfit" pitchFamily="2" charset="0"/>
              </a:rPr>
              <a:t>"</a:t>
            </a:r>
            <a:r>
              <a:rPr lang="fr-FR" sz="800" b="1" dirty="0" err="1">
                <a:solidFill>
                  <a:schemeClr val="accent5"/>
                </a:solidFill>
                <a:latin typeface="Outfit" pitchFamily="2" charset="0"/>
              </a:rPr>
              <a:t>Reproduce</a:t>
            </a:r>
            <a:r>
              <a:rPr lang="fr-FR" sz="800" b="1" dirty="0">
                <a:solidFill>
                  <a:schemeClr val="accent5"/>
                </a:solidFill>
                <a:latin typeface="Outfit" pitchFamily="2" charset="0"/>
              </a:rPr>
              <a:t> </a:t>
            </a:r>
            <a:r>
              <a:rPr lang="fr-FR" sz="800" b="1" dirty="0" err="1">
                <a:solidFill>
                  <a:schemeClr val="accent5"/>
                </a:solidFill>
                <a:latin typeface="Outfit" pitchFamily="2" charset="0"/>
              </a:rPr>
              <a:t>layout</a:t>
            </a:r>
            <a:r>
              <a:rPr lang="fr-FR" sz="800" b="1" dirty="0">
                <a:solidFill>
                  <a:schemeClr val="accent5"/>
                </a:solidFill>
                <a:latin typeface="Outfit" pitchFamily="2" charset="0"/>
              </a:rPr>
              <a:t>" </a:t>
            </a:r>
            <a:r>
              <a:rPr lang="fr-FR" sz="800" b="1" dirty="0" err="1">
                <a:solidFill>
                  <a:schemeClr val="accent5"/>
                </a:solidFill>
                <a:latin typeface="Outfit" pitchFamily="2" charset="0"/>
              </a:rPr>
              <a:t>tool</a:t>
            </a:r>
            <a:endParaRPr lang="fr-FR" sz="800" b="1" dirty="0">
              <a:solidFill>
                <a:schemeClr val="accent5"/>
              </a:solidFill>
              <a:latin typeface="Outfit" pitchFamily="2" charset="0"/>
            </a:endParaRP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Select the </a:t>
            </a:r>
            <a:r>
              <a:rPr lang="fr-FR" sz="700" dirty="0" err="1">
                <a:solidFill>
                  <a:schemeClr val="bg1"/>
                </a:solidFill>
                <a:latin typeface="Aleo" panose="00000500000000000000" pitchFamily="2" charset="0"/>
              </a:rPr>
              <a:t>desired</a:t>
            </a:r>
            <a:r>
              <a:rPr lang="fr-FR" sz="700" dirty="0">
                <a:solidFill>
                  <a:schemeClr val="bg1"/>
                </a:solidFill>
                <a:latin typeface="Aleo" panose="00000500000000000000" pitchFamily="2" charset="0"/>
              </a:rPr>
              <a:t> </a:t>
            </a:r>
            <a:r>
              <a:rPr lang="fr-FR" sz="700" dirty="0" err="1">
                <a:solidFill>
                  <a:schemeClr val="bg1"/>
                </a:solidFill>
                <a:latin typeface="Aleo" panose="00000500000000000000" pitchFamily="2" charset="0"/>
              </a:rPr>
              <a:t>shape</a:t>
            </a:r>
            <a:r>
              <a:rPr lang="fr-FR" sz="700" dirty="0">
                <a:solidFill>
                  <a:schemeClr val="bg1"/>
                </a:solidFill>
                <a:latin typeface="Aleo" panose="00000500000000000000" pitchFamily="2" charset="0"/>
              </a:rPr>
              <a:t> </a:t>
            </a:r>
            <a:br>
              <a:rPr lang="fr-FR" sz="700" dirty="0">
                <a:solidFill>
                  <a:schemeClr val="bg1"/>
                </a:solidFill>
                <a:latin typeface="Aleo" panose="00000500000000000000" pitchFamily="2" charset="0"/>
              </a:rPr>
            </a:br>
            <a:r>
              <a:rPr lang="fr-FR" sz="700" dirty="0">
                <a:solidFill>
                  <a:schemeClr val="bg1"/>
                </a:solidFill>
                <a:latin typeface="Aleo" panose="00000500000000000000" pitchFamily="2" charset="0"/>
              </a:rPr>
              <a:t>or </a:t>
            </a:r>
            <a:r>
              <a:rPr lang="fr-FR" sz="700" dirty="0" err="1">
                <a:solidFill>
                  <a:schemeClr val="bg1"/>
                </a:solidFill>
                <a:latin typeface="Aleo" panose="00000500000000000000" pitchFamily="2" charset="0"/>
              </a:rPr>
              <a:t>text</a:t>
            </a:r>
            <a:endParaRPr lang="fr-FR" sz="700" dirty="0">
              <a:solidFill>
                <a:schemeClr val="bg1"/>
              </a:solidFill>
              <a:latin typeface="Aleo" panose="00000500000000000000" pitchFamily="2" charset="0"/>
            </a:endParaRP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Click on the "Copy </a:t>
            </a:r>
            <a:r>
              <a:rPr lang="fr-FR" sz="700" dirty="0" err="1">
                <a:solidFill>
                  <a:schemeClr val="bg1"/>
                </a:solidFill>
                <a:latin typeface="Aleo" panose="00000500000000000000" pitchFamily="2" charset="0"/>
              </a:rPr>
              <a:t>layout</a:t>
            </a:r>
            <a:r>
              <a:rPr lang="fr-FR" sz="700" dirty="0">
                <a:solidFill>
                  <a:schemeClr val="bg1"/>
                </a:solidFill>
                <a:latin typeface="Aleo" panose="00000500000000000000" pitchFamily="2" charset="0"/>
              </a:rPr>
              <a:t>" </a:t>
            </a:r>
            <a:r>
              <a:rPr lang="fr-FR" sz="700" dirty="0" err="1">
                <a:solidFill>
                  <a:schemeClr val="bg1"/>
                </a:solidFill>
                <a:latin typeface="Aleo" panose="00000500000000000000" pitchFamily="2" charset="0"/>
              </a:rPr>
              <a:t>icon</a:t>
            </a:r>
            <a:endParaRPr lang="fr-FR" sz="700" dirty="0">
              <a:solidFill>
                <a:schemeClr val="bg1"/>
              </a:solidFill>
              <a:latin typeface="Aleo" panose="00000500000000000000" pitchFamily="2" charset="0"/>
            </a:endParaRPr>
          </a:p>
          <a:p>
            <a:pPr marL="171450" indent="-171450">
              <a:spcAft>
                <a:spcPts val="300"/>
              </a:spcAft>
              <a:buClr>
                <a:schemeClr val="accent5"/>
              </a:buClr>
              <a:buFont typeface="Wingdings 3" panose="05040102010807070707" pitchFamily="18" charset="2"/>
              <a:buChar char=""/>
            </a:pPr>
            <a:r>
              <a:rPr lang="en-US" sz="700" dirty="0">
                <a:solidFill>
                  <a:schemeClr val="bg1"/>
                </a:solidFill>
                <a:latin typeface="Aleo" panose="00000500000000000000" pitchFamily="2" charset="0"/>
              </a:rPr>
              <a:t>Click on the shape or select the text you want </a:t>
            </a:r>
            <a:br>
              <a:rPr lang="en-US" sz="700" dirty="0">
                <a:solidFill>
                  <a:schemeClr val="bg1"/>
                </a:solidFill>
                <a:latin typeface="Aleo" panose="00000500000000000000" pitchFamily="2" charset="0"/>
              </a:rPr>
            </a:br>
            <a:r>
              <a:rPr lang="en-US" sz="700" dirty="0">
                <a:solidFill>
                  <a:schemeClr val="bg1"/>
                </a:solidFill>
                <a:latin typeface="Aleo" panose="00000500000000000000" pitchFamily="2" charset="0"/>
              </a:rPr>
              <a:t>to duplicate</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Changes are </a:t>
            </a:r>
            <a:r>
              <a:rPr lang="fr-FR" sz="700" dirty="0" err="1">
                <a:solidFill>
                  <a:schemeClr val="bg1"/>
                </a:solidFill>
                <a:latin typeface="Aleo" panose="00000500000000000000" pitchFamily="2" charset="0"/>
              </a:rPr>
              <a:t>applied</a:t>
            </a:r>
            <a:r>
              <a:rPr lang="fr-FR" sz="700" dirty="0">
                <a:solidFill>
                  <a:schemeClr val="bg1"/>
                </a:solidFill>
                <a:latin typeface="Aleo" panose="00000500000000000000" pitchFamily="2" charset="0"/>
              </a:rPr>
              <a:t> </a:t>
            </a:r>
            <a:r>
              <a:rPr lang="fr-FR" sz="700" dirty="0" err="1">
                <a:solidFill>
                  <a:schemeClr val="bg1"/>
                </a:solidFill>
                <a:latin typeface="Aleo" panose="00000500000000000000" pitchFamily="2" charset="0"/>
              </a:rPr>
              <a:t>instantly</a:t>
            </a:r>
            <a:r>
              <a:rPr lang="fr-FR" sz="700" dirty="0">
                <a:solidFill>
                  <a:schemeClr val="bg1"/>
                </a:solidFill>
                <a:latin typeface="Aleo" panose="00000500000000000000" pitchFamily="2" charset="0"/>
              </a:rPr>
              <a:t>  </a:t>
            </a:r>
          </a:p>
          <a:p>
            <a:pPr marL="171450" indent="-171450">
              <a:spcAft>
                <a:spcPts val="300"/>
              </a:spcAft>
              <a:buClr>
                <a:schemeClr val="accent5"/>
              </a:buClr>
              <a:buFont typeface="Wingdings 3" panose="05040102010807070707" pitchFamily="18" charset="2"/>
              <a:buChar char=""/>
            </a:pPr>
            <a:r>
              <a:rPr lang="en-US" sz="700" dirty="0">
                <a:solidFill>
                  <a:schemeClr val="bg1"/>
                </a:solidFill>
                <a:latin typeface="Aleo" panose="00000500000000000000" pitchFamily="2" charset="0"/>
              </a:rPr>
              <a:t>To apply the same formatting to multiple locations in the presentation, double-click </a:t>
            </a:r>
            <a:br>
              <a:rPr lang="en-US" sz="700" dirty="0">
                <a:solidFill>
                  <a:schemeClr val="bg1"/>
                </a:solidFill>
                <a:latin typeface="Aleo" panose="00000500000000000000" pitchFamily="2" charset="0"/>
              </a:rPr>
            </a:br>
            <a:r>
              <a:rPr lang="en-US" sz="700" dirty="0">
                <a:solidFill>
                  <a:schemeClr val="bg1"/>
                </a:solidFill>
                <a:latin typeface="Aleo" panose="00000500000000000000" pitchFamily="2" charset="0"/>
              </a:rPr>
              <a:t>on the icon</a:t>
            </a:r>
            <a:endParaRPr lang="fr-FR" sz="700" dirty="0">
              <a:solidFill>
                <a:schemeClr val="bg1"/>
              </a:solidFill>
              <a:latin typeface="Aleo" panose="00000500000000000000" pitchFamily="2" charset="0"/>
            </a:endParaRPr>
          </a:p>
        </p:txBody>
      </p:sp>
      <p:sp>
        <p:nvSpPr>
          <p:cNvPr id="3" name="TextBox 2">
            <a:extLst>
              <a:ext uri="{FF2B5EF4-FFF2-40B4-BE49-F238E27FC236}">
                <a16:creationId xmlns:a16="http://schemas.microsoft.com/office/drawing/2014/main" id="{26E2A95A-9C91-869D-490F-096801D1B4E5}"/>
              </a:ext>
            </a:extLst>
          </p:cNvPr>
          <p:cNvSpPr txBox="1"/>
          <p:nvPr userDrawn="1"/>
        </p:nvSpPr>
        <p:spPr>
          <a:xfrm>
            <a:off x="484700" y="523414"/>
            <a:ext cx="3439600" cy="390684"/>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80000"/>
              </a:lnSpc>
            </a:pPr>
            <a:r>
              <a:rPr lang="fr-FR" sz="2400" dirty="0">
                <a:solidFill>
                  <a:schemeClr val="bg2"/>
                </a:solidFill>
                <a:latin typeface="Aleo Bold italic" panose="00000800000000000000" pitchFamily="2" charset="0"/>
              </a:rPr>
              <a:t>Instructions</a:t>
            </a:r>
            <a:endParaRPr lang="fr-FR" sz="2400" dirty="0">
              <a:solidFill>
                <a:schemeClr val="bg2"/>
              </a:solidFill>
            </a:endParaRPr>
          </a:p>
        </p:txBody>
      </p:sp>
      <p:sp>
        <p:nvSpPr>
          <p:cNvPr id="13" name="TextBox 2">
            <a:extLst>
              <a:ext uri="{FF2B5EF4-FFF2-40B4-BE49-F238E27FC236}">
                <a16:creationId xmlns:a16="http://schemas.microsoft.com/office/drawing/2014/main" id="{3CAC62D8-19C3-7F45-AF38-40AA6EB22433}"/>
              </a:ext>
            </a:extLst>
          </p:cNvPr>
          <p:cNvSpPr txBox="1"/>
          <p:nvPr userDrawn="1"/>
        </p:nvSpPr>
        <p:spPr>
          <a:xfrm>
            <a:off x="484700" y="837437"/>
            <a:ext cx="3331105" cy="352661"/>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80000"/>
              </a:lnSpc>
            </a:pPr>
            <a:r>
              <a:rPr lang="fr-FR" sz="2000" i="1" dirty="0">
                <a:solidFill>
                  <a:schemeClr val="accent5"/>
                </a:solidFill>
                <a:latin typeface="Aleo Light" panose="00000400000000000000" pitchFamily="2" charset="0"/>
              </a:rPr>
              <a:t>For </a:t>
            </a:r>
            <a:r>
              <a:rPr lang="fr-FR" sz="2000" i="1" dirty="0" err="1">
                <a:solidFill>
                  <a:schemeClr val="accent5"/>
                </a:solidFill>
                <a:latin typeface="Aleo Light" panose="00000400000000000000" pitchFamily="2" charset="0"/>
              </a:rPr>
              <a:t>using</a:t>
            </a:r>
            <a:r>
              <a:rPr lang="fr-FR" sz="2000" i="1" dirty="0">
                <a:solidFill>
                  <a:schemeClr val="accent5"/>
                </a:solidFill>
                <a:latin typeface="Aleo Light" panose="00000400000000000000" pitchFamily="2" charset="0"/>
              </a:rPr>
              <a:t> </a:t>
            </a:r>
            <a:r>
              <a:rPr lang="fr-FR" sz="2000" i="1" dirty="0" err="1">
                <a:solidFill>
                  <a:schemeClr val="accent5"/>
                </a:solidFill>
                <a:latin typeface="Aleo Light" panose="00000400000000000000" pitchFamily="2" charset="0"/>
              </a:rPr>
              <a:t>OVHcloud</a:t>
            </a:r>
            <a:r>
              <a:rPr lang="fr-FR" sz="2000" i="1" dirty="0">
                <a:solidFill>
                  <a:schemeClr val="accent5"/>
                </a:solidFill>
                <a:latin typeface="Aleo Light" panose="00000400000000000000" pitchFamily="2" charset="0"/>
              </a:rPr>
              <a:t> model</a:t>
            </a:r>
          </a:p>
        </p:txBody>
      </p:sp>
      <p:sp>
        <p:nvSpPr>
          <p:cNvPr id="14" name="ZoneTexte 9">
            <a:extLst>
              <a:ext uri="{FF2B5EF4-FFF2-40B4-BE49-F238E27FC236}">
                <a16:creationId xmlns:a16="http://schemas.microsoft.com/office/drawing/2014/main" id="{B7BCA64B-50D4-98C3-CB4E-38855E50A5D3}"/>
              </a:ext>
            </a:extLst>
          </p:cNvPr>
          <p:cNvSpPr txBox="1"/>
          <p:nvPr userDrawn="1"/>
        </p:nvSpPr>
        <p:spPr>
          <a:xfrm>
            <a:off x="571500" y="1261592"/>
            <a:ext cx="2513927" cy="3383234"/>
          </a:xfrm>
          <a:prstGeom prst="rect">
            <a:avLst/>
          </a:prstGeom>
          <a:noFill/>
        </p:spPr>
        <p:txBody>
          <a:bodyPr wrap="square" lIns="0" tIns="0" rIns="0" bIns="0">
            <a:spAutoFit/>
          </a:bodyPr>
          <a:lstStyle/>
          <a:p>
            <a:pPr>
              <a:lnSpc>
                <a:spcPct val="110000"/>
              </a:lnSpc>
              <a:spcBef>
                <a:spcPts val="1200"/>
              </a:spcBef>
            </a:pPr>
            <a:r>
              <a:rPr lang="en-US" sz="1200" dirty="0">
                <a:solidFill>
                  <a:schemeClr val="bg1"/>
                </a:solidFill>
                <a:latin typeface="Aleo Light" panose="00000400000000000000" pitchFamily="2" charset="0"/>
              </a:rPr>
              <a:t>The slide mask serves practical purposes. It incorporates key elements within the mask with the goal of establishing a structured framework, a template, so that the end user can effortlessly create a high-quality presentation without the need to consider design aspects. </a:t>
            </a:r>
          </a:p>
          <a:p>
            <a:pPr>
              <a:lnSpc>
                <a:spcPct val="110000"/>
              </a:lnSpc>
              <a:spcBef>
                <a:spcPts val="1200"/>
              </a:spcBef>
            </a:pPr>
            <a:r>
              <a:rPr lang="en-US" sz="1200" dirty="0">
                <a:solidFill>
                  <a:schemeClr val="bg1"/>
                </a:solidFill>
                <a:latin typeface="Aleo Light" panose="00000400000000000000" pitchFamily="2" charset="0"/>
              </a:rPr>
              <a:t>For greater flexibility in constructing slides and to approach them differently, "blank" slides and graphic elements in toolboxes are provided to simplify your task. You can swiftly access different sections by </a:t>
            </a:r>
            <a:r>
              <a:rPr lang="en-US" sz="1200" dirty="0" err="1">
                <a:solidFill>
                  <a:schemeClr val="bg1"/>
                </a:solidFill>
                <a:latin typeface="Aleo Light" panose="00000400000000000000" pitchFamily="2" charset="0"/>
              </a:rPr>
              <a:t>Ctrl+clicking</a:t>
            </a:r>
            <a:r>
              <a:rPr lang="en-US" sz="1200" dirty="0">
                <a:solidFill>
                  <a:schemeClr val="bg1"/>
                </a:solidFill>
                <a:latin typeface="Aleo Light" panose="00000400000000000000" pitchFamily="2" charset="0"/>
              </a:rPr>
              <a:t> on one of the following buttons</a:t>
            </a:r>
            <a:r>
              <a:rPr lang="fr-FR" sz="1200" dirty="0">
                <a:solidFill>
                  <a:schemeClr val="bg1"/>
                </a:solidFill>
                <a:latin typeface="Aleo Light" panose="00000400000000000000" pitchFamily="2" charset="0"/>
              </a:rPr>
              <a:t>:</a:t>
            </a:r>
          </a:p>
        </p:txBody>
      </p:sp>
      <p:sp>
        <p:nvSpPr>
          <p:cNvPr id="29" name="Rectangle 28">
            <a:extLst>
              <a:ext uri="{FF2B5EF4-FFF2-40B4-BE49-F238E27FC236}">
                <a16:creationId xmlns:a16="http://schemas.microsoft.com/office/drawing/2014/main" id="{9B8B499B-BFB4-E48B-A76A-7BDC8BBE1CE2}"/>
              </a:ext>
            </a:extLst>
          </p:cNvPr>
          <p:cNvSpPr/>
          <p:nvPr userDrawn="1"/>
        </p:nvSpPr>
        <p:spPr>
          <a:xfrm>
            <a:off x="4098291" y="523414"/>
            <a:ext cx="1754954" cy="26811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marL="0" marR="0" lvl="0" indent="0" algn="l" defTabSz="914400" rtl="0" eaLnBrk="1" fontAlgn="auto" latinLnBrk="0" hangingPunct="1">
              <a:lnSpc>
                <a:spcPct val="100000"/>
              </a:lnSpc>
              <a:spcBef>
                <a:spcPts val="0"/>
              </a:spcBef>
              <a:spcAft>
                <a:spcPts val="300"/>
              </a:spcAft>
              <a:buClr>
                <a:schemeClr val="accent5"/>
              </a:buClr>
              <a:buSzTx/>
              <a:buFontTx/>
              <a:buNone/>
              <a:tabLst/>
              <a:defRPr/>
            </a:pPr>
            <a:r>
              <a:rPr kumimoji="0" lang="en-US" sz="800" b="1" i="0" u="none" strike="noStrike" kern="1200" cap="none" spc="0" normalizeH="0" baseline="0" dirty="0">
                <a:ln>
                  <a:noFill/>
                </a:ln>
                <a:solidFill>
                  <a:schemeClr val="accent5"/>
                </a:solidFill>
                <a:effectLst/>
                <a:uLnTx/>
                <a:uFillTx/>
                <a:latin typeface="Outfit" pitchFamily="2" charset="0"/>
                <a:ea typeface="+mn-ea"/>
                <a:cs typeface="+mn-cs"/>
              </a:rPr>
              <a:t>Provide access </a:t>
            </a:r>
            <a:br>
              <a:rPr kumimoji="0" lang="en-US" sz="800" b="1" i="0" u="none" strike="noStrike" kern="1200" cap="none" spc="0" normalizeH="0" baseline="0" dirty="0">
                <a:ln>
                  <a:noFill/>
                </a:ln>
                <a:solidFill>
                  <a:schemeClr val="accent5"/>
                </a:solidFill>
                <a:effectLst/>
                <a:uLnTx/>
                <a:uFillTx/>
                <a:latin typeface="Outfit" pitchFamily="2" charset="0"/>
                <a:ea typeface="+mn-ea"/>
                <a:cs typeface="+mn-cs"/>
              </a:rPr>
            </a:br>
            <a:r>
              <a:rPr kumimoji="0" lang="en-US" sz="800" b="1" i="0" u="none" strike="noStrike" kern="1200" cap="none" spc="0" normalizeH="0" baseline="0" dirty="0">
                <a:ln>
                  <a:noFill/>
                </a:ln>
                <a:solidFill>
                  <a:schemeClr val="accent5"/>
                </a:solidFill>
                <a:effectLst/>
                <a:uLnTx/>
                <a:uFillTx/>
                <a:latin typeface="Outfit" pitchFamily="2" charset="0"/>
                <a:ea typeface="+mn-ea"/>
                <a:cs typeface="+mn-cs"/>
              </a:rPr>
              <a:t>to the PowerPoint model</a:t>
            </a:r>
            <a:r>
              <a:rPr kumimoji="0" lang="fr-FR" sz="800" b="1" i="0" u="none" strike="noStrike" kern="1200" cap="none" spc="0" normalizeH="0" baseline="0" dirty="0">
                <a:ln>
                  <a:noFill/>
                </a:ln>
                <a:solidFill>
                  <a:schemeClr val="accent5"/>
                </a:solidFill>
                <a:effectLst/>
                <a:uLnTx/>
                <a:uFillTx/>
                <a:latin typeface="Outfit" pitchFamily="2" charset="0"/>
                <a:ea typeface="+mn-ea"/>
                <a:cs typeface="+mn-cs"/>
              </a:rPr>
              <a:t>:</a:t>
            </a:r>
          </a:p>
          <a:p>
            <a:pPr marL="171450" indent="-171450">
              <a:spcAft>
                <a:spcPts val="300"/>
              </a:spcAft>
              <a:buClr>
                <a:schemeClr val="accent5"/>
              </a:buClr>
              <a:buFont typeface="Wingdings 3" panose="05040102010807070707" pitchFamily="18" charset="2"/>
              <a:buChar char=""/>
            </a:pPr>
            <a:r>
              <a:rPr lang="en-US" sz="800" dirty="0">
                <a:solidFill>
                  <a:schemeClr val="bg1"/>
                </a:solidFill>
              </a:rPr>
              <a:t>Once the .pptx is open, save it as .</a:t>
            </a:r>
            <a:r>
              <a:rPr lang="en-US" sz="800" dirty="0" err="1">
                <a:solidFill>
                  <a:schemeClr val="bg1"/>
                </a:solidFill>
              </a:rPr>
              <a:t>potx</a:t>
            </a:r>
            <a:endParaRPr lang="en-US" sz="800" dirty="0">
              <a:solidFill>
                <a:schemeClr val="bg1"/>
              </a:solidFill>
            </a:endParaRPr>
          </a:p>
          <a:p>
            <a:pPr marL="171450" indent="-171450">
              <a:spcAft>
                <a:spcPts val="300"/>
              </a:spcAft>
              <a:buClr>
                <a:schemeClr val="accent5"/>
              </a:buClr>
              <a:buFont typeface="Wingdings 3" panose="05040102010807070707" pitchFamily="18" charset="2"/>
              <a:buChar char=""/>
            </a:pPr>
            <a:r>
              <a:rPr lang="en-US" sz="800" dirty="0">
                <a:solidFill>
                  <a:schemeClr val="bg1"/>
                </a:solidFill>
              </a:rPr>
              <a:t>The end user can then open it from the provided file path</a:t>
            </a:r>
          </a:p>
          <a:p>
            <a:pPr marL="171450" indent="-171450">
              <a:spcAft>
                <a:spcPts val="300"/>
              </a:spcAft>
              <a:buClr>
                <a:schemeClr val="accent5"/>
              </a:buClr>
              <a:buFont typeface="Wingdings 3" panose="05040102010807070707" pitchFamily="18" charset="2"/>
              <a:buChar char=""/>
            </a:pPr>
            <a:r>
              <a:rPr lang="en-US" sz="800" dirty="0">
                <a:solidFill>
                  <a:schemeClr val="bg1"/>
                </a:solidFill>
              </a:rPr>
              <a:t>Once opened, he can go back to "File," then, further down, to "Recent." </a:t>
            </a:r>
            <a:br>
              <a:rPr lang="en-US" sz="800" dirty="0">
                <a:solidFill>
                  <a:schemeClr val="bg1"/>
                </a:solidFill>
              </a:rPr>
            </a:br>
            <a:r>
              <a:rPr lang="en-US" sz="800" dirty="0">
                <a:solidFill>
                  <a:schemeClr val="bg1"/>
                </a:solidFill>
              </a:rPr>
              <a:t>He simply need to pin the currently open file with a click</a:t>
            </a:r>
          </a:p>
          <a:p>
            <a:pPr>
              <a:spcAft>
                <a:spcPts val="300"/>
              </a:spcAft>
              <a:buClr>
                <a:srgbClr val="FF7649"/>
              </a:buClr>
            </a:pPr>
            <a:r>
              <a:rPr lang="en-US" sz="800" dirty="0">
                <a:solidFill>
                  <a:schemeClr val="bg1"/>
                </a:solidFill>
              </a:rPr>
              <a:t>This makes it easy for the end user, in just two clicks, to retrieve the original model, including the toolbox</a:t>
            </a:r>
          </a:p>
          <a:p>
            <a:pPr>
              <a:spcAft>
                <a:spcPts val="300"/>
              </a:spcAft>
              <a:buClr>
                <a:srgbClr val="FF7649"/>
              </a:buClr>
            </a:pPr>
            <a:r>
              <a:rPr lang="en-US" sz="800" dirty="0">
                <a:solidFill>
                  <a:schemeClr val="bg1"/>
                </a:solidFill>
              </a:rPr>
              <a:t>When opening a .</a:t>
            </a:r>
            <a:r>
              <a:rPr lang="en-US" sz="800" dirty="0" err="1">
                <a:solidFill>
                  <a:schemeClr val="bg1"/>
                </a:solidFill>
              </a:rPr>
              <a:t>potx</a:t>
            </a:r>
            <a:r>
              <a:rPr lang="en-US" sz="800" dirty="0">
                <a:solidFill>
                  <a:schemeClr val="bg1"/>
                </a:solidFill>
              </a:rPr>
              <a:t>, PowerPoint prevents file overwriting; the end user cannot "save" (and overwrite the file). PowerPoint will prompt a "Save As" (new document) instead.</a:t>
            </a:r>
            <a:endParaRPr lang="fr-FR" sz="800" dirty="0">
              <a:solidFill>
                <a:schemeClr val="bg1"/>
              </a:solidFill>
            </a:endParaRPr>
          </a:p>
        </p:txBody>
      </p:sp>
      <p:sp>
        <p:nvSpPr>
          <p:cNvPr id="30" name="Rectangle 29">
            <a:extLst>
              <a:ext uri="{FF2B5EF4-FFF2-40B4-BE49-F238E27FC236}">
                <a16:creationId xmlns:a16="http://schemas.microsoft.com/office/drawing/2014/main" id="{1388DF3E-4D07-84C1-D0A2-6514F27FD96A}"/>
              </a:ext>
            </a:extLst>
          </p:cNvPr>
          <p:cNvSpPr/>
          <p:nvPr userDrawn="1"/>
        </p:nvSpPr>
        <p:spPr>
          <a:xfrm>
            <a:off x="6235531" y="1392665"/>
            <a:ext cx="1785617" cy="7498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5"/>
              </a:buClr>
            </a:pPr>
            <a:r>
              <a:rPr lang="fr-FR" sz="800" b="1" dirty="0">
                <a:solidFill>
                  <a:schemeClr val="accent5"/>
                </a:solidFill>
                <a:latin typeface="Outfit" pitchFamily="2" charset="0"/>
              </a:rPr>
              <a:t>Insert a new slide:</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Click on "Home", "New slide".</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Click on the </a:t>
            </a:r>
            <a:r>
              <a:rPr lang="fr-FR" sz="700" dirty="0" err="1">
                <a:solidFill>
                  <a:schemeClr val="bg1"/>
                </a:solidFill>
                <a:latin typeface="Aleo" panose="00000500000000000000" pitchFamily="2" charset="0"/>
              </a:rPr>
              <a:t>arrow</a:t>
            </a:r>
            <a:r>
              <a:rPr lang="fr-FR" sz="700" dirty="0">
                <a:solidFill>
                  <a:schemeClr val="bg1"/>
                </a:solidFill>
                <a:latin typeface="Aleo" panose="00000500000000000000" pitchFamily="2" charset="0"/>
              </a:rPr>
              <a:t> </a:t>
            </a:r>
            <a:r>
              <a:rPr lang="fr-FR" sz="700" dirty="0" err="1">
                <a:solidFill>
                  <a:schemeClr val="bg1"/>
                </a:solidFill>
                <a:latin typeface="Aleo" panose="00000500000000000000" pitchFamily="2" charset="0"/>
              </a:rPr>
              <a:t>below</a:t>
            </a:r>
            <a:r>
              <a:rPr lang="fr-FR" sz="700" dirty="0">
                <a:solidFill>
                  <a:schemeClr val="bg1"/>
                </a:solidFill>
                <a:latin typeface="Aleo" panose="00000500000000000000" pitchFamily="2" charset="0"/>
              </a:rPr>
              <a:t> "New slide" and select the </a:t>
            </a:r>
            <a:r>
              <a:rPr lang="fr-FR" sz="700" dirty="0" err="1">
                <a:solidFill>
                  <a:schemeClr val="bg1"/>
                </a:solidFill>
                <a:latin typeface="Aleo" panose="00000500000000000000" pitchFamily="2" charset="0"/>
              </a:rPr>
              <a:t>desired</a:t>
            </a:r>
            <a:r>
              <a:rPr lang="fr-FR" sz="700" dirty="0">
                <a:solidFill>
                  <a:schemeClr val="bg1"/>
                </a:solidFill>
                <a:latin typeface="Aleo" panose="00000500000000000000" pitchFamily="2" charset="0"/>
              </a:rPr>
              <a:t> </a:t>
            </a:r>
            <a:r>
              <a:rPr lang="fr-FR" sz="700" dirty="0" err="1">
                <a:solidFill>
                  <a:schemeClr val="bg1"/>
                </a:solidFill>
                <a:latin typeface="Aleo" panose="00000500000000000000" pitchFamily="2" charset="0"/>
              </a:rPr>
              <a:t>template</a:t>
            </a:r>
            <a:endParaRPr lang="fr-FR" sz="700" dirty="0">
              <a:solidFill>
                <a:schemeClr val="bg1"/>
              </a:solidFill>
              <a:latin typeface="Aleo" panose="00000500000000000000" pitchFamily="2" charset="0"/>
            </a:endParaRPr>
          </a:p>
        </p:txBody>
      </p:sp>
      <p:sp>
        <p:nvSpPr>
          <p:cNvPr id="31" name="Rectangle 30">
            <a:extLst>
              <a:ext uri="{FF2B5EF4-FFF2-40B4-BE49-F238E27FC236}">
                <a16:creationId xmlns:a16="http://schemas.microsoft.com/office/drawing/2014/main" id="{7A4BBD60-5468-BC69-89B8-8E62EE380B6F}"/>
              </a:ext>
            </a:extLst>
          </p:cNvPr>
          <p:cNvSpPr/>
          <p:nvPr userDrawn="1"/>
        </p:nvSpPr>
        <p:spPr>
          <a:xfrm>
            <a:off x="8335925" y="540924"/>
            <a:ext cx="1785617" cy="5343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5"/>
              </a:buClr>
            </a:pPr>
            <a:r>
              <a:rPr lang="fr-FR" sz="800" b="1" dirty="0" err="1">
                <a:solidFill>
                  <a:schemeClr val="accent5"/>
                </a:solidFill>
                <a:latin typeface="Outfit" pitchFamily="2" charset="0"/>
              </a:rPr>
              <a:t>Modifying</a:t>
            </a:r>
            <a:r>
              <a:rPr lang="fr-FR" sz="800" b="1" dirty="0">
                <a:solidFill>
                  <a:schemeClr val="accent5"/>
                </a:solidFill>
                <a:latin typeface="Outfit" pitchFamily="2" charset="0"/>
              </a:rPr>
              <a:t> an </a:t>
            </a:r>
            <a:r>
              <a:rPr lang="fr-FR" sz="800" b="1" dirty="0" err="1">
                <a:solidFill>
                  <a:schemeClr val="accent5"/>
                </a:solidFill>
                <a:latin typeface="Outfit" pitchFamily="2" charset="0"/>
              </a:rPr>
              <a:t>existing</a:t>
            </a:r>
            <a:r>
              <a:rPr lang="fr-FR" sz="800" b="1" dirty="0">
                <a:solidFill>
                  <a:schemeClr val="accent5"/>
                </a:solidFill>
                <a:latin typeface="Outfit" pitchFamily="2" charset="0"/>
              </a:rPr>
              <a:t> model: </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Click on "Home", "</a:t>
            </a:r>
            <a:r>
              <a:rPr lang="fr-FR" sz="700" dirty="0" err="1">
                <a:solidFill>
                  <a:schemeClr val="bg1"/>
                </a:solidFill>
                <a:latin typeface="Aleo" panose="00000500000000000000" pitchFamily="2" charset="0"/>
              </a:rPr>
              <a:t>Layout</a:t>
            </a:r>
            <a:r>
              <a:rPr lang="fr-FR" sz="700" dirty="0">
                <a:solidFill>
                  <a:schemeClr val="bg1"/>
                </a:solidFill>
                <a:latin typeface="Aleo" panose="00000500000000000000" pitchFamily="2" charset="0"/>
              </a:rPr>
              <a:t>" </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Select the </a:t>
            </a:r>
            <a:r>
              <a:rPr lang="fr-FR" sz="700" dirty="0" err="1">
                <a:solidFill>
                  <a:schemeClr val="bg1"/>
                </a:solidFill>
                <a:latin typeface="Aleo" panose="00000500000000000000" pitchFamily="2" charset="0"/>
              </a:rPr>
              <a:t>desired</a:t>
            </a:r>
            <a:r>
              <a:rPr lang="fr-FR" sz="700" dirty="0">
                <a:solidFill>
                  <a:schemeClr val="bg1"/>
                </a:solidFill>
                <a:latin typeface="Aleo" panose="00000500000000000000" pitchFamily="2" charset="0"/>
              </a:rPr>
              <a:t> model</a:t>
            </a:r>
          </a:p>
        </p:txBody>
      </p:sp>
      <p:grpSp>
        <p:nvGrpSpPr>
          <p:cNvPr id="32" name="Groupe 20">
            <a:extLst>
              <a:ext uri="{FF2B5EF4-FFF2-40B4-BE49-F238E27FC236}">
                <a16:creationId xmlns:a16="http://schemas.microsoft.com/office/drawing/2014/main" id="{C815B9F3-C4D7-CE20-C54C-ABBC44CEBB83}"/>
              </a:ext>
            </a:extLst>
          </p:cNvPr>
          <p:cNvGrpSpPr/>
          <p:nvPr userDrawn="1"/>
        </p:nvGrpSpPr>
        <p:grpSpPr>
          <a:xfrm>
            <a:off x="8335925" y="1393340"/>
            <a:ext cx="1785617" cy="1020891"/>
            <a:chOff x="8576115" y="333602"/>
            <a:chExt cx="1785617" cy="1020891"/>
          </a:xfrm>
        </p:grpSpPr>
        <p:sp>
          <p:nvSpPr>
            <p:cNvPr id="33" name="Rectangle 32">
              <a:extLst>
                <a:ext uri="{FF2B5EF4-FFF2-40B4-BE49-F238E27FC236}">
                  <a16:creationId xmlns:a16="http://schemas.microsoft.com/office/drawing/2014/main" id="{BA689C46-0ED7-E94E-6C6A-DFA22324D210}"/>
                </a:ext>
              </a:extLst>
            </p:cNvPr>
            <p:cNvSpPr/>
            <p:nvPr/>
          </p:nvSpPr>
          <p:spPr>
            <a:xfrm>
              <a:off x="8576115" y="333602"/>
              <a:ext cx="1785617" cy="6036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5"/>
                </a:buClr>
              </a:pPr>
              <a:r>
                <a:rPr lang="fr-FR" sz="800" b="1" dirty="0" err="1">
                  <a:solidFill>
                    <a:schemeClr val="accent5"/>
                  </a:solidFill>
                  <a:latin typeface="Outfit" pitchFamily="2" charset="0"/>
                </a:rPr>
                <a:t>Switching</a:t>
              </a:r>
              <a:r>
                <a:rPr lang="fr-FR" sz="800" b="1" dirty="0">
                  <a:solidFill>
                    <a:schemeClr val="accent5"/>
                  </a:solidFill>
                  <a:latin typeface="Outfit" pitchFamily="2" charset="0"/>
                </a:rPr>
                <a:t> </a:t>
              </a:r>
              <a:r>
                <a:rPr lang="fr-FR" sz="800" b="1" dirty="0" err="1">
                  <a:solidFill>
                    <a:schemeClr val="accent5"/>
                  </a:solidFill>
                  <a:latin typeface="Outfit" pitchFamily="2" charset="0"/>
                </a:rPr>
                <a:t>between</a:t>
              </a:r>
              <a:r>
                <a:rPr lang="fr-FR" sz="800" b="1" dirty="0">
                  <a:solidFill>
                    <a:schemeClr val="accent5"/>
                  </a:solidFill>
                  <a:latin typeface="Outfit" pitchFamily="2" charset="0"/>
                </a:rPr>
                <a:t> </a:t>
              </a:r>
              <a:r>
                <a:rPr lang="fr-FR" sz="800" b="1" dirty="0" err="1">
                  <a:solidFill>
                    <a:schemeClr val="accent5"/>
                  </a:solidFill>
                  <a:latin typeface="Outfit" pitchFamily="2" charset="0"/>
                </a:rPr>
                <a:t>text</a:t>
              </a:r>
              <a:r>
                <a:rPr lang="fr-FR" sz="800" b="1" dirty="0">
                  <a:solidFill>
                    <a:schemeClr val="accent5"/>
                  </a:solidFill>
                  <a:latin typeface="Outfit" pitchFamily="2" charset="0"/>
                </a:rPr>
                <a:t> </a:t>
              </a:r>
              <a:r>
                <a:rPr lang="fr-FR" sz="800" b="1" dirty="0" err="1">
                  <a:solidFill>
                    <a:schemeClr val="accent5"/>
                  </a:solidFill>
                  <a:latin typeface="Outfit" pitchFamily="2" charset="0"/>
                </a:rPr>
                <a:t>levels</a:t>
              </a:r>
              <a:r>
                <a:rPr lang="fr-FR" sz="800" b="1" dirty="0">
                  <a:solidFill>
                    <a:schemeClr val="accent5"/>
                  </a:solidFill>
                  <a:latin typeface="Outfit" pitchFamily="2" charset="0"/>
                </a:rPr>
                <a:t>:</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Select the </a:t>
              </a:r>
              <a:r>
                <a:rPr lang="fr-FR" sz="700" dirty="0" err="1">
                  <a:solidFill>
                    <a:schemeClr val="bg1"/>
                  </a:solidFill>
                  <a:latin typeface="Aleo" panose="00000500000000000000" pitchFamily="2" charset="0"/>
                </a:rPr>
                <a:t>desired</a:t>
              </a:r>
              <a:r>
                <a:rPr lang="fr-FR" sz="700" dirty="0">
                  <a:solidFill>
                    <a:schemeClr val="bg1"/>
                  </a:solidFill>
                  <a:latin typeface="Aleo" panose="00000500000000000000" pitchFamily="2" charset="0"/>
                </a:rPr>
                <a:t> line and tab </a:t>
              </a:r>
              <a:r>
                <a:rPr lang="fr-FR" sz="700" dirty="0" err="1">
                  <a:solidFill>
                    <a:schemeClr val="bg1"/>
                  </a:solidFill>
                  <a:latin typeface="Aleo" panose="00000500000000000000" pitchFamily="2" charset="0"/>
                </a:rPr>
                <a:t>forward</a:t>
              </a:r>
              <a:r>
                <a:rPr lang="fr-FR" sz="700" dirty="0">
                  <a:solidFill>
                    <a:schemeClr val="bg1"/>
                  </a:solidFill>
                  <a:latin typeface="Aleo" panose="00000500000000000000" pitchFamily="2" charset="0"/>
                </a:rPr>
                <a:t> (Tab) or </a:t>
              </a:r>
              <a:r>
                <a:rPr lang="fr-FR" sz="700" dirty="0" err="1">
                  <a:solidFill>
                    <a:schemeClr val="bg1"/>
                  </a:solidFill>
                  <a:latin typeface="Aleo" panose="00000500000000000000" pitchFamily="2" charset="0"/>
                </a:rPr>
                <a:t>backward</a:t>
              </a:r>
              <a:r>
                <a:rPr lang="fr-FR" sz="700" dirty="0">
                  <a:solidFill>
                    <a:schemeClr val="bg1"/>
                  </a:solidFill>
                  <a:latin typeface="Aleo" panose="00000500000000000000" pitchFamily="2" charset="0"/>
                </a:rPr>
                <a:t> </a:t>
              </a:r>
              <a:br>
                <a:rPr lang="fr-FR" sz="700" dirty="0">
                  <a:solidFill>
                    <a:schemeClr val="bg1"/>
                  </a:solidFill>
                  <a:latin typeface="Aleo" panose="00000500000000000000" pitchFamily="2" charset="0"/>
                </a:rPr>
              </a:br>
              <a:r>
                <a:rPr lang="fr-FR" sz="700" dirty="0">
                  <a:solidFill>
                    <a:schemeClr val="bg1"/>
                  </a:solidFill>
                  <a:latin typeface="Aleo" panose="00000500000000000000" pitchFamily="2" charset="0"/>
                </a:rPr>
                <a:t>(Shift + Tab)</a:t>
              </a:r>
            </a:p>
          </p:txBody>
        </p:sp>
        <p:pic>
          <p:nvPicPr>
            <p:cNvPr id="34" name="Image 19">
              <a:extLst>
                <a:ext uri="{FF2B5EF4-FFF2-40B4-BE49-F238E27FC236}">
                  <a16:creationId xmlns:a16="http://schemas.microsoft.com/office/drawing/2014/main" id="{CD4E9F7A-C9B8-F682-75EB-972A434AD50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 t="11299" r="5299" b="11538"/>
            <a:stretch/>
          </p:blipFill>
          <p:spPr>
            <a:xfrm>
              <a:off x="8821767" y="1182994"/>
              <a:ext cx="372382" cy="171499"/>
            </a:xfrm>
            <a:prstGeom prst="rect">
              <a:avLst/>
            </a:prstGeom>
          </p:spPr>
        </p:pic>
      </p:grpSp>
      <p:sp>
        <p:nvSpPr>
          <p:cNvPr id="46" name="Rectangle 45">
            <a:extLst>
              <a:ext uri="{FF2B5EF4-FFF2-40B4-BE49-F238E27FC236}">
                <a16:creationId xmlns:a16="http://schemas.microsoft.com/office/drawing/2014/main" id="{6061A6DE-0C6E-44F4-86DA-48442A67621D}"/>
              </a:ext>
            </a:extLst>
          </p:cNvPr>
          <p:cNvSpPr/>
          <p:nvPr userDrawn="1"/>
        </p:nvSpPr>
        <p:spPr>
          <a:xfrm>
            <a:off x="4098290" y="3350434"/>
            <a:ext cx="1785617" cy="12037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5"/>
              </a:buClr>
            </a:pPr>
            <a:r>
              <a:rPr lang="fr-FR" sz="800" b="1" dirty="0">
                <a:solidFill>
                  <a:schemeClr val="accent5"/>
                </a:solidFill>
                <a:latin typeface="Outfit" pitchFamily="2" charset="0"/>
              </a:rPr>
              <a:t>Change background </a:t>
            </a:r>
            <a:r>
              <a:rPr lang="fr-FR" sz="800" b="1" dirty="0" err="1">
                <a:solidFill>
                  <a:schemeClr val="accent5"/>
                </a:solidFill>
                <a:latin typeface="Outfit" pitchFamily="2" charset="0"/>
              </a:rPr>
              <a:t>color</a:t>
            </a:r>
            <a:r>
              <a:rPr lang="fr-FR" sz="800" b="1" dirty="0">
                <a:solidFill>
                  <a:schemeClr val="accent5"/>
                </a:solidFill>
                <a:latin typeface="Outfit" pitchFamily="2" charset="0"/>
              </a:rPr>
              <a:t> </a:t>
            </a:r>
            <a:br>
              <a:rPr lang="fr-FR" sz="800" b="1" dirty="0">
                <a:solidFill>
                  <a:schemeClr val="accent5"/>
                </a:solidFill>
                <a:latin typeface="Outfit" pitchFamily="2" charset="0"/>
              </a:rPr>
            </a:br>
            <a:r>
              <a:rPr lang="fr-FR" sz="800" b="1" dirty="0">
                <a:solidFill>
                  <a:schemeClr val="accent5"/>
                </a:solidFill>
                <a:latin typeface="Outfit" pitchFamily="2" charset="0"/>
              </a:rPr>
              <a:t>or image:</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Right-click on the slide </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Click on « Background </a:t>
            </a:r>
            <a:r>
              <a:rPr lang="fr-FR" sz="700" dirty="0" err="1">
                <a:solidFill>
                  <a:schemeClr val="bg1"/>
                </a:solidFill>
                <a:latin typeface="Aleo" panose="00000500000000000000" pitchFamily="2" charset="0"/>
              </a:rPr>
              <a:t>formatting</a:t>
            </a:r>
            <a:r>
              <a:rPr lang="fr-FR" sz="700" dirty="0">
                <a:solidFill>
                  <a:schemeClr val="bg1"/>
                </a:solidFill>
                <a:latin typeface="Aleo" panose="00000500000000000000" pitchFamily="2" charset="0"/>
              </a:rPr>
              <a:t> » </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Change </a:t>
            </a:r>
            <a:r>
              <a:rPr lang="fr-FR" sz="700" dirty="0" err="1">
                <a:solidFill>
                  <a:schemeClr val="bg1"/>
                </a:solidFill>
                <a:latin typeface="Aleo" panose="00000500000000000000" pitchFamily="2" charset="0"/>
              </a:rPr>
              <a:t>color</a:t>
            </a:r>
            <a:endParaRPr lang="fr-FR" sz="700" dirty="0">
              <a:solidFill>
                <a:schemeClr val="bg1"/>
              </a:solidFill>
              <a:latin typeface="Aleo" panose="00000500000000000000" pitchFamily="2" charset="0"/>
            </a:endParaRPr>
          </a:p>
          <a:p>
            <a:pPr>
              <a:spcAft>
                <a:spcPts val="300"/>
              </a:spcAft>
              <a:buClr>
                <a:schemeClr val="accent5"/>
              </a:buClr>
            </a:pPr>
            <a:r>
              <a:rPr lang="fr-FR" sz="700" dirty="0">
                <a:solidFill>
                  <a:schemeClr val="bg1"/>
                </a:solidFill>
                <a:latin typeface="Aleo" panose="00000500000000000000" pitchFamily="2" charset="0"/>
              </a:rPr>
              <a:t>Or</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Select the </a:t>
            </a:r>
            <a:r>
              <a:rPr lang="fr-FR" sz="700" dirty="0" err="1">
                <a:solidFill>
                  <a:schemeClr val="bg1"/>
                </a:solidFill>
                <a:latin typeface="Aleo" panose="00000500000000000000" pitchFamily="2" charset="0"/>
              </a:rPr>
              <a:t>desired</a:t>
            </a:r>
            <a:r>
              <a:rPr lang="fr-FR" sz="700" dirty="0">
                <a:solidFill>
                  <a:schemeClr val="bg1"/>
                </a:solidFill>
                <a:latin typeface="Aleo" panose="00000500000000000000" pitchFamily="2" charset="0"/>
              </a:rPr>
              <a:t> image (1920x1080px at 72 dpi)</a:t>
            </a:r>
          </a:p>
        </p:txBody>
      </p:sp>
      <p:grpSp>
        <p:nvGrpSpPr>
          <p:cNvPr id="47" name="Groupe 29">
            <a:extLst>
              <a:ext uri="{FF2B5EF4-FFF2-40B4-BE49-F238E27FC236}">
                <a16:creationId xmlns:a16="http://schemas.microsoft.com/office/drawing/2014/main" id="{0A1B4497-1C4F-F305-BD25-86350628DA72}"/>
              </a:ext>
            </a:extLst>
          </p:cNvPr>
          <p:cNvGrpSpPr/>
          <p:nvPr userDrawn="1"/>
        </p:nvGrpSpPr>
        <p:grpSpPr>
          <a:xfrm>
            <a:off x="6105066" y="3350434"/>
            <a:ext cx="1949091" cy="2372641"/>
            <a:chOff x="6108064" y="2961814"/>
            <a:chExt cx="1949091" cy="2372641"/>
          </a:xfrm>
        </p:grpSpPr>
        <p:sp>
          <p:nvSpPr>
            <p:cNvPr id="48" name="Rectangle 47">
              <a:extLst>
                <a:ext uri="{FF2B5EF4-FFF2-40B4-BE49-F238E27FC236}">
                  <a16:creationId xmlns:a16="http://schemas.microsoft.com/office/drawing/2014/main" id="{9E64D615-1169-4B80-0878-5D7F11EA5588}"/>
                </a:ext>
              </a:extLst>
            </p:cNvPr>
            <p:cNvSpPr/>
            <p:nvPr/>
          </p:nvSpPr>
          <p:spPr>
            <a:xfrm>
              <a:off x="6108064" y="2961814"/>
              <a:ext cx="1949091" cy="12622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0" numCol="2" rtlCol="0" anchor="t">
              <a:noAutofit/>
            </a:bodyPr>
            <a:lstStyle/>
            <a:p>
              <a:pPr>
                <a:spcAft>
                  <a:spcPts val="300"/>
                </a:spcAft>
                <a:buClr>
                  <a:schemeClr val="accent5"/>
                </a:buClr>
              </a:pPr>
              <a:r>
                <a:rPr lang="fr-FR" sz="800" b="1" dirty="0" err="1">
                  <a:solidFill>
                    <a:schemeClr val="accent5"/>
                  </a:solidFill>
                  <a:latin typeface="Outfit" pitchFamily="2" charset="0"/>
                </a:rPr>
                <a:t>Changing</a:t>
              </a:r>
              <a:r>
                <a:rPr lang="fr-FR" sz="800" b="1" dirty="0">
                  <a:solidFill>
                    <a:schemeClr val="accent5"/>
                  </a:solidFill>
                  <a:latin typeface="Outfit" pitchFamily="2" charset="0"/>
                </a:rPr>
                <a:t> an image:</a:t>
              </a:r>
            </a:p>
            <a:p>
              <a:pPr>
                <a:spcAft>
                  <a:spcPts val="300"/>
                </a:spcAft>
                <a:buClr>
                  <a:schemeClr val="accent5"/>
                </a:buClr>
              </a:pPr>
              <a:r>
                <a:rPr lang="fr-FR" sz="800" b="1" dirty="0">
                  <a:solidFill>
                    <a:schemeClr val="bg1"/>
                  </a:solidFill>
                  <a:latin typeface="Outfit" pitchFamily="2" charset="0"/>
                </a:rPr>
                <a:t>Method #01</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Right-click on image</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Change image</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Select </a:t>
              </a:r>
              <a:r>
                <a:rPr lang="fr-FR" sz="700" dirty="0" err="1">
                  <a:solidFill>
                    <a:schemeClr val="bg1"/>
                  </a:solidFill>
                  <a:latin typeface="Aleo" panose="00000500000000000000" pitchFamily="2" charset="0"/>
                </a:rPr>
                <a:t>desired</a:t>
              </a:r>
              <a:r>
                <a:rPr lang="fr-FR" sz="700" dirty="0">
                  <a:solidFill>
                    <a:schemeClr val="bg1"/>
                  </a:solidFill>
                  <a:latin typeface="Aleo" panose="00000500000000000000" pitchFamily="2" charset="0"/>
                </a:rPr>
                <a:t> source</a:t>
              </a:r>
            </a:p>
            <a:p>
              <a:pPr marL="171450" indent="-171450">
                <a:spcAft>
                  <a:spcPts val="300"/>
                </a:spcAft>
                <a:buClr>
                  <a:schemeClr val="accent5"/>
                </a:buClr>
                <a:buFont typeface="Wingdings 3" panose="05040102010807070707" pitchFamily="18" charset="2"/>
                <a:buChar char=""/>
              </a:pPr>
              <a:endParaRPr lang="fr-FR" sz="700" dirty="0">
                <a:solidFill>
                  <a:schemeClr val="bg1"/>
                </a:solidFill>
                <a:latin typeface="Aleo" panose="00000500000000000000" pitchFamily="2" charset="0"/>
              </a:endParaRPr>
            </a:p>
            <a:p>
              <a:pPr marL="171450" indent="-171450">
                <a:spcAft>
                  <a:spcPts val="300"/>
                </a:spcAft>
                <a:buClr>
                  <a:schemeClr val="accent5"/>
                </a:buClr>
                <a:buFont typeface="Wingdings 3" panose="05040102010807070707" pitchFamily="18" charset="2"/>
                <a:buChar char=""/>
              </a:pPr>
              <a:endParaRPr lang="fr-FR" sz="700" dirty="0">
                <a:solidFill>
                  <a:schemeClr val="bg1"/>
                </a:solidFill>
                <a:latin typeface="Aleo" panose="00000500000000000000" pitchFamily="2" charset="0"/>
              </a:endParaRPr>
            </a:p>
            <a:p>
              <a:pPr marL="171450" indent="-171450">
                <a:spcAft>
                  <a:spcPts val="300"/>
                </a:spcAft>
                <a:buClr>
                  <a:schemeClr val="accent5"/>
                </a:buClr>
                <a:buFont typeface="Wingdings 3" panose="05040102010807070707" pitchFamily="18" charset="2"/>
                <a:buChar char=""/>
              </a:pPr>
              <a:endParaRPr lang="fr-FR" sz="700" dirty="0">
                <a:solidFill>
                  <a:schemeClr val="bg1"/>
                </a:solidFill>
                <a:latin typeface="Aleo" panose="00000500000000000000" pitchFamily="2" charset="0"/>
              </a:endParaRPr>
            </a:p>
            <a:p>
              <a:pPr>
                <a:spcBef>
                  <a:spcPts val="300"/>
                </a:spcBef>
                <a:spcAft>
                  <a:spcPts val="300"/>
                </a:spcAft>
                <a:buClr>
                  <a:schemeClr val="accent5"/>
                </a:buClr>
              </a:pPr>
              <a:r>
                <a:rPr lang="fr-FR" sz="800" b="1" dirty="0">
                  <a:solidFill>
                    <a:schemeClr val="bg1">
                      <a:lumMod val="95000"/>
                      <a:alpha val="0"/>
                    </a:schemeClr>
                  </a:solidFill>
                  <a:latin typeface="Outfit" pitchFamily="2" charset="0"/>
                </a:rPr>
                <a:t>Changer une image:</a:t>
              </a:r>
            </a:p>
            <a:p>
              <a:pPr>
                <a:spcAft>
                  <a:spcPts val="300"/>
                </a:spcAft>
                <a:buClr>
                  <a:schemeClr val="accent5"/>
                </a:buClr>
              </a:pPr>
              <a:r>
                <a:rPr lang="fr-FR" sz="800" b="1" dirty="0" err="1">
                  <a:solidFill>
                    <a:schemeClr val="bg1"/>
                  </a:solidFill>
                  <a:latin typeface="Outfit" pitchFamily="2" charset="0"/>
                </a:rPr>
                <a:t>Methode</a:t>
              </a:r>
              <a:r>
                <a:rPr lang="fr-FR" sz="800" b="1" dirty="0">
                  <a:solidFill>
                    <a:schemeClr val="bg1"/>
                  </a:solidFill>
                  <a:latin typeface="Outfit" pitchFamily="2" charset="0"/>
                </a:rPr>
                <a:t> #02</a:t>
              </a:r>
            </a:p>
            <a:p>
              <a:pPr marL="171450" indent="-171450">
                <a:spcAft>
                  <a:spcPts val="300"/>
                </a:spcAft>
                <a:buClr>
                  <a:schemeClr val="accent5"/>
                </a:buClr>
                <a:buFont typeface="Wingdings 3" panose="05040102010807070707" pitchFamily="18" charset="2"/>
                <a:buChar char=""/>
              </a:pPr>
              <a:r>
                <a:rPr lang="fr-FR" sz="700" dirty="0" err="1">
                  <a:solidFill>
                    <a:schemeClr val="bg1"/>
                  </a:solidFill>
                  <a:latin typeface="Aleo" panose="00000500000000000000" pitchFamily="2" charset="0"/>
                </a:rPr>
                <a:t>Delete</a:t>
              </a:r>
              <a:r>
                <a:rPr lang="fr-FR" sz="700" dirty="0">
                  <a:solidFill>
                    <a:schemeClr val="bg1"/>
                  </a:solidFill>
                  <a:latin typeface="Aleo" panose="00000500000000000000" pitchFamily="2" charset="0"/>
                </a:rPr>
                <a:t> </a:t>
              </a:r>
              <a:r>
                <a:rPr lang="fr-FR" sz="700" dirty="0" err="1">
                  <a:solidFill>
                    <a:schemeClr val="bg1"/>
                  </a:solidFill>
                  <a:latin typeface="Aleo" panose="00000500000000000000" pitchFamily="2" charset="0"/>
                </a:rPr>
                <a:t>existing</a:t>
              </a:r>
              <a:r>
                <a:rPr lang="fr-FR" sz="700" dirty="0">
                  <a:solidFill>
                    <a:schemeClr val="bg1"/>
                  </a:solidFill>
                  <a:latin typeface="Aleo" panose="00000500000000000000" pitchFamily="2" charset="0"/>
                </a:rPr>
                <a:t> image</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Click on the </a:t>
              </a:r>
              <a:r>
                <a:rPr lang="fr-FR" sz="700" dirty="0" err="1">
                  <a:solidFill>
                    <a:schemeClr val="bg1"/>
                  </a:solidFill>
                  <a:latin typeface="Aleo" panose="00000500000000000000" pitchFamily="2" charset="0"/>
                </a:rPr>
                <a:t>icon</a:t>
              </a:r>
              <a:r>
                <a:rPr lang="fr-FR" sz="700" dirty="0">
                  <a:solidFill>
                    <a:schemeClr val="bg1"/>
                  </a:solidFill>
                  <a:latin typeface="Aleo" panose="00000500000000000000" pitchFamily="2" charset="0"/>
                </a:rPr>
                <a:t> </a:t>
              </a:r>
              <a:br>
                <a:rPr lang="fr-FR" sz="700" dirty="0">
                  <a:solidFill>
                    <a:schemeClr val="bg1"/>
                  </a:solidFill>
                  <a:latin typeface="Aleo" panose="00000500000000000000" pitchFamily="2" charset="0"/>
                </a:rPr>
              </a:br>
              <a:r>
                <a:rPr lang="fr-FR" sz="700" dirty="0">
                  <a:solidFill>
                    <a:schemeClr val="bg1"/>
                  </a:solidFill>
                  <a:latin typeface="Aleo" panose="00000500000000000000" pitchFamily="2" charset="0"/>
                </a:rPr>
                <a:t>in the middle</a:t>
              </a:r>
              <a:br>
                <a:rPr lang="fr-FR" sz="700" dirty="0">
                  <a:solidFill>
                    <a:schemeClr val="bg1"/>
                  </a:solidFill>
                  <a:latin typeface="Aleo" panose="00000500000000000000" pitchFamily="2" charset="0"/>
                </a:rPr>
              </a:br>
              <a:r>
                <a:rPr lang="fr-FR" sz="700" dirty="0">
                  <a:solidFill>
                    <a:schemeClr val="bg1"/>
                  </a:solidFill>
                  <a:latin typeface="Aleo" panose="00000500000000000000" pitchFamily="2" charset="0"/>
                </a:rPr>
                <a:t>of the block </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Select the </a:t>
              </a:r>
              <a:r>
                <a:rPr lang="fr-FR" sz="700" dirty="0" err="1">
                  <a:solidFill>
                    <a:schemeClr val="bg1"/>
                  </a:solidFill>
                  <a:latin typeface="Aleo" panose="00000500000000000000" pitchFamily="2" charset="0"/>
                </a:rPr>
                <a:t>desired</a:t>
              </a:r>
              <a:r>
                <a:rPr lang="fr-FR" sz="700" dirty="0">
                  <a:solidFill>
                    <a:schemeClr val="bg1"/>
                  </a:solidFill>
                  <a:latin typeface="Aleo" panose="00000500000000000000" pitchFamily="2" charset="0"/>
                </a:rPr>
                <a:t> image on </a:t>
              </a:r>
              <a:r>
                <a:rPr lang="fr-FR" sz="700" dirty="0" err="1">
                  <a:solidFill>
                    <a:schemeClr val="bg1"/>
                  </a:solidFill>
                  <a:latin typeface="Aleo" panose="00000500000000000000" pitchFamily="2" charset="0"/>
                </a:rPr>
                <a:t>your</a:t>
              </a:r>
              <a:r>
                <a:rPr lang="fr-FR" sz="700" dirty="0">
                  <a:solidFill>
                    <a:schemeClr val="bg1"/>
                  </a:solidFill>
                  <a:latin typeface="Aleo" panose="00000500000000000000" pitchFamily="2" charset="0"/>
                </a:rPr>
                <a:t> computer</a:t>
              </a:r>
            </a:p>
          </p:txBody>
        </p:sp>
        <p:sp>
          <p:nvSpPr>
            <p:cNvPr id="49" name="Rectangle 48">
              <a:extLst>
                <a:ext uri="{FF2B5EF4-FFF2-40B4-BE49-F238E27FC236}">
                  <a16:creationId xmlns:a16="http://schemas.microsoft.com/office/drawing/2014/main" id="{39360B77-5DFE-0A02-0D93-8D14C9CBC1D5}"/>
                </a:ext>
              </a:extLst>
            </p:cNvPr>
            <p:cNvSpPr/>
            <p:nvPr/>
          </p:nvSpPr>
          <p:spPr>
            <a:xfrm>
              <a:off x="6108065" y="4302209"/>
              <a:ext cx="1843839" cy="3343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numCol="1" rtlCol="0" anchor="t">
              <a:spAutoFit/>
            </a:bodyPr>
            <a:lstStyle/>
            <a:p>
              <a:pPr marL="171450" indent="-171450">
                <a:spcAft>
                  <a:spcPts val="300"/>
                </a:spcAft>
                <a:buClr>
                  <a:schemeClr val="accent5"/>
                </a:buClr>
                <a:buFont typeface="Wingdings 3" panose="05040102010807070707" pitchFamily="18" charset="2"/>
                <a:buChar char=""/>
              </a:pPr>
              <a:r>
                <a:rPr lang="fr-FR" sz="700">
                  <a:solidFill>
                    <a:schemeClr val="bg1"/>
                  </a:solidFill>
                  <a:latin typeface="Aleo" panose="00000500000000000000" pitchFamily="2" charset="0"/>
                </a:rPr>
                <a:t>Right-click on the image, then select "Background" if required</a:t>
              </a:r>
            </a:p>
          </p:txBody>
        </p:sp>
        <p:sp>
          <p:nvSpPr>
            <p:cNvPr id="50" name="Rectangle 49">
              <a:extLst>
                <a:ext uri="{FF2B5EF4-FFF2-40B4-BE49-F238E27FC236}">
                  <a16:creationId xmlns:a16="http://schemas.microsoft.com/office/drawing/2014/main" id="{15AC5460-70F4-7961-CCD7-D5351F89FE0B}"/>
                </a:ext>
              </a:extLst>
            </p:cNvPr>
            <p:cNvSpPr/>
            <p:nvPr/>
          </p:nvSpPr>
          <p:spPr>
            <a:xfrm>
              <a:off x="6108065" y="4638504"/>
              <a:ext cx="1843841" cy="6959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numCol="1" rtlCol="0" anchor="t">
              <a:spAutoFit/>
            </a:bodyPr>
            <a:lstStyle/>
            <a:p>
              <a:pPr marL="171450" indent="-171450">
                <a:spcAft>
                  <a:spcPts val="300"/>
                </a:spcAft>
                <a:buClr>
                  <a:schemeClr val="accent5"/>
                </a:buClr>
                <a:buFont typeface="Wingdings 3" panose="05040102010807070707" pitchFamily="18" charset="2"/>
                <a:buChar char=""/>
              </a:pPr>
              <a:r>
                <a:rPr lang="fr-FR" sz="700">
                  <a:solidFill>
                    <a:schemeClr val="bg1"/>
                  </a:solidFill>
                  <a:latin typeface="Aleo" panose="00000500000000000000" pitchFamily="2" charset="0"/>
                </a:rPr>
                <a:t>To crop the image, in "Image tools", click on the arrow below the tab </a:t>
              </a:r>
              <a:br>
                <a:rPr lang="fr-FR" sz="700">
                  <a:solidFill>
                    <a:schemeClr val="bg1"/>
                  </a:solidFill>
                  <a:latin typeface="Aleo" panose="00000500000000000000" pitchFamily="2" charset="0"/>
                </a:rPr>
              </a:br>
              <a:r>
                <a:rPr lang="fr-FR" sz="700">
                  <a:solidFill>
                    <a:schemeClr val="bg1"/>
                  </a:solidFill>
                  <a:latin typeface="Aleo" panose="00000500000000000000" pitchFamily="2" charset="0"/>
                </a:rPr>
                <a:t>and choose the desired option. </a:t>
              </a:r>
            </a:p>
            <a:p>
              <a:pPr marL="171450" indent="-171450">
                <a:spcAft>
                  <a:spcPts val="300"/>
                </a:spcAft>
                <a:buClr>
                  <a:schemeClr val="accent5"/>
                </a:buClr>
                <a:buFont typeface="Wingdings 3" panose="05040102010807070707" pitchFamily="18" charset="2"/>
                <a:buChar char=""/>
              </a:pPr>
              <a:r>
                <a:rPr lang="fr-FR" sz="700">
                  <a:solidFill>
                    <a:schemeClr val="bg1"/>
                  </a:solidFill>
                  <a:latin typeface="Aleo" panose="00000500000000000000" pitchFamily="2" charset="0"/>
                </a:rPr>
                <a:t>Then adjust (move, enlarge or shrink) the image as required.</a:t>
              </a:r>
            </a:p>
          </p:txBody>
        </p:sp>
      </p:grpSp>
      <p:sp>
        <p:nvSpPr>
          <p:cNvPr id="54" name="Rectangle 53">
            <a:extLst>
              <a:ext uri="{FF2B5EF4-FFF2-40B4-BE49-F238E27FC236}">
                <a16:creationId xmlns:a16="http://schemas.microsoft.com/office/drawing/2014/main" id="{32ADE921-84F9-D470-7E36-9ABD6DAE3961}"/>
              </a:ext>
            </a:extLst>
          </p:cNvPr>
          <p:cNvSpPr/>
          <p:nvPr userDrawn="1"/>
        </p:nvSpPr>
        <p:spPr>
          <a:xfrm>
            <a:off x="8303796" y="3350434"/>
            <a:ext cx="1785617" cy="22194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5"/>
              </a:buClr>
            </a:pPr>
            <a:r>
              <a:rPr lang="fr-FR" sz="800" b="1" dirty="0" err="1">
                <a:solidFill>
                  <a:schemeClr val="accent5"/>
                </a:solidFill>
                <a:latin typeface="Outfit" pitchFamily="2" charset="0"/>
              </a:rPr>
              <a:t>Changing</a:t>
            </a:r>
            <a:r>
              <a:rPr lang="fr-FR" sz="800" b="1" dirty="0">
                <a:solidFill>
                  <a:schemeClr val="accent5"/>
                </a:solidFill>
                <a:latin typeface="Outfit" pitchFamily="2" charset="0"/>
              </a:rPr>
              <a:t> the </a:t>
            </a:r>
            <a:r>
              <a:rPr lang="fr-FR" sz="800" b="1" dirty="0" err="1">
                <a:solidFill>
                  <a:schemeClr val="accent5"/>
                </a:solidFill>
                <a:latin typeface="Outfit" pitchFamily="2" charset="0"/>
              </a:rPr>
              <a:t>footer</a:t>
            </a:r>
            <a:r>
              <a:rPr lang="fr-FR" sz="800" b="1" dirty="0">
                <a:solidFill>
                  <a:schemeClr val="accent5"/>
                </a:solidFill>
                <a:latin typeface="Outfit" pitchFamily="2" charset="0"/>
              </a:rPr>
              <a:t> : </a:t>
            </a:r>
          </a:p>
          <a:p>
            <a:pPr>
              <a:spcAft>
                <a:spcPts val="300"/>
              </a:spcAft>
              <a:buClr>
                <a:schemeClr val="accent5"/>
              </a:buClr>
            </a:pPr>
            <a:r>
              <a:rPr lang="fr-FR" sz="800" b="1" dirty="0">
                <a:solidFill>
                  <a:schemeClr val="bg1"/>
                </a:solidFill>
                <a:latin typeface="Outfit" pitchFamily="2" charset="0"/>
              </a:rPr>
              <a:t>The </a:t>
            </a:r>
            <a:r>
              <a:rPr lang="fr-FR" sz="800" b="1" dirty="0" err="1">
                <a:solidFill>
                  <a:schemeClr val="bg1"/>
                </a:solidFill>
                <a:latin typeface="Outfit" pitchFamily="2" charset="0"/>
              </a:rPr>
              <a:t>footer</a:t>
            </a:r>
            <a:endParaRPr lang="fr-FR" sz="800" b="1" dirty="0">
              <a:solidFill>
                <a:schemeClr val="bg1"/>
              </a:solidFill>
              <a:latin typeface="Outfit" pitchFamily="2" charset="0"/>
            </a:endParaRP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Click on "Insert "</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Click on "Header and </a:t>
            </a:r>
            <a:r>
              <a:rPr lang="fr-FR" sz="700" dirty="0" err="1">
                <a:solidFill>
                  <a:schemeClr val="bg1"/>
                </a:solidFill>
                <a:latin typeface="Aleo" panose="00000500000000000000" pitchFamily="2" charset="0"/>
              </a:rPr>
              <a:t>footer</a:t>
            </a:r>
            <a:r>
              <a:rPr lang="fr-FR" sz="700" dirty="0">
                <a:solidFill>
                  <a:schemeClr val="bg1"/>
                </a:solidFill>
                <a:latin typeface="Aleo" panose="00000500000000000000" pitchFamily="2" charset="0"/>
              </a:rPr>
              <a:t>".</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Enter the </a:t>
            </a:r>
            <a:r>
              <a:rPr lang="fr-FR" sz="700" dirty="0" err="1">
                <a:solidFill>
                  <a:schemeClr val="bg1"/>
                </a:solidFill>
                <a:latin typeface="Aleo" panose="00000500000000000000" pitchFamily="2" charset="0"/>
              </a:rPr>
              <a:t>desired</a:t>
            </a:r>
            <a:r>
              <a:rPr lang="fr-FR" sz="700" dirty="0">
                <a:solidFill>
                  <a:schemeClr val="bg1"/>
                </a:solidFill>
                <a:latin typeface="Aleo" panose="00000500000000000000" pitchFamily="2" charset="0"/>
              </a:rPr>
              <a:t> </a:t>
            </a:r>
            <a:r>
              <a:rPr lang="fr-FR" sz="700" dirty="0" err="1">
                <a:solidFill>
                  <a:schemeClr val="bg1"/>
                </a:solidFill>
                <a:latin typeface="Aleo" panose="00000500000000000000" pitchFamily="2" charset="0"/>
              </a:rPr>
              <a:t>text</a:t>
            </a:r>
            <a:r>
              <a:rPr lang="fr-FR" sz="700" dirty="0">
                <a:solidFill>
                  <a:schemeClr val="bg1"/>
                </a:solidFill>
                <a:latin typeface="Aleo" panose="00000500000000000000" pitchFamily="2" charset="0"/>
              </a:rPr>
              <a:t> in the "</a:t>
            </a:r>
            <a:r>
              <a:rPr lang="fr-FR" sz="700" dirty="0" err="1">
                <a:solidFill>
                  <a:schemeClr val="bg1"/>
                </a:solidFill>
                <a:latin typeface="Aleo" panose="00000500000000000000" pitchFamily="2" charset="0"/>
              </a:rPr>
              <a:t>Footer</a:t>
            </a:r>
            <a:r>
              <a:rPr lang="fr-FR" sz="700" dirty="0">
                <a:solidFill>
                  <a:schemeClr val="bg1"/>
                </a:solidFill>
                <a:latin typeface="Aleo" panose="00000500000000000000" pitchFamily="2" charset="0"/>
              </a:rPr>
              <a:t>" box</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Click on "Apply </a:t>
            </a:r>
            <a:r>
              <a:rPr lang="fr-FR" sz="700" dirty="0" err="1">
                <a:solidFill>
                  <a:schemeClr val="bg1"/>
                </a:solidFill>
                <a:latin typeface="Aleo" panose="00000500000000000000" pitchFamily="2" charset="0"/>
              </a:rPr>
              <a:t>everywhere</a:t>
            </a:r>
            <a:r>
              <a:rPr lang="fr-FR" sz="700" dirty="0">
                <a:solidFill>
                  <a:schemeClr val="bg1"/>
                </a:solidFill>
                <a:latin typeface="Aleo" panose="00000500000000000000" pitchFamily="2" charset="0"/>
              </a:rPr>
              <a:t> "</a:t>
            </a:r>
          </a:p>
          <a:p>
            <a:pPr>
              <a:spcAft>
                <a:spcPts val="300"/>
              </a:spcAft>
              <a:buClr>
                <a:schemeClr val="accent5"/>
              </a:buClr>
            </a:pPr>
            <a:r>
              <a:rPr lang="fr-FR" sz="800" b="1" dirty="0">
                <a:solidFill>
                  <a:schemeClr val="bg1"/>
                </a:solidFill>
                <a:latin typeface="Outfit" pitchFamily="2" charset="0"/>
              </a:rPr>
              <a:t>Pagination</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Select "Slide </a:t>
            </a:r>
            <a:r>
              <a:rPr lang="fr-FR" sz="700" dirty="0" err="1">
                <a:solidFill>
                  <a:schemeClr val="bg1"/>
                </a:solidFill>
                <a:latin typeface="Aleo" panose="00000500000000000000" pitchFamily="2" charset="0"/>
              </a:rPr>
              <a:t>number</a:t>
            </a:r>
            <a:r>
              <a:rPr lang="fr-FR" sz="700" dirty="0">
                <a:solidFill>
                  <a:schemeClr val="bg1"/>
                </a:solidFill>
                <a:latin typeface="Aleo" panose="00000500000000000000" pitchFamily="2" charset="0"/>
              </a:rPr>
              <a:t>”</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Click on "Apply </a:t>
            </a:r>
            <a:r>
              <a:rPr lang="fr-FR" sz="700" dirty="0" err="1">
                <a:solidFill>
                  <a:schemeClr val="bg1"/>
                </a:solidFill>
                <a:latin typeface="Aleo" panose="00000500000000000000" pitchFamily="2" charset="0"/>
              </a:rPr>
              <a:t>everywhere</a:t>
            </a:r>
            <a:r>
              <a:rPr lang="fr-FR" sz="700" dirty="0">
                <a:solidFill>
                  <a:schemeClr val="bg1"/>
                </a:solidFill>
                <a:latin typeface="Aleo" panose="00000500000000000000" pitchFamily="2" charset="0"/>
              </a:rPr>
              <a:t>”</a:t>
            </a:r>
          </a:p>
          <a:p>
            <a:pPr>
              <a:spcAft>
                <a:spcPts val="300"/>
              </a:spcAft>
              <a:buClr>
                <a:schemeClr val="accent5"/>
              </a:buClr>
            </a:pPr>
            <a:r>
              <a:rPr lang="fr-FR" sz="800" b="1" dirty="0">
                <a:solidFill>
                  <a:schemeClr val="bg1"/>
                </a:solidFill>
                <a:latin typeface="Outfit" pitchFamily="2" charset="0"/>
              </a:rPr>
              <a:t>Date</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Select "Date and Time", </a:t>
            </a:r>
            <a:br>
              <a:rPr lang="fr-FR" sz="700" dirty="0">
                <a:solidFill>
                  <a:schemeClr val="bg1"/>
                </a:solidFill>
                <a:latin typeface="Aleo" panose="00000500000000000000" pitchFamily="2" charset="0"/>
              </a:rPr>
            </a:br>
            <a:r>
              <a:rPr lang="fr-FR" sz="700" dirty="0" err="1">
                <a:solidFill>
                  <a:schemeClr val="bg1"/>
                </a:solidFill>
                <a:latin typeface="Aleo" panose="00000500000000000000" pitchFamily="2" charset="0"/>
              </a:rPr>
              <a:t>then</a:t>
            </a:r>
            <a:r>
              <a:rPr lang="fr-FR" sz="700" dirty="0">
                <a:solidFill>
                  <a:schemeClr val="bg1"/>
                </a:solidFill>
                <a:latin typeface="Aleo" panose="00000500000000000000" pitchFamily="2" charset="0"/>
              </a:rPr>
              <a:t> "</a:t>
            </a:r>
            <a:r>
              <a:rPr lang="fr-FR" sz="700" dirty="0" err="1">
                <a:solidFill>
                  <a:schemeClr val="bg1"/>
                </a:solidFill>
                <a:latin typeface="Aleo" panose="00000500000000000000" pitchFamily="2" charset="0"/>
              </a:rPr>
              <a:t>Automatic</a:t>
            </a:r>
            <a:r>
              <a:rPr lang="fr-FR" sz="700" dirty="0">
                <a:solidFill>
                  <a:schemeClr val="bg1"/>
                </a:solidFill>
                <a:latin typeface="Aleo" panose="00000500000000000000" pitchFamily="2" charset="0"/>
              </a:rPr>
              <a:t> Update" </a:t>
            </a:r>
            <a:br>
              <a:rPr lang="fr-FR" sz="700" dirty="0">
                <a:solidFill>
                  <a:schemeClr val="bg1"/>
                </a:solidFill>
                <a:latin typeface="Aleo" panose="00000500000000000000" pitchFamily="2" charset="0"/>
              </a:rPr>
            </a:br>
            <a:r>
              <a:rPr lang="fr-FR" sz="700" dirty="0">
                <a:solidFill>
                  <a:schemeClr val="bg1"/>
                </a:solidFill>
                <a:latin typeface="Aleo" panose="00000500000000000000" pitchFamily="2" charset="0"/>
              </a:rPr>
              <a:t>and the </a:t>
            </a:r>
            <a:r>
              <a:rPr lang="fr-FR" sz="700" dirty="0" err="1">
                <a:solidFill>
                  <a:schemeClr val="bg1"/>
                </a:solidFill>
                <a:latin typeface="Aleo" panose="00000500000000000000" pitchFamily="2" charset="0"/>
              </a:rPr>
              <a:t>desired</a:t>
            </a:r>
            <a:r>
              <a:rPr lang="fr-FR" sz="700" dirty="0">
                <a:solidFill>
                  <a:schemeClr val="bg1"/>
                </a:solidFill>
                <a:latin typeface="Aleo" panose="00000500000000000000" pitchFamily="2" charset="0"/>
              </a:rPr>
              <a:t> format. </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Aleo" panose="00000500000000000000" pitchFamily="2" charset="0"/>
              </a:rPr>
              <a:t>Click on "Apply </a:t>
            </a:r>
            <a:r>
              <a:rPr lang="fr-FR" sz="700" dirty="0" err="1">
                <a:solidFill>
                  <a:schemeClr val="bg1"/>
                </a:solidFill>
                <a:latin typeface="Aleo" panose="00000500000000000000" pitchFamily="2" charset="0"/>
              </a:rPr>
              <a:t>everywhere</a:t>
            </a:r>
            <a:r>
              <a:rPr lang="fr-FR" sz="700" dirty="0">
                <a:solidFill>
                  <a:schemeClr val="bg1"/>
                </a:solidFill>
                <a:latin typeface="Aleo" panose="00000500000000000000" pitchFamily="2" charset="0"/>
              </a:rPr>
              <a:t> "</a:t>
            </a:r>
          </a:p>
        </p:txBody>
      </p:sp>
      <p:sp>
        <p:nvSpPr>
          <p:cNvPr id="37" name="ZoneTexte 36">
            <a:extLst>
              <a:ext uri="{FF2B5EF4-FFF2-40B4-BE49-F238E27FC236}">
                <a16:creationId xmlns:a16="http://schemas.microsoft.com/office/drawing/2014/main" id="{E22E4D3C-DB43-4077-FA8B-53FFCA522AE2}"/>
              </a:ext>
            </a:extLst>
          </p:cNvPr>
          <p:cNvSpPr txBox="1"/>
          <p:nvPr userDrawn="1"/>
        </p:nvSpPr>
        <p:spPr>
          <a:xfrm>
            <a:off x="6198685" y="544891"/>
            <a:ext cx="1750221"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
                <a:schemeClr val="accent5"/>
              </a:buClr>
              <a:buSzTx/>
              <a:buFontTx/>
              <a:buNone/>
              <a:tabLst/>
              <a:defRPr/>
            </a:pPr>
            <a:r>
              <a:rPr kumimoji="0" lang="fr-FR" sz="800" b="1" i="0" u="none" strike="noStrike" kern="1200" cap="none" spc="0" normalizeH="0" baseline="0" noProof="0" dirty="0">
                <a:ln>
                  <a:noFill/>
                </a:ln>
                <a:solidFill>
                  <a:schemeClr val="accent5"/>
                </a:solidFill>
                <a:effectLst/>
                <a:uLnTx/>
                <a:uFillTx/>
                <a:latin typeface="Outfit" pitchFamily="2" charset="0"/>
                <a:ea typeface="+mn-ea"/>
                <a:cs typeface="+mn-cs"/>
              </a:rPr>
              <a:t>Header Menu </a:t>
            </a:r>
            <a:r>
              <a:rPr kumimoji="0" lang="fr-FR" sz="800" b="1" i="0" u="none" strike="noStrike" kern="1200" cap="none" spc="0" normalizeH="0" baseline="0" noProof="0" dirty="0" err="1">
                <a:ln>
                  <a:noFill/>
                </a:ln>
                <a:solidFill>
                  <a:schemeClr val="accent5"/>
                </a:solidFill>
                <a:effectLst/>
                <a:uLnTx/>
                <a:uFillTx/>
                <a:latin typeface="Outfit" pitchFamily="2" charset="0"/>
                <a:ea typeface="+mn-ea"/>
                <a:cs typeface="+mn-cs"/>
              </a:rPr>
              <a:t>is</a:t>
            </a:r>
            <a:r>
              <a:rPr kumimoji="0" lang="fr-FR" sz="800" b="1" i="0" u="none" strike="noStrike" kern="1200" cap="none" spc="0" normalizeH="0" baseline="0" noProof="0" dirty="0">
                <a:ln>
                  <a:noFill/>
                </a:ln>
                <a:solidFill>
                  <a:schemeClr val="accent5"/>
                </a:solidFill>
                <a:effectLst/>
                <a:uLnTx/>
                <a:uFillTx/>
                <a:latin typeface="Outfit" pitchFamily="2" charset="0"/>
                <a:ea typeface="+mn-ea"/>
                <a:cs typeface="+mn-cs"/>
              </a:rPr>
              <a:t> </a:t>
            </a:r>
            <a:r>
              <a:rPr kumimoji="0" lang="fr-FR" sz="800" b="1" i="0" u="none" strike="noStrike" kern="1200" cap="none" spc="0" normalizeH="0" baseline="0" noProof="0" dirty="0" err="1">
                <a:ln>
                  <a:noFill/>
                </a:ln>
                <a:solidFill>
                  <a:schemeClr val="accent5"/>
                </a:solidFill>
                <a:effectLst/>
                <a:uLnTx/>
                <a:uFillTx/>
                <a:latin typeface="Outfit" pitchFamily="2" charset="0"/>
                <a:ea typeface="+mn-ea"/>
                <a:cs typeface="+mn-cs"/>
              </a:rPr>
              <a:t>optional</a:t>
            </a:r>
            <a:endParaRPr kumimoji="0" lang="fr-FR" sz="800" b="1" i="0" u="none" strike="noStrike" kern="1200" cap="none" spc="0" normalizeH="0" baseline="0" noProof="0" dirty="0">
              <a:ln>
                <a:noFill/>
              </a:ln>
              <a:solidFill>
                <a:schemeClr val="accent5"/>
              </a:solidFill>
              <a:effectLst/>
              <a:uLnTx/>
              <a:uFillTx/>
              <a:latin typeface="Outfit" pitchFamily="2" charset="0"/>
              <a:ea typeface="+mn-ea"/>
              <a:cs typeface="+mn-cs"/>
            </a:endParaRPr>
          </a:p>
          <a:p>
            <a:pPr marL="171450" marR="0" lvl="0" indent="-171450" algn="l" defTabSz="914400" rtl="0" eaLnBrk="1" fontAlgn="auto" latinLnBrk="0" hangingPunct="1">
              <a:lnSpc>
                <a:spcPct val="100000"/>
              </a:lnSpc>
              <a:spcBef>
                <a:spcPts val="0"/>
              </a:spcBef>
              <a:spcAft>
                <a:spcPts val="300"/>
              </a:spcAft>
              <a:buClr>
                <a:schemeClr val="accent5"/>
              </a:buClr>
              <a:buSzTx/>
              <a:buFont typeface="Wingdings 3" panose="05040102010807070707" pitchFamily="18" charset="2"/>
              <a:buChar char=""/>
              <a:tabLst/>
              <a:defRPr/>
            </a:pPr>
            <a:r>
              <a:rPr kumimoji="0" lang="fr-FR" sz="700" b="0" i="0" u="none" strike="noStrike" kern="1200" cap="none" spc="0" normalizeH="0" baseline="0" noProof="0" dirty="0" err="1">
                <a:ln>
                  <a:noFill/>
                </a:ln>
                <a:solidFill>
                  <a:prstClr val="white"/>
                </a:solidFill>
                <a:effectLst/>
                <a:uLnTx/>
                <a:uFillTx/>
                <a:latin typeface="Aleo" panose="00000500000000000000" pitchFamily="2" charset="0"/>
                <a:ea typeface="+mn-ea"/>
                <a:cs typeface="+mn-cs"/>
              </a:rPr>
              <a:t>It’s</a:t>
            </a:r>
            <a:r>
              <a:rPr kumimoji="0" lang="fr-FR" sz="700" b="0" i="0" u="none" strike="noStrike" kern="1200" cap="none" spc="0" normalizeH="0" baseline="0" noProof="0" dirty="0">
                <a:ln>
                  <a:noFill/>
                </a:ln>
                <a:solidFill>
                  <a:prstClr val="white"/>
                </a:solidFill>
                <a:effectLst/>
                <a:uLnTx/>
                <a:uFillTx/>
                <a:latin typeface="Aleo" panose="00000500000000000000" pitchFamily="2" charset="0"/>
                <a:ea typeface="+mn-ea"/>
                <a:cs typeface="+mn-cs"/>
              </a:rPr>
              <a:t> an </a:t>
            </a:r>
            <a:r>
              <a:rPr kumimoji="0" lang="fr-FR" sz="700" b="0" i="0" u="none" strike="noStrike" kern="1200" cap="none" spc="0" normalizeH="0" baseline="0" noProof="0" dirty="0" err="1">
                <a:ln>
                  <a:noFill/>
                </a:ln>
                <a:solidFill>
                  <a:prstClr val="white"/>
                </a:solidFill>
                <a:effectLst/>
                <a:uLnTx/>
                <a:uFillTx/>
                <a:latin typeface="Aleo" panose="00000500000000000000" pitchFamily="2" charset="0"/>
                <a:ea typeface="+mn-ea"/>
                <a:cs typeface="+mn-cs"/>
              </a:rPr>
              <a:t>additional</a:t>
            </a:r>
            <a:r>
              <a:rPr kumimoji="0" lang="fr-FR" sz="700" b="0" i="0" u="none" strike="noStrike" kern="1200" cap="none" spc="0" normalizeH="0" baseline="0" noProof="0" dirty="0">
                <a:ln>
                  <a:noFill/>
                </a:ln>
                <a:solidFill>
                  <a:prstClr val="white"/>
                </a:solidFill>
                <a:effectLst/>
                <a:uLnTx/>
                <a:uFillTx/>
                <a:latin typeface="Aleo" panose="00000500000000000000" pitchFamily="2" charset="0"/>
                <a:ea typeface="+mn-ea"/>
                <a:cs typeface="+mn-cs"/>
              </a:rPr>
              <a:t> </a:t>
            </a:r>
            <a:r>
              <a:rPr kumimoji="0" lang="fr-FR" sz="700" b="0" i="0" u="none" strike="noStrike" kern="1200" cap="none" spc="0" normalizeH="0" baseline="0" noProof="0" dirty="0" err="1">
                <a:ln>
                  <a:noFill/>
                </a:ln>
                <a:solidFill>
                  <a:prstClr val="white"/>
                </a:solidFill>
                <a:effectLst/>
                <a:uLnTx/>
                <a:uFillTx/>
                <a:latin typeface="Aleo" panose="00000500000000000000" pitchFamily="2" charset="0"/>
                <a:ea typeface="+mn-ea"/>
                <a:cs typeface="+mn-cs"/>
              </a:rPr>
              <a:t>tool</a:t>
            </a:r>
            <a:r>
              <a:rPr kumimoji="0" lang="fr-FR" sz="700" b="0" i="0" u="none" strike="noStrike" kern="1200" cap="none" spc="0" normalizeH="0" baseline="0" noProof="0" dirty="0">
                <a:ln>
                  <a:noFill/>
                </a:ln>
                <a:solidFill>
                  <a:prstClr val="white"/>
                </a:solidFill>
                <a:effectLst/>
                <a:uLnTx/>
                <a:uFillTx/>
                <a:latin typeface="Aleo" panose="00000500000000000000" pitchFamily="2" charset="0"/>
                <a:ea typeface="+mn-ea"/>
                <a:cs typeface="+mn-cs"/>
              </a:rPr>
              <a:t> for long and </a:t>
            </a:r>
            <a:r>
              <a:rPr kumimoji="0" lang="fr-FR" sz="700" b="0" i="0" u="none" strike="noStrike" kern="1200" cap="none" spc="0" normalizeH="0" baseline="0" noProof="0" dirty="0" err="1">
                <a:ln>
                  <a:noFill/>
                </a:ln>
                <a:solidFill>
                  <a:prstClr val="white"/>
                </a:solidFill>
                <a:effectLst/>
                <a:uLnTx/>
                <a:uFillTx/>
                <a:latin typeface="Aleo" panose="00000500000000000000" pitchFamily="2" charset="0"/>
                <a:ea typeface="+mn-ea"/>
                <a:cs typeface="+mn-cs"/>
              </a:rPr>
              <a:t>complex</a:t>
            </a:r>
            <a:r>
              <a:rPr kumimoji="0" lang="fr-FR" sz="700" b="0" i="0" u="none" strike="noStrike" kern="1200" cap="none" spc="0" normalizeH="0" baseline="0" noProof="0" dirty="0">
                <a:ln>
                  <a:noFill/>
                </a:ln>
                <a:solidFill>
                  <a:prstClr val="white"/>
                </a:solidFill>
                <a:effectLst/>
                <a:uLnTx/>
                <a:uFillTx/>
                <a:latin typeface="Aleo" panose="00000500000000000000" pitchFamily="2" charset="0"/>
                <a:ea typeface="+mn-ea"/>
                <a:cs typeface="+mn-cs"/>
              </a:rPr>
              <a:t> </a:t>
            </a:r>
            <a:r>
              <a:rPr kumimoji="0" lang="fr-FR" sz="700" b="0" i="0" u="none" strike="noStrike" kern="1200" cap="none" spc="0" normalizeH="0" baseline="0" noProof="0" dirty="0" err="1">
                <a:ln>
                  <a:noFill/>
                </a:ln>
                <a:solidFill>
                  <a:prstClr val="white"/>
                </a:solidFill>
                <a:effectLst/>
                <a:uLnTx/>
                <a:uFillTx/>
                <a:latin typeface="Aleo" panose="00000500000000000000" pitchFamily="2" charset="0"/>
                <a:ea typeface="+mn-ea"/>
                <a:cs typeface="+mn-cs"/>
              </a:rPr>
              <a:t>presentation</a:t>
            </a:r>
            <a:endParaRPr kumimoji="0" lang="fr-FR" sz="700" b="0" i="0" u="none" strike="noStrike" kern="1200" cap="none" spc="0" normalizeH="0" baseline="0" noProof="0" dirty="0">
              <a:ln>
                <a:noFill/>
              </a:ln>
              <a:solidFill>
                <a:prstClr val="white"/>
              </a:solidFill>
              <a:effectLst/>
              <a:uLnTx/>
              <a:uFillTx/>
              <a:latin typeface="Aleo" panose="00000500000000000000" pitchFamily="2" charset="0"/>
              <a:ea typeface="+mn-ea"/>
              <a:cs typeface="+mn-cs"/>
            </a:endParaRPr>
          </a:p>
          <a:p>
            <a:pPr marL="171450" marR="0" lvl="0" indent="-171450" algn="l" defTabSz="914400" rtl="0" eaLnBrk="1" fontAlgn="auto" latinLnBrk="0" hangingPunct="1">
              <a:lnSpc>
                <a:spcPct val="100000"/>
              </a:lnSpc>
              <a:spcBef>
                <a:spcPts val="0"/>
              </a:spcBef>
              <a:spcAft>
                <a:spcPts val="300"/>
              </a:spcAft>
              <a:buClr>
                <a:schemeClr val="accent5"/>
              </a:buClr>
              <a:buSzTx/>
              <a:buFont typeface="Wingdings 3" panose="05040102010807070707" pitchFamily="18" charset="2"/>
              <a:buChar char=""/>
              <a:tabLst/>
              <a:defRPr/>
            </a:pPr>
            <a:r>
              <a:rPr kumimoji="0" lang="fr-FR" sz="700" b="0" i="0" u="none" strike="noStrike" kern="1200" cap="none" spc="0" normalizeH="0" baseline="0" noProof="0" dirty="0">
                <a:ln>
                  <a:noFill/>
                </a:ln>
                <a:solidFill>
                  <a:prstClr val="white"/>
                </a:solidFill>
                <a:effectLst/>
                <a:uLnTx/>
                <a:uFillTx/>
                <a:latin typeface="Aleo" panose="00000500000000000000" pitchFamily="2" charset="0"/>
                <a:ea typeface="+mn-ea"/>
                <a:cs typeface="+mn-cs"/>
              </a:rPr>
              <a:t>If </a:t>
            </a:r>
            <a:r>
              <a:rPr kumimoji="0" lang="fr-FR" sz="700" b="0" i="0" u="none" strike="noStrike" kern="1200" cap="none" spc="0" normalizeH="0" baseline="0" noProof="0" dirty="0" err="1">
                <a:ln>
                  <a:noFill/>
                </a:ln>
                <a:solidFill>
                  <a:prstClr val="white"/>
                </a:solidFill>
                <a:effectLst/>
                <a:uLnTx/>
                <a:uFillTx/>
                <a:latin typeface="Aleo" panose="00000500000000000000" pitchFamily="2" charset="0"/>
                <a:ea typeface="+mn-ea"/>
                <a:cs typeface="+mn-cs"/>
              </a:rPr>
              <a:t>you</a:t>
            </a:r>
            <a:r>
              <a:rPr kumimoji="0" lang="fr-FR" sz="700" b="0" i="0" u="none" strike="noStrike" kern="1200" cap="none" spc="0" normalizeH="0" baseline="0" noProof="0" dirty="0">
                <a:ln>
                  <a:noFill/>
                </a:ln>
                <a:solidFill>
                  <a:prstClr val="white"/>
                </a:solidFill>
                <a:effectLst/>
                <a:uLnTx/>
                <a:uFillTx/>
                <a:latin typeface="Aleo" panose="00000500000000000000" pitchFamily="2" charset="0"/>
                <a:ea typeface="+mn-ea"/>
                <a:cs typeface="+mn-cs"/>
              </a:rPr>
              <a:t> use </a:t>
            </a:r>
            <a:r>
              <a:rPr kumimoji="0" lang="fr-FR" sz="700" b="0" i="0" u="none" strike="noStrike" kern="1200" cap="none" spc="0" normalizeH="0" baseline="0" noProof="0" dirty="0" err="1">
                <a:ln>
                  <a:noFill/>
                </a:ln>
                <a:solidFill>
                  <a:prstClr val="white"/>
                </a:solidFill>
                <a:effectLst/>
                <a:uLnTx/>
                <a:uFillTx/>
                <a:latin typeface="Aleo" panose="00000500000000000000" pitchFamily="2" charset="0"/>
                <a:ea typeface="+mn-ea"/>
                <a:cs typeface="+mn-cs"/>
              </a:rPr>
              <a:t>it</a:t>
            </a:r>
            <a:r>
              <a:rPr kumimoji="0" lang="fr-FR" sz="700" b="0" i="0" u="none" strike="noStrike" kern="1200" cap="none" spc="0" normalizeH="0" baseline="0" noProof="0" dirty="0">
                <a:ln>
                  <a:noFill/>
                </a:ln>
                <a:solidFill>
                  <a:prstClr val="white"/>
                </a:solidFill>
                <a:effectLst/>
                <a:uLnTx/>
                <a:uFillTx/>
                <a:latin typeface="Aleo" panose="00000500000000000000" pitchFamily="2" charset="0"/>
                <a:ea typeface="+mn-ea"/>
                <a:cs typeface="+mn-cs"/>
              </a:rPr>
              <a:t>, </a:t>
            </a:r>
            <a:r>
              <a:rPr kumimoji="0" lang="fr-FR" sz="700" b="0" i="0" u="none" strike="noStrike" kern="1200" cap="none" spc="0" normalizeH="0" baseline="0" noProof="0" dirty="0" err="1">
                <a:ln>
                  <a:noFill/>
                </a:ln>
                <a:solidFill>
                  <a:prstClr val="white"/>
                </a:solidFill>
                <a:effectLst/>
                <a:uLnTx/>
                <a:uFillTx/>
                <a:latin typeface="Aleo" panose="00000500000000000000" pitchFamily="2" charset="0"/>
                <a:ea typeface="+mn-ea"/>
                <a:cs typeface="+mn-cs"/>
              </a:rPr>
              <a:t>we</a:t>
            </a:r>
            <a:r>
              <a:rPr kumimoji="0" lang="fr-FR" sz="700" b="0" i="0" u="none" strike="noStrike" kern="1200" cap="none" spc="0" normalizeH="0" baseline="0" noProof="0" dirty="0">
                <a:ln>
                  <a:noFill/>
                </a:ln>
                <a:solidFill>
                  <a:prstClr val="white"/>
                </a:solidFill>
                <a:effectLst/>
                <a:uLnTx/>
                <a:uFillTx/>
                <a:latin typeface="Aleo" panose="00000500000000000000" pitchFamily="2" charset="0"/>
                <a:ea typeface="+mn-ea"/>
                <a:cs typeface="+mn-cs"/>
              </a:rPr>
              <a:t> </a:t>
            </a:r>
            <a:r>
              <a:rPr kumimoji="0" lang="fr-FR" sz="700" b="0" i="0" u="none" strike="noStrike" kern="1200" cap="none" spc="0" normalizeH="0" baseline="0" noProof="0" dirty="0" err="1">
                <a:ln>
                  <a:noFill/>
                </a:ln>
                <a:solidFill>
                  <a:prstClr val="white"/>
                </a:solidFill>
                <a:effectLst/>
                <a:uLnTx/>
                <a:uFillTx/>
                <a:latin typeface="Aleo" panose="00000500000000000000" pitchFamily="2" charset="0"/>
                <a:ea typeface="+mn-ea"/>
                <a:cs typeface="+mn-cs"/>
              </a:rPr>
              <a:t>recommand</a:t>
            </a:r>
            <a:r>
              <a:rPr kumimoji="0" lang="fr-FR" sz="700" b="0" i="0" u="none" strike="noStrike" kern="1200" cap="none" spc="0" normalizeH="0" baseline="0" noProof="0" dirty="0">
                <a:ln>
                  <a:noFill/>
                </a:ln>
                <a:solidFill>
                  <a:prstClr val="white"/>
                </a:solidFill>
                <a:effectLst/>
                <a:uLnTx/>
                <a:uFillTx/>
                <a:latin typeface="Aleo" panose="00000500000000000000" pitchFamily="2" charset="0"/>
                <a:ea typeface="+mn-ea"/>
                <a:cs typeface="+mn-cs"/>
              </a:rPr>
              <a:t> </a:t>
            </a:r>
            <a:r>
              <a:rPr kumimoji="0" lang="fr-FR" sz="700" b="0" i="0" u="none" strike="noStrike" kern="1200" cap="none" spc="0" normalizeH="0" baseline="0" noProof="0" dirty="0" err="1">
                <a:ln>
                  <a:noFill/>
                </a:ln>
                <a:solidFill>
                  <a:prstClr val="white"/>
                </a:solidFill>
                <a:effectLst/>
                <a:uLnTx/>
                <a:uFillTx/>
                <a:latin typeface="Aleo" panose="00000500000000000000" pitchFamily="2" charset="0"/>
                <a:ea typeface="+mn-ea"/>
                <a:cs typeface="+mn-cs"/>
              </a:rPr>
              <a:t>you</a:t>
            </a:r>
            <a:r>
              <a:rPr kumimoji="0" lang="fr-FR" sz="700" b="0" i="0" u="none" strike="noStrike" kern="1200" cap="none" spc="0" normalizeH="0" baseline="0" noProof="0" dirty="0">
                <a:ln>
                  <a:noFill/>
                </a:ln>
                <a:solidFill>
                  <a:prstClr val="white"/>
                </a:solidFill>
                <a:effectLst/>
                <a:uLnTx/>
                <a:uFillTx/>
                <a:latin typeface="Aleo" panose="00000500000000000000" pitchFamily="2" charset="0"/>
                <a:ea typeface="+mn-ea"/>
                <a:cs typeface="+mn-cs"/>
              </a:rPr>
              <a:t> </a:t>
            </a:r>
            <a:r>
              <a:rPr kumimoji="0" lang="fr-FR" sz="700" b="0" i="0" u="none" strike="noStrike" kern="1200" cap="none" spc="0" normalizeH="0" baseline="0" noProof="0" dirty="0" err="1">
                <a:ln>
                  <a:noFill/>
                </a:ln>
                <a:solidFill>
                  <a:prstClr val="white"/>
                </a:solidFill>
                <a:effectLst/>
                <a:uLnTx/>
                <a:uFillTx/>
                <a:latin typeface="Aleo" panose="00000500000000000000" pitchFamily="2" charset="0"/>
                <a:ea typeface="+mn-ea"/>
                <a:cs typeface="+mn-cs"/>
              </a:rPr>
              <a:t>add</a:t>
            </a:r>
            <a:r>
              <a:rPr kumimoji="0" lang="fr-FR" sz="700" b="0" i="0" u="none" strike="noStrike" kern="1200" cap="none" spc="0" normalizeH="0" baseline="0" noProof="0" dirty="0">
                <a:ln>
                  <a:noFill/>
                </a:ln>
                <a:solidFill>
                  <a:prstClr val="white"/>
                </a:solidFill>
                <a:effectLst/>
                <a:uLnTx/>
                <a:uFillTx/>
                <a:latin typeface="Aleo" panose="00000500000000000000" pitchFamily="2" charset="0"/>
                <a:ea typeface="+mn-ea"/>
                <a:cs typeface="+mn-cs"/>
              </a:rPr>
              <a:t> </a:t>
            </a:r>
            <a:r>
              <a:rPr kumimoji="0" lang="fr-FR" sz="700" b="0" i="0" u="none" strike="noStrike" kern="1200" cap="none" spc="0" normalizeH="0" baseline="0" noProof="0" dirty="0" err="1">
                <a:ln>
                  <a:noFill/>
                </a:ln>
                <a:solidFill>
                  <a:prstClr val="white"/>
                </a:solidFill>
                <a:effectLst/>
                <a:uLnTx/>
                <a:uFillTx/>
                <a:latin typeface="Aleo" panose="00000500000000000000" pitchFamily="2" charset="0"/>
                <a:ea typeface="+mn-ea"/>
                <a:cs typeface="+mn-cs"/>
              </a:rPr>
              <a:t>link</a:t>
            </a:r>
            <a:r>
              <a:rPr kumimoji="0" lang="fr-FR" sz="700" b="0" i="0" u="none" strike="noStrike" kern="1200" cap="none" spc="0" normalizeH="0" baseline="0" noProof="0" dirty="0">
                <a:ln>
                  <a:noFill/>
                </a:ln>
                <a:solidFill>
                  <a:prstClr val="white"/>
                </a:solidFill>
                <a:effectLst/>
                <a:uLnTx/>
                <a:uFillTx/>
                <a:latin typeface="Aleo" panose="00000500000000000000" pitchFamily="2" charset="0"/>
                <a:ea typeface="+mn-ea"/>
                <a:cs typeface="+mn-cs"/>
              </a:rPr>
              <a:t> </a:t>
            </a:r>
            <a:r>
              <a:rPr kumimoji="0" lang="fr-FR" sz="700" b="0" i="0" u="none" strike="noStrike" kern="1200" cap="none" spc="0" normalizeH="0" baseline="0" noProof="0" dirty="0" err="1">
                <a:ln>
                  <a:noFill/>
                </a:ln>
                <a:solidFill>
                  <a:prstClr val="white"/>
                </a:solidFill>
                <a:effectLst/>
                <a:uLnTx/>
                <a:uFillTx/>
                <a:latin typeface="Aleo" panose="00000500000000000000" pitchFamily="2" charset="0"/>
                <a:ea typeface="+mn-ea"/>
                <a:cs typeface="+mn-cs"/>
              </a:rPr>
              <a:t>towards</a:t>
            </a:r>
            <a:r>
              <a:rPr kumimoji="0" lang="fr-FR" sz="700" b="0" i="0" u="none" strike="noStrike" kern="1200" cap="none" spc="0" normalizeH="0" baseline="0" noProof="0" dirty="0">
                <a:ln>
                  <a:noFill/>
                </a:ln>
                <a:solidFill>
                  <a:prstClr val="white"/>
                </a:solidFill>
                <a:effectLst/>
                <a:uLnTx/>
                <a:uFillTx/>
                <a:latin typeface="Aleo" panose="00000500000000000000" pitchFamily="2" charset="0"/>
                <a:ea typeface="+mn-ea"/>
                <a:cs typeface="+mn-cs"/>
              </a:rPr>
              <a:t> the slide in the menu to </a:t>
            </a:r>
            <a:r>
              <a:rPr kumimoji="0" lang="fr-FR" sz="700" b="0" i="0" u="none" strike="noStrike" kern="1200" cap="none" spc="0" normalizeH="0" baseline="0" noProof="0" dirty="0" err="1">
                <a:ln>
                  <a:noFill/>
                </a:ln>
                <a:solidFill>
                  <a:prstClr val="white"/>
                </a:solidFill>
                <a:effectLst/>
                <a:uLnTx/>
                <a:uFillTx/>
                <a:latin typeface="Aleo" panose="00000500000000000000" pitchFamily="2" charset="0"/>
                <a:ea typeface="+mn-ea"/>
                <a:cs typeface="+mn-cs"/>
              </a:rPr>
              <a:t>falicitate</a:t>
            </a:r>
            <a:r>
              <a:rPr kumimoji="0" lang="fr-FR" sz="700" b="0" i="0" u="none" strike="noStrike" kern="1200" cap="none" spc="0" normalizeH="0" baseline="0" noProof="0" dirty="0">
                <a:ln>
                  <a:noFill/>
                </a:ln>
                <a:solidFill>
                  <a:prstClr val="white"/>
                </a:solidFill>
                <a:effectLst/>
                <a:uLnTx/>
                <a:uFillTx/>
                <a:latin typeface="Aleo" panose="00000500000000000000" pitchFamily="2" charset="0"/>
                <a:ea typeface="+mn-ea"/>
                <a:cs typeface="+mn-cs"/>
              </a:rPr>
              <a:t> the navigation</a:t>
            </a:r>
          </a:p>
        </p:txBody>
      </p:sp>
    </p:spTree>
    <p:extLst>
      <p:ext uri="{BB962C8B-B14F-4D97-AF65-F5344CB8AC3E}">
        <p14:creationId xmlns:p14="http://schemas.microsoft.com/office/powerpoint/2010/main" val="2257641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Cover A">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8171A43-3DAB-CD85-7C6E-AF15DD115DBF}"/>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solidFill>
                <a:schemeClr val="accent5"/>
              </a:solidFill>
            </a:endParaRPr>
          </a:p>
        </p:txBody>
      </p:sp>
      <p:sp>
        <p:nvSpPr>
          <p:cNvPr id="11" name="Graphique 2">
            <a:extLst>
              <a:ext uri="{FF2B5EF4-FFF2-40B4-BE49-F238E27FC236}">
                <a16:creationId xmlns:a16="http://schemas.microsoft.com/office/drawing/2014/main" id="{B9094068-796B-F673-7966-A0BA4DE25780}"/>
              </a:ext>
            </a:extLst>
          </p:cNvPr>
          <p:cNvSpPr>
            <a:spLocks/>
          </p:cNvSpPr>
          <p:nvPr userDrawn="1"/>
        </p:nvSpPr>
        <p:spPr>
          <a:xfrm rot="5400000">
            <a:off x="6476008" y="1800958"/>
            <a:ext cx="2077846" cy="1799482"/>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13" name="Graphique 2">
            <a:extLst>
              <a:ext uri="{FF2B5EF4-FFF2-40B4-BE49-F238E27FC236}">
                <a16:creationId xmlns:a16="http://schemas.microsoft.com/office/drawing/2014/main" id="{3629A437-D67A-FE5A-6D63-B927B89B17D2}"/>
              </a:ext>
            </a:extLst>
          </p:cNvPr>
          <p:cNvSpPr>
            <a:spLocks/>
          </p:cNvSpPr>
          <p:nvPr userDrawn="1"/>
        </p:nvSpPr>
        <p:spPr>
          <a:xfrm rot="16200000">
            <a:off x="8436572" y="902794"/>
            <a:ext cx="2539589" cy="2199365"/>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cap="none" spc="0" normalizeH="0" baseline="0">
              <a:ln>
                <a:noFill/>
              </a:ln>
              <a:solidFill>
                <a:prstClr val="white"/>
              </a:solidFill>
              <a:effectLst/>
              <a:uLnTx/>
              <a:uFillTx/>
              <a:latin typeface="Source Sans Pro"/>
            </a:endParaRPr>
          </a:p>
        </p:txBody>
      </p:sp>
      <p:sp>
        <p:nvSpPr>
          <p:cNvPr id="19" name="Graphique 2">
            <a:extLst>
              <a:ext uri="{FF2B5EF4-FFF2-40B4-BE49-F238E27FC236}">
                <a16:creationId xmlns:a16="http://schemas.microsoft.com/office/drawing/2014/main" id="{13EF7DD6-97BC-78BA-BAC0-E4A55C78A8FA}"/>
              </a:ext>
            </a:extLst>
          </p:cNvPr>
          <p:cNvSpPr>
            <a:spLocks/>
          </p:cNvSpPr>
          <p:nvPr userDrawn="1"/>
        </p:nvSpPr>
        <p:spPr>
          <a:xfrm rot="16200000">
            <a:off x="8935939" y="4483739"/>
            <a:ext cx="3024531" cy="261934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cap="none" spc="0" normalizeH="0" baseline="0">
              <a:ln>
                <a:noFill/>
              </a:ln>
              <a:solidFill>
                <a:prstClr val="white"/>
              </a:solidFill>
              <a:effectLst/>
              <a:uLnTx/>
              <a:uFillTx/>
              <a:latin typeface="Source Sans Pro"/>
            </a:endParaRPr>
          </a:p>
        </p:txBody>
      </p:sp>
      <p:sp>
        <p:nvSpPr>
          <p:cNvPr id="20" name="Graphique 2">
            <a:extLst>
              <a:ext uri="{FF2B5EF4-FFF2-40B4-BE49-F238E27FC236}">
                <a16:creationId xmlns:a16="http://schemas.microsoft.com/office/drawing/2014/main" id="{FFCCBD2A-234F-9E5A-169D-26559B8B8DCD}"/>
              </a:ext>
            </a:extLst>
          </p:cNvPr>
          <p:cNvSpPr>
            <a:spLocks/>
          </p:cNvSpPr>
          <p:nvPr userDrawn="1"/>
        </p:nvSpPr>
        <p:spPr>
          <a:xfrm rot="16200000">
            <a:off x="5323118" y="4888562"/>
            <a:ext cx="2110829" cy="1828045"/>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cap="none" spc="0" normalizeH="0" baseline="0">
              <a:ln>
                <a:noFill/>
              </a:ln>
              <a:solidFill>
                <a:prstClr val="white"/>
              </a:solidFill>
              <a:effectLst/>
              <a:uLnTx/>
              <a:uFillTx/>
              <a:latin typeface="Source Sans Pro"/>
            </a:endParaRPr>
          </a:p>
        </p:txBody>
      </p:sp>
      <p:grpSp>
        <p:nvGrpSpPr>
          <p:cNvPr id="4" name="Group 19">
            <a:extLst>
              <a:ext uri="{FF2B5EF4-FFF2-40B4-BE49-F238E27FC236}">
                <a16:creationId xmlns:a16="http://schemas.microsoft.com/office/drawing/2014/main" id="{49E56DF6-888D-C487-BE43-DBFF4BFC250C}"/>
              </a:ext>
            </a:extLst>
          </p:cNvPr>
          <p:cNvGrpSpPr/>
          <p:nvPr userDrawn="1"/>
        </p:nvGrpSpPr>
        <p:grpSpPr>
          <a:xfrm>
            <a:off x="939675" y="2636414"/>
            <a:ext cx="1790825" cy="283497"/>
            <a:chOff x="1356993" y="2119689"/>
            <a:chExt cx="2286089" cy="361900"/>
          </a:xfrm>
        </p:grpSpPr>
        <p:sp>
          <p:nvSpPr>
            <p:cNvPr id="5" name="Freeform: Shape 20">
              <a:extLst>
                <a:ext uri="{FF2B5EF4-FFF2-40B4-BE49-F238E27FC236}">
                  <a16:creationId xmlns:a16="http://schemas.microsoft.com/office/drawing/2014/main" id="{1CBEB759-CC5A-A3CE-F92B-DB2391CF6BF3}"/>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7" name="Group 21">
              <a:extLst>
                <a:ext uri="{FF2B5EF4-FFF2-40B4-BE49-F238E27FC236}">
                  <a16:creationId xmlns:a16="http://schemas.microsoft.com/office/drawing/2014/main" id="{27E7A2DD-5CBD-9B92-0AA7-6F3356D0E906}"/>
                </a:ext>
              </a:extLst>
            </p:cNvPr>
            <p:cNvGrpSpPr/>
            <p:nvPr/>
          </p:nvGrpSpPr>
          <p:grpSpPr>
            <a:xfrm>
              <a:off x="2056694" y="2152863"/>
              <a:ext cx="1586388" cy="295684"/>
              <a:chOff x="2056694" y="2152863"/>
              <a:chExt cx="1586388" cy="295684"/>
            </a:xfrm>
          </p:grpSpPr>
          <p:sp>
            <p:nvSpPr>
              <p:cNvPr id="8" name="Freeform: Shape 22">
                <a:extLst>
                  <a:ext uri="{FF2B5EF4-FFF2-40B4-BE49-F238E27FC236}">
                    <a16:creationId xmlns:a16="http://schemas.microsoft.com/office/drawing/2014/main" id="{CFDAF947-EE61-2C86-4893-FEF6405DAEB3}"/>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9" name="Freeform: Shape 23">
                <a:extLst>
                  <a:ext uri="{FF2B5EF4-FFF2-40B4-BE49-F238E27FC236}">
                    <a16:creationId xmlns:a16="http://schemas.microsoft.com/office/drawing/2014/main" id="{C7008BF9-6759-0613-CFBD-A2B5913A03B6}"/>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0" name="Freeform: Shape 24">
                <a:extLst>
                  <a:ext uri="{FF2B5EF4-FFF2-40B4-BE49-F238E27FC236}">
                    <a16:creationId xmlns:a16="http://schemas.microsoft.com/office/drawing/2014/main" id="{0A284967-3122-1E9A-7A1F-E8FC2A0521B0}"/>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2" name="Freeform: Shape 25">
                <a:extLst>
                  <a:ext uri="{FF2B5EF4-FFF2-40B4-BE49-F238E27FC236}">
                    <a16:creationId xmlns:a16="http://schemas.microsoft.com/office/drawing/2014/main" id="{C7F7E940-EA4A-A929-D4D4-7637AA2FF28D}"/>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1" name="Freeform: Shape 26">
                <a:extLst>
                  <a:ext uri="{FF2B5EF4-FFF2-40B4-BE49-F238E27FC236}">
                    <a16:creationId xmlns:a16="http://schemas.microsoft.com/office/drawing/2014/main" id="{8280BDB4-B616-CF76-1FFF-C30DB3EB7BCA}"/>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2" name="Freeform: Shape 27">
                <a:extLst>
                  <a:ext uri="{FF2B5EF4-FFF2-40B4-BE49-F238E27FC236}">
                    <a16:creationId xmlns:a16="http://schemas.microsoft.com/office/drawing/2014/main" id="{D65B0C63-4633-5092-2AAC-5044B679CF2D}"/>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3" name="Freeform: Shape 28">
                <a:extLst>
                  <a:ext uri="{FF2B5EF4-FFF2-40B4-BE49-F238E27FC236}">
                    <a16:creationId xmlns:a16="http://schemas.microsoft.com/office/drawing/2014/main" id="{F8186889-A279-1344-00A3-B3A00B9F7D6C}"/>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4" name="Freeform: Shape 29">
                <a:extLst>
                  <a:ext uri="{FF2B5EF4-FFF2-40B4-BE49-F238E27FC236}">
                    <a16:creationId xmlns:a16="http://schemas.microsoft.com/office/drawing/2014/main" id="{2792995B-617A-2301-A7FE-74B39E0725CA}"/>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5" name="Espace réservé du texte 4">
            <a:extLst>
              <a:ext uri="{FF2B5EF4-FFF2-40B4-BE49-F238E27FC236}">
                <a16:creationId xmlns:a16="http://schemas.microsoft.com/office/drawing/2014/main" id="{8477EFFC-D916-B789-5C59-8BC792884C4C}"/>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26" name="Espace réservé de la date 26">
            <a:extLst>
              <a:ext uri="{FF2B5EF4-FFF2-40B4-BE49-F238E27FC236}">
                <a16:creationId xmlns:a16="http://schemas.microsoft.com/office/drawing/2014/main" id="{7EDB4092-1961-D0CA-36F2-CBEFBBFF1A87}"/>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5"/>
                </a:solidFill>
              </a:defRPr>
            </a:lvl1pPr>
          </a:lstStyle>
          <a:p>
            <a:fld id="{9EAA5455-EF32-4B38-8669-84EA57EBDBCE}" type="datetime3">
              <a:rPr lang="fr-FR" smtClean="0"/>
              <a:pPr/>
              <a:t>02.04.26</a:t>
            </a:fld>
            <a:endParaRPr lang="fr-FR"/>
          </a:p>
        </p:txBody>
      </p:sp>
      <p:cxnSp>
        <p:nvCxnSpPr>
          <p:cNvPr id="27" name="Straight Connector 34">
            <a:extLst>
              <a:ext uri="{FF2B5EF4-FFF2-40B4-BE49-F238E27FC236}">
                <a16:creationId xmlns:a16="http://schemas.microsoft.com/office/drawing/2014/main" id="{58469EC3-BFD4-9EF8-001C-62C8AFD5149B}"/>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28" name="Espace réservé du texte 4">
            <a:extLst>
              <a:ext uri="{FF2B5EF4-FFF2-40B4-BE49-F238E27FC236}">
                <a16:creationId xmlns:a16="http://schemas.microsoft.com/office/drawing/2014/main" id="{0252ECEE-9747-52F1-5093-4981F8109283}"/>
              </a:ext>
            </a:extLst>
          </p:cNvPr>
          <p:cNvSpPr>
            <a:spLocks noGrp="1"/>
          </p:cNvSpPr>
          <p:nvPr>
            <p:ph type="body" sz="quarter" idx="10" hasCustomPrompt="1"/>
          </p:nvPr>
        </p:nvSpPr>
        <p:spPr>
          <a:xfrm>
            <a:off x="929462" y="3087517"/>
            <a:ext cx="502920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Insert title </a:t>
            </a:r>
            <a:br>
              <a:rPr lang="en-US" dirty="0"/>
            </a:br>
            <a:r>
              <a:rPr lang="en-US" dirty="0"/>
              <a:t>of the presentation</a:t>
            </a:r>
            <a:endParaRPr lang="fr-FR" dirty="0"/>
          </a:p>
        </p:txBody>
      </p:sp>
      <p:pic>
        <p:nvPicPr>
          <p:cNvPr id="2" name="Image 1" descr="Une image contenant personne, habits, jeans, Visage humain&#10;&#10;Description générée automatiquement">
            <a:extLst>
              <a:ext uri="{FF2B5EF4-FFF2-40B4-BE49-F238E27FC236}">
                <a16:creationId xmlns:a16="http://schemas.microsoft.com/office/drawing/2014/main" id="{75C55EA8-F7BC-54D4-1888-8E5972A081D5}"/>
              </a:ext>
            </a:extLst>
          </p:cNvPr>
          <p:cNvPicPr>
            <a:picLocks noChangeAspect="1"/>
          </p:cNvPicPr>
          <p:nvPr userDrawn="1"/>
        </p:nvPicPr>
        <p:blipFill rotWithShape="1">
          <a:blip r:embed="rId2"/>
          <a:srcRect b="6509"/>
          <a:stretch/>
        </p:blipFill>
        <p:spPr>
          <a:xfrm>
            <a:off x="6007588" y="965197"/>
            <a:ext cx="3288126" cy="5892803"/>
          </a:xfrm>
          <a:prstGeom prst="rect">
            <a:avLst/>
          </a:prstGeom>
          <a:effectLst>
            <a:outerShdw blurRad="342900" dist="38100" dir="13500000" algn="br" rotWithShape="0">
              <a:prstClr val="black">
                <a:alpha val="36000"/>
              </a:prstClr>
            </a:outerShdw>
          </a:effectLst>
        </p:spPr>
      </p:pic>
      <p:pic>
        <p:nvPicPr>
          <p:cNvPr id="3" name="Image 2" descr="Une image contenant personne, habits, Visage humain, Coude&#10;&#10;Description générée automatiquement">
            <a:extLst>
              <a:ext uri="{FF2B5EF4-FFF2-40B4-BE49-F238E27FC236}">
                <a16:creationId xmlns:a16="http://schemas.microsoft.com/office/drawing/2014/main" id="{3BA4DF0F-86AC-80E2-A759-2D20DF737AAE}"/>
              </a:ext>
            </a:extLst>
          </p:cNvPr>
          <p:cNvPicPr>
            <a:picLocks noChangeAspect="1"/>
          </p:cNvPicPr>
          <p:nvPr userDrawn="1"/>
        </p:nvPicPr>
        <p:blipFill rotWithShape="1">
          <a:blip r:embed="rId3"/>
          <a:srcRect b="30128"/>
          <a:stretch/>
        </p:blipFill>
        <p:spPr>
          <a:xfrm>
            <a:off x="7292555" y="554884"/>
            <a:ext cx="4649851" cy="6303116"/>
          </a:xfrm>
          <a:prstGeom prst="rect">
            <a:avLst/>
          </a:prstGeom>
          <a:effectLst>
            <a:outerShdw blurRad="266700" dist="38100" dir="13500000" algn="br" rotWithShape="0">
              <a:prstClr val="black">
                <a:alpha val="40000"/>
              </a:prstClr>
            </a:outerShdw>
          </a:effectLst>
        </p:spPr>
      </p:pic>
    </p:spTree>
    <p:extLst>
      <p:ext uri="{BB962C8B-B14F-4D97-AF65-F5344CB8AC3E}">
        <p14:creationId xmlns:p14="http://schemas.microsoft.com/office/powerpoint/2010/main" val="39055850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Cover B">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8171A43-3DAB-CD85-7C6E-AF15DD115DBF}"/>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sp>
        <p:nvSpPr>
          <p:cNvPr id="11" name="Graphique 2">
            <a:extLst>
              <a:ext uri="{FF2B5EF4-FFF2-40B4-BE49-F238E27FC236}">
                <a16:creationId xmlns:a16="http://schemas.microsoft.com/office/drawing/2014/main" id="{B9094068-796B-F673-7966-A0BA4DE25780}"/>
              </a:ext>
            </a:extLst>
          </p:cNvPr>
          <p:cNvSpPr>
            <a:spLocks/>
          </p:cNvSpPr>
          <p:nvPr userDrawn="1"/>
        </p:nvSpPr>
        <p:spPr>
          <a:xfrm rot="5400000">
            <a:off x="6550672" y="2020170"/>
            <a:ext cx="2077846" cy="1799482"/>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13" name="Graphique 2">
            <a:extLst>
              <a:ext uri="{FF2B5EF4-FFF2-40B4-BE49-F238E27FC236}">
                <a16:creationId xmlns:a16="http://schemas.microsoft.com/office/drawing/2014/main" id="{3629A437-D67A-FE5A-6D63-B927B89B17D2}"/>
              </a:ext>
            </a:extLst>
          </p:cNvPr>
          <p:cNvSpPr>
            <a:spLocks/>
          </p:cNvSpPr>
          <p:nvPr userDrawn="1"/>
        </p:nvSpPr>
        <p:spPr>
          <a:xfrm rot="16200000">
            <a:off x="8629661" y="718040"/>
            <a:ext cx="2539589" cy="2199365"/>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cap="none" spc="0" normalizeH="0" baseline="0">
              <a:ln>
                <a:noFill/>
              </a:ln>
              <a:solidFill>
                <a:prstClr val="white"/>
              </a:solidFill>
              <a:effectLst/>
              <a:uLnTx/>
              <a:uFillTx/>
              <a:latin typeface="Source Sans Pro"/>
            </a:endParaRPr>
          </a:p>
        </p:txBody>
      </p:sp>
      <p:sp>
        <p:nvSpPr>
          <p:cNvPr id="19" name="Graphique 2">
            <a:extLst>
              <a:ext uri="{FF2B5EF4-FFF2-40B4-BE49-F238E27FC236}">
                <a16:creationId xmlns:a16="http://schemas.microsoft.com/office/drawing/2014/main" id="{13EF7DD6-97BC-78BA-BAC0-E4A55C78A8FA}"/>
              </a:ext>
            </a:extLst>
          </p:cNvPr>
          <p:cNvSpPr>
            <a:spLocks/>
          </p:cNvSpPr>
          <p:nvPr userDrawn="1"/>
        </p:nvSpPr>
        <p:spPr>
          <a:xfrm rot="16200000">
            <a:off x="8935939" y="4483739"/>
            <a:ext cx="3024531" cy="261934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cap="none" spc="0" normalizeH="0" baseline="0">
              <a:ln>
                <a:noFill/>
              </a:ln>
              <a:solidFill>
                <a:prstClr val="white"/>
              </a:solidFill>
              <a:effectLst/>
              <a:uLnTx/>
              <a:uFillTx/>
              <a:latin typeface="Source Sans Pro"/>
            </a:endParaRPr>
          </a:p>
        </p:txBody>
      </p:sp>
      <p:sp>
        <p:nvSpPr>
          <p:cNvPr id="20" name="Graphique 2">
            <a:extLst>
              <a:ext uri="{FF2B5EF4-FFF2-40B4-BE49-F238E27FC236}">
                <a16:creationId xmlns:a16="http://schemas.microsoft.com/office/drawing/2014/main" id="{FFCCBD2A-234F-9E5A-169D-26559B8B8DCD}"/>
              </a:ext>
            </a:extLst>
          </p:cNvPr>
          <p:cNvSpPr>
            <a:spLocks/>
          </p:cNvSpPr>
          <p:nvPr userDrawn="1"/>
        </p:nvSpPr>
        <p:spPr>
          <a:xfrm rot="16200000">
            <a:off x="5588169" y="3976315"/>
            <a:ext cx="2110829" cy="1828045"/>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cap="none" spc="0" normalizeH="0" baseline="0">
              <a:ln>
                <a:noFill/>
              </a:ln>
              <a:solidFill>
                <a:prstClr val="white"/>
              </a:solidFill>
              <a:effectLst/>
              <a:uLnTx/>
              <a:uFillTx/>
              <a:latin typeface="Source Sans Pro"/>
            </a:endParaRPr>
          </a:p>
        </p:txBody>
      </p:sp>
      <p:grpSp>
        <p:nvGrpSpPr>
          <p:cNvPr id="4" name="Group 19">
            <a:extLst>
              <a:ext uri="{FF2B5EF4-FFF2-40B4-BE49-F238E27FC236}">
                <a16:creationId xmlns:a16="http://schemas.microsoft.com/office/drawing/2014/main" id="{49E56DF6-888D-C487-BE43-DBFF4BFC250C}"/>
              </a:ext>
            </a:extLst>
          </p:cNvPr>
          <p:cNvGrpSpPr/>
          <p:nvPr userDrawn="1"/>
        </p:nvGrpSpPr>
        <p:grpSpPr>
          <a:xfrm>
            <a:off x="939675" y="2636414"/>
            <a:ext cx="1790825" cy="283497"/>
            <a:chOff x="1356993" y="2119689"/>
            <a:chExt cx="2286089" cy="361900"/>
          </a:xfrm>
        </p:grpSpPr>
        <p:sp>
          <p:nvSpPr>
            <p:cNvPr id="5" name="Freeform: Shape 20">
              <a:extLst>
                <a:ext uri="{FF2B5EF4-FFF2-40B4-BE49-F238E27FC236}">
                  <a16:creationId xmlns:a16="http://schemas.microsoft.com/office/drawing/2014/main" id="{1CBEB759-CC5A-A3CE-F92B-DB2391CF6BF3}"/>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7" name="Group 21">
              <a:extLst>
                <a:ext uri="{FF2B5EF4-FFF2-40B4-BE49-F238E27FC236}">
                  <a16:creationId xmlns:a16="http://schemas.microsoft.com/office/drawing/2014/main" id="{27E7A2DD-5CBD-9B92-0AA7-6F3356D0E906}"/>
                </a:ext>
              </a:extLst>
            </p:cNvPr>
            <p:cNvGrpSpPr/>
            <p:nvPr/>
          </p:nvGrpSpPr>
          <p:grpSpPr>
            <a:xfrm>
              <a:off x="2056694" y="2152863"/>
              <a:ext cx="1586388" cy="295684"/>
              <a:chOff x="2056694" y="2152863"/>
              <a:chExt cx="1586388" cy="295684"/>
            </a:xfrm>
          </p:grpSpPr>
          <p:sp>
            <p:nvSpPr>
              <p:cNvPr id="8" name="Freeform: Shape 22">
                <a:extLst>
                  <a:ext uri="{FF2B5EF4-FFF2-40B4-BE49-F238E27FC236}">
                    <a16:creationId xmlns:a16="http://schemas.microsoft.com/office/drawing/2014/main" id="{CFDAF947-EE61-2C86-4893-FEF6405DAEB3}"/>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9" name="Freeform: Shape 23">
                <a:extLst>
                  <a:ext uri="{FF2B5EF4-FFF2-40B4-BE49-F238E27FC236}">
                    <a16:creationId xmlns:a16="http://schemas.microsoft.com/office/drawing/2014/main" id="{C7008BF9-6759-0613-CFBD-A2B5913A03B6}"/>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0" name="Freeform: Shape 24">
                <a:extLst>
                  <a:ext uri="{FF2B5EF4-FFF2-40B4-BE49-F238E27FC236}">
                    <a16:creationId xmlns:a16="http://schemas.microsoft.com/office/drawing/2014/main" id="{0A284967-3122-1E9A-7A1F-E8FC2A0521B0}"/>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2" name="Freeform: Shape 25">
                <a:extLst>
                  <a:ext uri="{FF2B5EF4-FFF2-40B4-BE49-F238E27FC236}">
                    <a16:creationId xmlns:a16="http://schemas.microsoft.com/office/drawing/2014/main" id="{C7F7E940-EA4A-A929-D4D4-7637AA2FF28D}"/>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1" name="Freeform: Shape 26">
                <a:extLst>
                  <a:ext uri="{FF2B5EF4-FFF2-40B4-BE49-F238E27FC236}">
                    <a16:creationId xmlns:a16="http://schemas.microsoft.com/office/drawing/2014/main" id="{8280BDB4-B616-CF76-1FFF-C30DB3EB7BCA}"/>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2" name="Freeform: Shape 27">
                <a:extLst>
                  <a:ext uri="{FF2B5EF4-FFF2-40B4-BE49-F238E27FC236}">
                    <a16:creationId xmlns:a16="http://schemas.microsoft.com/office/drawing/2014/main" id="{D65B0C63-4633-5092-2AAC-5044B679CF2D}"/>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3" name="Freeform: Shape 28">
                <a:extLst>
                  <a:ext uri="{FF2B5EF4-FFF2-40B4-BE49-F238E27FC236}">
                    <a16:creationId xmlns:a16="http://schemas.microsoft.com/office/drawing/2014/main" id="{F8186889-A279-1344-00A3-B3A00B9F7D6C}"/>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4" name="Freeform: Shape 29">
                <a:extLst>
                  <a:ext uri="{FF2B5EF4-FFF2-40B4-BE49-F238E27FC236}">
                    <a16:creationId xmlns:a16="http://schemas.microsoft.com/office/drawing/2014/main" id="{2792995B-617A-2301-A7FE-74B39E0725CA}"/>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8" name="Espace réservé du texte 4">
            <a:extLst>
              <a:ext uri="{FF2B5EF4-FFF2-40B4-BE49-F238E27FC236}">
                <a16:creationId xmlns:a16="http://schemas.microsoft.com/office/drawing/2014/main" id="{0252ECEE-9747-52F1-5093-4981F8109283}"/>
              </a:ext>
            </a:extLst>
          </p:cNvPr>
          <p:cNvSpPr>
            <a:spLocks noGrp="1"/>
          </p:cNvSpPr>
          <p:nvPr>
            <p:ph type="body" sz="quarter" idx="10" hasCustomPrompt="1"/>
          </p:nvPr>
        </p:nvSpPr>
        <p:spPr>
          <a:xfrm>
            <a:off x="929462" y="3087517"/>
            <a:ext cx="502920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Insert title </a:t>
            </a:r>
            <a:br>
              <a:rPr lang="en-US" dirty="0"/>
            </a:br>
            <a:r>
              <a:rPr lang="en-US" dirty="0"/>
              <a:t>of the presentation</a:t>
            </a:r>
            <a:endParaRPr lang="fr-FR" dirty="0"/>
          </a:p>
        </p:txBody>
      </p:sp>
      <p:sp>
        <p:nvSpPr>
          <p:cNvPr id="2" name="Espace réservé du texte 4">
            <a:extLst>
              <a:ext uri="{FF2B5EF4-FFF2-40B4-BE49-F238E27FC236}">
                <a16:creationId xmlns:a16="http://schemas.microsoft.com/office/drawing/2014/main" id="{38B6804E-6F7B-4787-81E7-F908971ED0BD}"/>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3" name="Espace réservé de la date 26">
            <a:extLst>
              <a:ext uri="{FF2B5EF4-FFF2-40B4-BE49-F238E27FC236}">
                <a16:creationId xmlns:a16="http://schemas.microsoft.com/office/drawing/2014/main" id="{FF0A5438-2AC2-69EE-B719-8DFF8D361092}"/>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5"/>
                </a:solidFill>
              </a:defRPr>
            </a:lvl1pPr>
          </a:lstStyle>
          <a:p>
            <a:fld id="{50D52EBE-D034-4CA2-9314-3C1CDC6BCEC3}" type="datetime3">
              <a:rPr lang="fr-FR" smtClean="0"/>
              <a:pPr/>
              <a:t>02.04.26</a:t>
            </a:fld>
            <a:endParaRPr lang="fr-FR"/>
          </a:p>
        </p:txBody>
      </p:sp>
      <p:cxnSp>
        <p:nvCxnSpPr>
          <p:cNvPr id="29" name="Straight Connector 34">
            <a:extLst>
              <a:ext uri="{FF2B5EF4-FFF2-40B4-BE49-F238E27FC236}">
                <a16:creationId xmlns:a16="http://schemas.microsoft.com/office/drawing/2014/main" id="{AF07AC76-921E-EF39-8812-860314BE35CE}"/>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2555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Cover C">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138CA9-A85D-D553-5C61-B98B064E8617}"/>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pic>
        <p:nvPicPr>
          <p:cNvPr id="4" name="Image 3">
            <a:extLst>
              <a:ext uri="{FF2B5EF4-FFF2-40B4-BE49-F238E27FC236}">
                <a16:creationId xmlns:a16="http://schemas.microsoft.com/office/drawing/2014/main" id="{B4AB25BD-A385-4966-9956-83BA11BF436D}"/>
              </a:ext>
            </a:extLst>
          </p:cNvPr>
          <p:cNvPicPr>
            <a:picLocks noChangeAspect="1"/>
          </p:cNvPicPr>
          <p:nvPr userDrawn="1"/>
        </p:nvPicPr>
        <p:blipFill>
          <a:blip r:embed="rId2"/>
          <a:stretch>
            <a:fillRect/>
          </a:stretch>
        </p:blipFill>
        <p:spPr>
          <a:xfrm>
            <a:off x="5803392" y="1998348"/>
            <a:ext cx="5944072" cy="2861304"/>
          </a:xfrm>
          <a:prstGeom prst="rect">
            <a:avLst/>
          </a:prstGeom>
        </p:spPr>
      </p:pic>
      <p:grpSp>
        <p:nvGrpSpPr>
          <p:cNvPr id="6" name="Group 19">
            <a:extLst>
              <a:ext uri="{FF2B5EF4-FFF2-40B4-BE49-F238E27FC236}">
                <a16:creationId xmlns:a16="http://schemas.microsoft.com/office/drawing/2014/main" id="{208B1765-825A-0B58-33A0-122D5319F3D7}"/>
              </a:ext>
            </a:extLst>
          </p:cNvPr>
          <p:cNvGrpSpPr/>
          <p:nvPr userDrawn="1"/>
        </p:nvGrpSpPr>
        <p:grpSpPr>
          <a:xfrm>
            <a:off x="939675" y="2636414"/>
            <a:ext cx="1790825" cy="283497"/>
            <a:chOff x="1356993" y="2119689"/>
            <a:chExt cx="2286089" cy="361900"/>
          </a:xfrm>
        </p:grpSpPr>
        <p:sp>
          <p:nvSpPr>
            <p:cNvPr id="7" name="Freeform: Shape 20">
              <a:extLst>
                <a:ext uri="{FF2B5EF4-FFF2-40B4-BE49-F238E27FC236}">
                  <a16:creationId xmlns:a16="http://schemas.microsoft.com/office/drawing/2014/main" id="{BF9BD0E6-8FD1-3CB6-9C92-3DAB3CCD1C44}"/>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8" name="Group 21">
              <a:extLst>
                <a:ext uri="{FF2B5EF4-FFF2-40B4-BE49-F238E27FC236}">
                  <a16:creationId xmlns:a16="http://schemas.microsoft.com/office/drawing/2014/main" id="{F35C6599-5307-B85A-7D71-2F0D555F5BC2}"/>
                </a:ext>
              </a:extLst>
            </p:cNvPr>
            <p:cNvGrpSpPr/>
            <p:nvPr/>
          </p:nvGrpSpPr>
          <p:grpSpPr>
            <a:xfrm>
              <a:off x="2056694" y="2152863"/>
              <a:ext cx="1586388" cy="295684"/>
              <a:chOff x="2056694" y="2152863"/>
              <a:chExt cx="1586388" cy="295684"/>
            </a:xfrm>
          </p:grpSpPr>
          <p:sp>
            <p:nvSpPr>
              <p:cNvPr id="9" name="Freeform: Shape 22">
                <a:extLst>
                  <a:ext uri="{FF2B5EF4-FFF2-40B4-BE49-F238E27FC236}">
                    <a16:creationId xmlns:a16="http://schemas.microsoft.com/office/drawing/2014/main" id="{D09A22FE-B9AD-D070-6663-DD6AFE4455A5}"/>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0" name="Freeform: Shape 23">
                <a:extLst>
                  <a:ext uri="{FF2B5EF4-FFF2-40B4-BE49-F238E27FC236}">
                    <a16:creationId xmlns:a16="http://schemas.microsoft.com/office/drawing/2014/main" id="{51E4B6C1-C3DE-8594-F9B8-8AC7B591C1B4}"/>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1" name="Freeform: Shape 24">
                <a:extLst>
                  <a:ext uri="{FF2B5EF4-FFF2-40B4-BE49-F238E27FC236}">
                    <a16:creationId xmlns:a16="http://schemas.microsoft.com/office/drawing/2014/main" id="{C3749D67-2282-2231-B65C-5539741F9A21}"/>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2" name="Freeform: Shape 25">
                <a:extLst>
                  <a:ext uri="{FF2B5EF4-FFF2-40B4-BE49-F238E27FC236}">
                    <a16:creationId xmlns:a16="http://schemas.microsoft.com/office/drawing/2014/main" id="{B16EF5EB-D428-386A-4409-885F6997B82B}"/>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3" name="Freeform: Shape 26">
                <a:extLst>
                  <a:ext uri="{FF2B5EF4-FFF2-40B4-BE49-F238E27FC236}">
                    <a16:creationId xmlns:a16="http://schemas.microsoft.com/office/drawing/2014/main" id="{33C0BA69-91E5-450B-9F29-06C6974EB0A3}"/>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4" name="Freeform: Shape 27">
                <a:extLst>
                  <a:ext uri="{FF2B5EF4-FFF2-40B4-BE49-F238E27FC236}">
                    <a16:creationId xmlns:a16="http://schemas.microsoft.com/office/drawing/2014/main" id="{0228FB30-170F-3E69-8A79-EFE2DB0AF343}"/>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5" name="Freeform: Shape 28">
                <a:extLst>
                  <a:ext uri="{FF2B5EF4-FFF2-40B4-BE49-F238E27FC236}">
                    <a16:creationId xmlns:a16="http://schemas.microsoft.com/office/drawing/2014/main" id="{FC3CA8AC-76BE-A074-26C5-5C020B3A9F74}"/>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6" name="Freeform: Shape 29">
                <a:extLst>
                  <a:ext uri="{FF2B5EF4-FFF2-40B4-BE49-F238E27FC236}">
                    <a16:creationId xmlns:a16="http://schemas.microsoft.com/office/drawing/2014/main" id="{77B1712A-6F74-FAC8-EE50-0AFB56306FC7}"/>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0" name="Espace réservé du texte 4">
            <a:extLst>
              <a:ext uri="{FF2B5EF4-FFF2-40B4-BE49-F238E27FC236}">
                <a16:creationId xmlns:a16="http://schemas.microsoft.com/office/drawing/2014/main" id="{537AC8F0-B678-BCE5-26EA-BBB4CD80E02C}"/>
              </a:ext>
            </a:extLst>
          </p:cNvPr>
          <p:cNvSpPr>
            <a:spLocks noGrp="1"/>
          </p:cNvSpPr>
          <p:nvPr>
            <p:ph type="body" sz="quarter" idx="10" hasCustomPrompt="1"/>
          </p:nvPr>
        </p:nvSpPr>
        <p:spPr>
          <a:xfrm>
            <a:off x="929462" y="3087517"/>
            <a:ext cx="502920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Insert title </a:t>
            </a:r>
            <a:br>
              <a:rPr lang="en-US" dirty="0"/>
            </a:br>
            <a:r>
              <a:rPr lang="en-US" dirty="0"/>
              <a:t>of the presentation</a:t>
            </a:r>
            <a:endParaRPr lang="fr-FR" dirty="0"/>
          </a:p>
        </p:txBody>
      </p:sp>
      <p:sp>
        <p:nvSpPr>
          <p:cNvPr id="3" name="Espace réservé du texte 4">
            <a:extLst>
              <a:ext uri="{FF2B5EF4-FFF2-40B4-BE49-F238E27FC236}">
                <a16:creationId xmlns:a16="http://schemas.microsoft.com/office/drawing/2014/main" id="{B962C30C-A8E6-6778-1F46-A240756A889D}"/>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5" name="Espace réservé de la date 26">
            <a:extLst>
              <a:ext uri="{FF2B5EF4-FFF2-40B4-BE49-F238E27FC236}">
                <a16:creationId xmlns:a16="http://schemas.microsoft.com/office/drawing/2014/main" id="{EC24E6EF-3253-56AE-8E7B-1F932288CA83}"/>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5"/>
                </a:solidFill>
              </a:defRPr>
            </a:lvl1pPr>
          </a:lstStyle>
          <a:p>
            <a:fld id="{A47118C9-0E0F-4737-9831-41E7331FDA80}" type="datetime3">
              <a:rPr lang="fr-FR" smtClean="0"/>
              <a:pPr/>
              <a:t>02.04.26</a:t>
            </a:fld>
            <a:endParaRPr lang="fr-FR"/>
          </a:p>
        </p:txBody>
      </p:sp>
      <p:cxnSp>
        <p:nvCxnSpPr>
          <p:cNvPr id="21" name="Straight Connector 34">
            <a:extLst>
              <a:ext uri="{FF2B5EF4-FFF2-40B4-BE49-F238E27FC236}">
                <a16:creationId xmlns:a16="http://schemas.microsoft.com/office/drawing/2014/main" id="{5D249DA9-930A-FA1F-E65D-930ECE7B0F50}"/>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06215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over D">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DD0198-CB69-2767-6E23-228D72A92515}"/>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pic>
        <p:nvPicPr>
          <p:cNvPr id="4" name="Image 3" descr="Une image contenant Graphique, cercle, Police, art&#10;&#10;Description générée automatiquement">
            <a:extLst>
              <a:ext uri="{FF2B5EF4-FFF2-40B4-BE49-F238E27FC236}">
                <a16:creationId xmlns:a16="http://schemas.microsoft.com/office/drawing/2014/main" id="{5C561087-92AD-3D31-CCCB-737F59701409}"/>
              </a:ext>
            </a:extLst>
          </p:cNvPr>
          <p:cNvPicPr>
            <a:picLocks noChangeAspect="1"/>
          </p:cNvPicPr>
          <p:nvPr userDrawn="1"/>
        </p:nvPicPr>
        <p:blipFill>
          <a:blip r:embed="rId2"/>
          <a:stretch>
            <a:fillRect/>
          </a:stretch>
        </p:blipFill>
        <p:spPr>
          <a:xfrm>
            <a:off x="7007116" y="1349268"/>
            <a:ext cx="4235668" cy="4159464"/>
          </a:xfrm>
          <a:prstGeom prst="rect">
            <a:avLst/>
          </a:prstGeom>
        </p:spPr>
      </p:pic>
      <p:grpSp>
        <p:nvGrpSpPr>
          <p:cNvPr id="6" name="Group 19">
            <a:extLst>
              <a:ext uri="{FF2B5EF4-FFF2-40B4-BE49-F238E27FC236}">
                <a16:creationId xmlns:a16="http://schemas.microsoft.com/office/drawing/2014/main" id="{61C1C1A8-EC69-EA6F-F949-D2665CAE258C}"/>
              </a:ext>
            </a:extLst>
          </p:cNvPr>
          <p:cNvGrpSpPr/>
          <p:nvPr userDrawn="1"/>
        </p:nvGrpSpPr>
        <p:grpSpPr>
          <a:xfrm>
            <a:off x="939675" y="2636414"/>
            <a:ext cx="1790825" cy="283497"/>
            <a:chOff x="1356993" y="2119689"/>
            <a:chExt cx="2286089" cy="361900"/>
          </a:xfrm>
        </p:grpSpPr>
        <p:sp>
          <p:nvSpPr>
            <p:cNvPr id="7" name="Freeform: Shape 20">
              <a:extLst>
                <a:ext uri="{FF2B5EF4-FFF2-40B4-BE49-F238E27FC236}">
                  <a16:creationId xmlns:a16="http://schemas.microsoft.com/office/drawing/2014/main" id="{DAD1AB25-54FE-0E06-D15A-D4CF761F6D99}"/>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8" name="Group 21">
              <a:extLst>
                <a:ext uri="{FF2B5EF4-FFF2-40B4-BE49-F238E27FC236}">
                  <a16:creationId xmlns:a16="http://schemas.microsoft.com/office/drawing/2014/main" id="{FC0DFC46-0393-5641-55E8-02B7DC6DBF8E}"/>
                </a:ext>
              </a:extLst>
            </p:cNvPr>
            <p:cNvGrpSpPr/>
            <p:nvPr/>
          </p:nvGrpSpPr>
          <p:grpSpPr>
            <a:xfrm>
              <a:off x="2056694" y="2152863"/>
              <a:ext cx="1586388" cy="295684"/>
              <a:chOff x="2056694" y="2152863"/>
              <a:chExt cx="1586388" cy="295684"/>
            </a:xfrm>
          </p:grpSpPr>
          <p:sp>
            <p:nvSpPr>
              <p:cNvPr id="9" name="Freeform: Shape 22">
                <a:extLst>
                  <a:ext uri="{FF2B5EF4-FFF2-40B4-BE49-F238E27FC236}">
                    <a16:creationId xmlns:a16="http://schemas.microsoft.com/office/drawing/2014/main" id="{A3DD856C-6331-9ED2-3995-48C757BB0BB5}"/>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0" name="Freeform: Shape 23">
                <a:extLst>
                  <a:ext uri="{FF2B5EF4-FFF2-40B4-BE49-F238E27FC236}">
                    <a16:creationId xmlns:a16="http://schemas.microsoft.com/office/drawing/2014/main" id="{47D4827F-4E9B-E571-7A6C-BB210A8C519E}"/>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1" name="Freeform: Shape 24">
                <a:extLst>
                  <a:ext uri="{FF2B5EF4-FFF2-40B4-BE49-F238E27FC236}">
                    <a16:creationId xmlns:a16="http://schemas.microsoft.com/office/drawing/2014/main" id="{9AF58D73-7950-5761-E82D-F778005D9A4D}"/>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2" name="Freeform: Shape 25">
                <a:extLst>
                  <a:ext uri="{FF2B5EF4-FFF2-40B4-BE49-F238E27FC236}">
                    <a16:creationId xmlns:a16="http://schemas.microsoft.com/office/drawing/2014/main" id="{D20A44FB-6815-8173-3EC2-25975A1A321A}"/>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3" name="Freeform: Shape 26">
                <a:extLst>
                  <a:ext uri="{FF2B5EF4-FFF2-40B4-BE49-F238E27FC236}">
                    <a16:creationId xmlns:a16="http://schemas.microsoft.com/office/drawing/2014/main" id="{847B4D72-7806-D054-CEA2-4A8B1D364EE5}"/>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4" name="Freeform: Shape 27">
                <a:extLst>
                  <a:ext uri="{FF2B5EF4-FFF2-40B4-BE49-F238E27FC236}">
                    <a16:creationId xmlns:a16="http://schemas.microsoft.com/office/drawing/2014/main" id="{3A54A24F-C01C-EC58-C99D-7DDBCD0F930E}"/>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5" name="Freeform: Shape 28">
                <a:extLst>
                  <a:ext uri="{FF2B5EF4-FFF2-40B4-BE49-F238E27FC236}">
                    <a16:creationId xmlns:a16="http://schemas.microsoft.com/office/drawing/2014/main" id="{A57DD632-219A-CD09-4334-C6BF65CE5BF0}"/>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6" name="Freeform: Shape 29">
                <a:extLst>
                  <a:ext uri="{FF2B5EF4-FFF2-40B4-BE49-F238E27FC236}">
                    <a16:creationId xmlns:a16="http://schemas.microsoft.com/office/drawing/2014/main" id="{0C0F127B-50D8-5D68-D866-BE3E57983CD3}"/>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0" name="Espace réservé du texte 4">
            <a:extLst>
              <a:ext uri="{FF2B5EF4-FFF2-40B4-BE49-F238E27FC236}">
                <a16:creationId xmlns:a16="http://schemas.microsoft.com/office/drawing/2014/main" id="{4094DB7E-DBA0-6123-3039-8AD9A2D6C226}"/>
              </a:ext>
            </a:extLst>
          </p:cNvPr>
          <p:cNvSpPr>
            <a:spLocks noGrp="1"/>
          </p:cNvSpPr>
          <p:nvPr>
            <p:ph type="body" sz="quarter" idx="10" hasCustomPrompt="1"/>
          </p:nvPr>
        </p:nvSpPr>
        <p:spPr>
          <a:xfrm>
            <a:off x="929462" y="3087517"/>
            <a:ext cx="502920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Insert title </a:t>
            </a:r>
            <a:br>
              <a:rPr lang="en-US" dirty="0"/>
            </a:br>
            <a:r>
              <a:rPr lang="en-US" dirty="0"/>
              <a:t>of the presentation</a:t>
            </a:r>
            <a:endParaRPr lang="fr-FR" dirty="0"/>
          </a:p>
        </p:txBody>
      </p:sp>
      <p:sp>
        <p:nvSpPr>
          <p:cNvPr id="3" name="Espace réservé du texte 4">
            <a:extLst>
              <a:ext uri="{FF2B5EF4-FFF2-40B4-BE49-F238E27FC236}">
                <a16:creationId xmlns:a16="http://schemas.microsoft.com/office/drawing/2014/main" id="{623BE11D-3B31-C78E-B46A-DE3E81FE15AA}"/>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5" name="Espace réservé de la date 26">
            <a:extLst>
              <a:ext uri="{FF2B5EF4-FFF2-40B4-BE49-F238E27FC236}">
                <a16:creationId xmlns:a16="http://schemas.microsoft.com/office/drawing/2014/main" id="{DC9BD7AA-859C-FB7B-2D19-A431919DA939}"/>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5"/>
                </a:solidFill>
              </a:defRPr>
            </a:lvl1pPr>
          </a:lstStyle>
          <a:p>
            <a:fld id="{D89E9D3C-9A96-4077-B4A4-4A889812BEC9}" type="datetime3">
              <a:rPr lang="fr-FR" smtClean="0"/>
              <a:pPr/>
              <a:t>02.04.26</a:t>
            </a:fld>
            <a:endParaRPr lang="fr-FR"/>
          </a:p>
        </p:txBody>
      </p:sp>
      <p:cxnSp>
        <p:nvCxnSpPr>
          <p:cNvPr id="21" name="Straight Connector 34">
            <a:extLst>
              <a:ext uri="{FF2B5EF4-FFF2-40B4-BE49-F238E27FC236}">
                <a16:creationId xmlns:a16="http://schemas.microsoft.com/office/drawing/2014/main" id="{53344533-838E-6B77-FAD6-56CFE45736EC}"/>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834716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2_Cover D">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DD0198-CB69-2767-6E23-228D72A92515}"/>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grpSp>
        <p:nvGrpSpPr>
          <p:cNvPr id="6" name="Group 19">
            <a:extLst>
              <a:ext uri="{FF2B5EF4-FFF2-40B4-BE49-F238E27FC236}">
                <a16:creationId xmlns:a16="http://schemas.microsoft.com/office/drawing/2014/main" id="{61C1C1A8-EC69-EA6F-F949-D2665CAE258C}"/>
              </a:ext>
            </a:extLst>
          </p:cNvPr>
          <p:cNvGrpSpPr/>
          <p:nvPr userDrawn="1"/>
        </p:nvGrpSpPr>
        <p:grpSpPr>
          <a:xfrm>
            <a:off x="939675" y="2636414"/>
            <a:ext cx="1790825" cy="283497"/>
            <a:chOff x="1356993" y="2119689"/>
            <a:chExt cx="2286089" cy="361900"/>
          </a:xfrm>
        </p:grpSpPr>
        <p:sp>
          <p:nvSpPr>
            <p:cNvPr id="7" name="Freeform: Shape 20">
              <a:extLst>
                <a:ext uri="{FF2B5EF4-FFF2-40B4-BE49-F238E27FC236}">
                  <a16:creationId xmlns:a16="http://schemas.microsoft.com/office/drawing/2014/main" id="{DAD1AB25-54FE-0E06-D15A-D4CF761F6D99}"/>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8" name="Group 21">
              <a:extLst>
                <a:ext uri="{FF2B5EF4-FFF2-40B4-BE49-F238E27FC236}">
                  <a16:creationId xmlns:a16="http://schemas.microsoft.com/office/drawing/2014/main" id="{FC0DFC46-0393-5641-55E8-02B7DC6DBF8E}"/>
                </a:ext>
              </a:extLst>
            </p:cNvPr>
            <p:cNvGrpSpPr/>
            <p:nvPr/>
          </p:nvGrpSpPr>
          <p:grpSpPr>
            <a:xfrm>
              <a:off x="2056694" y="2152863"/>
              <a:ext cx="1586388" cy="295684"/>
              <a:chOff x="2056694" y="2152863"/>
              <a:chExt cx="1586388" cy="295684"/>
            </a:xfrm>
          </p:grpSpPr>
          <p:sp>
            <p:nvSpPr>
              <p:cNvPr id="9" name="Freeform: Shape 22">
                <a:extLst>
                  <a:ext uri="{FF2B5EF4-FFF2-40B4-BE49-F238E27FC236}">
                    <a16:creationId xmlns:a16="http://schemas.microsoft.com/office/drawing/2014/main" id="{A3DD856C-6331-9ED2-3995-48C757BB0BB5}"/>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0" name="Freeform: Shape 23">
                <a:extLst>
                  <a:ext uri="{FF2B5EF4-FFF2-40B4-BE49-F238E27FC236}">
                    <a16:creationId xmlns:a16="http://schemas.microsoft.com/office/drawing/2014/main" id="{47D4827F-4E9B-E571-7A6C-BB210A8C519E}"/>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1" name="Freeform: Shape 24">
                <a:extLst>
                  <a:ext uri="{FF2B5EF4-FFF2-40B4-BE49-F238E27FC236}">
                    <a16:creationId xmlns:a16="http://schemas.microsoft.com/office/drawing/2014/main" id="{9AF58D73-7950-5761-E82D-F778005D9A4D}"/>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2" name="Freeform: Shape 25">
                <a:extLst>
                  <a:ext uri="{FF2B5EF4-FFF2-40B4-BE49-F238E27FC236}">
                    <a16:creationId xmlns:a16="http://schemas.microsoft.com/office/drawing/2014/main" id="{D20A44FB-6815-8173-3EC2-25975A1A321A}"/>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3" name="Freeform: Shape 26">
                <a:extLst>
                  <a:ext uri="{FF2B5EF4-FFF2-40B4-BE49-F238E27FC236}">
                    <a16:creationId xmlns:a16="http://schemas.microsoft.com/office/drawing/2014/main" id="{847B4D72-7806-D054-CEA2-4A8B1D364EE5}"/>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4" name="Freeform: Shape 27">
                <a:extLst>
                  <a:ext uri="{FF2B5EF4-FFF2-40B4-BE49-F238E27FC236}">
                    <a16:creationId xmlns:a16="http://schemas.microsoft.com/office/drawing/2014/main" id="{3A54A24F-C01C-EC58-C99D-7DDBCD0F930E}"/>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5" name="Freeform: Shape 28">
                <a:extLst>
                  <a:ext uri="{FF2B5EF4-FFF2-40B4-BE49-F238E27FC236}">
                    <a16:creationId xmlns:a16="http://schemas.microsoft.com/office/drawing/2014/main" id="{A57DD632-219A-CD09-4334-C6BF65CE5BF0}"/>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6" name="Freeform: Shape 29">
                <a:extLst>
                  <a:ext uri="{FF2B5EF4-FFF2-40B4-BE49-F238E27FC236}">
                    <a16:creationId xmlns:a16="http://schemas.microsoft.com/office/drawing/2014/main" id="{0C0F127B-50D8-5D68-D866-BE3E57983CD3}"/>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0" name="Espace réservé du texte 4">
            <a:extLst>
              <a:ext uri="{FF2B5EF4-FFF2-40B4-BE49-F238E27FC236}">
                <a16:creationId xmlns:a16="http://schemas.microsoft.com/office/drawing/2014/main" id="{4094DB7E-DBA0-6123-3039-8AD9A2D6C226}"/>
              </a:ext>
            </a:extLst>
          </p:cNvPr>
          <p:cNvSpPr>
            <a:spLocks noGrp="1"/>
          </p:cNvSpPr>
          <p:nvPr>
            <p:ph type="body" sz="quarter" idx="10" hasCustomPrompt="1"/>
          </p:nvPr>
        </p:nvSpPr>
        <p:spPr>
          <a:xfrm>
            <a:off x="929462" y="3087517"/>
            <a:ext cx="502920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Insert title </a:t>
            </a:r>
            <a:br>
              <a:rPr lang="en-US" dirty="0"/>
            </a:br>
            <a:r>
              <a:rPr lang="en-US" dirty="0"/>
              <a:t>of the presentation</a:t>
            </a:r>
            <a:endParaRPr lang="fr-FR" dirty="0"/>
          </a:p>
        </p:txBody>
      </p:sp>
      <p:sp>
        <p:nvSpPr>
          <p:cNvPr id="3" name="Espace réservé du texte 4">
            <a:extLst>
              <a:ext uri="{FF2B5EF4-FFF2-40B4-BE49-F238E27FC236}">
                <a16:creationId xmlns:a16="http://schemas.microsoft.com/office/drawing/2014/main" id="{623BE11D-3B31-C78E-B46A-DE3E81FE15AA}"/>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5" name="Espace réservé de la date 26">
            <a:extLst>
              <a:ext uri="{FF2B5EF4-FFF2-40B4-BE49-F238E27FC236}">
                <a16:creationId xmlns:a16="http://schemas.microsoft.com/office/drawing/2014/main" id="{DC9BD7AA-859C-FB7B-2D19-A431919DA939}"/>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5"/>
                </a:solidFill>
              </a:defRPr>
            </a:lvl1pPr>
          </a:lstStyle>
          <a:p>
            <a:fld id="{D89E9D3C-9A96-4077-B4A4-4A889812BEC9}" type="datetime3">
              <a:rPr lang="fr-FR" smtClean="0"/>
              <a:pPr/>
              <a:t>02.04.26</a:t>
            </a:fld>
            <a:endParaRPr lang="fr-FR"/>
          </a:p>
        </p:txBody>
      </p:sp>
      <p:cxnSp>
        <p:nvCxnSpPr>
          <p:cNvPr id="21" name="Straight Connector 34">
            <a:extLst>
              <a:ext uri="{FF2B5EF4-FFF2-40B4-BE49-F238E27FC236}">
                <a16:creationId xmlns:a16="http://schemas.microsoft.com/office/drawing/2014/main" id="{53344533-838E-6B77-FAD6-56CFE45736EC}"/>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7" name="Image 16" descr="Une image contenant capture d’écran, Graphique, graphisme, Caractère coloré&#10;&#10;Description générée automatiquement">
            <a:extLst>
              <a:ext uri="{FF2B5EF4-FFF2-40B4-BE49-F238E27FC236}">
                <a16:creationId xmlns:a16="http://schemas.microsoft.com/office/drawing/2014/main" id="{85B22F30-A653-4C83-A775-43EBCD8FAB05}"/>
              </a:ext>
            </a:extLst>
          </p:cNvPr>
          <p:cNvPicPr>
            <a:picLocks noChangeAspect="1"/>
          </p:cNvPicPr>
          <p:nvPr userDrawn="1"/>
        </p:nvPicPr>
        <p:blipFill>
          <a:blip r:embed="rId2"/>
          <a:stretch>
            <a:fillRect/>
          </a:stretch>
        </p:blipFill>
        <p:spPr>
          <a:xfrm>
            <a:off x="6096987" y="1266826"/>
            <a:ext cx="5236776" cy="4324348"/>
          </a:xfrm>
          <a:prstGeom prst="rect">
            <a:avLst/>
          </a:prstGeom>
        </p:spPr>
      </p:pic>
    </p:spTree>
    <p:extLst>
      <p:ext uri="{BB962C8B-B14F-4D97-AF65-F5344CB8AC3E}">
        <p14:creationId xmlns:p14="http://schemas.microsoft.com/office/powerpoint/2010/main" val="62667710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_Cover D">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DD0198-CB69-2767-6E23-228D72A92515}"/>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grpSp>
        <p:nvGrpSpPr>
          <p:cNvPr id="6" name="Group 19">
            <a:extLst>
              <a:ext uri="{FF2B5EF4-FFF2-40B4-BE49-F238E27FC236}">
                <a16:creationId xmlns:a16="http://schemas.microsoft.com/office/drawing/2014/main" id="{61C1C1A8-EC69-EA6F-F949-D2665CAE258C}"/>
              </a:ext>
            </a:extLst>
          </p:cNvPr>
          <p:cNvGrpSpPr/>
          <p:nvPr userDrawn="1"/>
        </p:nvGrpSpPr>
        <p:grpSpPr>
          <a:xfrm>
            <a:off x="939675" y="2636414"/>
            <a:ext cx="1790825" cy="283497"/>
            <a:chOff x="1356993" y="2119689"/>
            <a:chExt cx="2286089" cy="361900"/>
          </a:xfrm>
        </p:grpSpPr>
        <p:sp>
          <p:nvSpPr>
            <p:cNvPr id="7" name="Freeform: Shape 20">
              <a:extLst>
                <a:ext uri="{FF2B5EF4-FFF2-40B4-BE49-F238E27FC236}">
                  <a16:creationId xmlns:a16="http://schemas.microsoft.com/office/drawing/2014/main" id="{DAD1AB25-54FE-0E06-D15A-D4CF761F6D99}"/>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8" name="Group 21">
              <a:extLst>
                <a:ext uri="{FF2B5EF4-FFF2-40B4-BE49-F238E27FC236}">
                  <a16:creationId xmlns:a16="http://schemas.microsoft.com/office/drawing/2014/main" id="{FC0DFC46-0393-5641-55E8-02B7DC6DBF8E}"/>
                </a:ext>
              </a:extLst>
            </p:cNvPr>
            <p:cNvGrpSpPr/>
            <p:nvPr/>
          </p:nvGrpSpPr>
          <p:grpSpPr>
            <a:xfrm>
              <a:off x="2056694" y="2152863"/>
              <a:ext cx="1586388" cy="295684"/>
              <a:chOff x="2056694" y="2152863"/>
              <a:chExt cx="1586388" cy="295684"/>
            </a:xfrm>
          </p:grpSpPr>
          <p:sp>
            <p:nvSpPr>
              <p:cNvPr id="9" name="Freeform: Shape 22">
                <a:extLst>
                  <a:ext uri="{FF2B5EF4-FFF2-40B4-BE49-F238E27FC236}">
                    <a16:creationId xmlns:a16="http://schemas.microsoft.com/office/drawing/2014/main" id="{A3DD856C-6331-9ED2-3995-48C757BB0BB5}"/>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0" name="Freeform: Shape 23">
                <a:extLst>
                  <a:ext uri="{FF2B5EF4-FFF2-40B4-BE49-F238E27FC236}">
                    <a16:creationId xmlns:a16="http://schemas.microsoft.com/office/drawing/2014/main" id="{47D4827F-4E9B-E571-7A6C-BB210A8C519E}"/>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1" name="Freeform: Shape 24">
                <a:extLst>
                  <a:ext uri="{FF2B5EF4-FFF2-40B4-BE49-F238E27FC236}">
                    <a16:creationId xmlns:a16="http://schemas.microsoft.com/office/drawing/2014/main" id="{9AF58D73-7950-5761-E82D-F778005D9A4D}"/>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2" name="Freeform: Shape 25">
                <a:extLst>
                  <a:ext uri="{FF2B5EF4-FFF2-40B4-BE49-F238E27FC236}">
                    <a16:creationId xmlns:a16="http://schemas.microsoft.com/office/drawing/2014/main" id="{D20A44FB-6815-8173-3EC2-25975A1A321A}"/>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3" name="Freeform: Shape 26">
                <a:extLst>
                  <a:ext uri="{FF2B5EF4-FFF2-40B4-BE49-F238E27FC236}">
                    <a16:creationId xmlns:a16="http://schemas.microsoft.com/office/drawing/2014/main" id="{847B4D72-7806-D054-CEA2-4A8B1D364EE5}"/>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4" name="Freeform: Shape 27">
                <a:extLst>
                  <a:ext uri="{FF2B5EF4-FFF2-40B4-BE49-F238E27FC236}">
                    <a16:creationId xmlns:a16="http://schemas.microsoft.com/office/drawing/2014/main" id="{3A54A24F-C01C-EC58-C99D-7DDBCD0F930E}"/>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5" name="Freeform: Shape 28">
                <a:extLst>
                  <a:ext uri="{FF2B5EF4-FFF2-40B4-BE49-F238E27FC236}">
                    <a16:creationId xmlns:a16="http://schemas.microsoft.com/office/drawing/2014/main" id="{A57DD632-219A-CD09-4334-C6BF65CE5BF0}"/>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6" name="Freeform: Shape 29">
                <a:extLst>
                  <a:ext uri="{FF2B5EF4-FFF2-40B4-BE49-F238E27FC236}">
                    <a16:creationId xmlns:a16="http://schemas.microsoft.com/office/drawing/2014/main" id="{0C0F127B-50D8-5D68-D866-BE3E57983CD3}"/>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0" name="Espace réservé du texte 4">
            <a:extLst>
              <a:ext uri="{FF2B5EF4-FFF2-40B4-BE49-F238E27FC236}">
                <a16:creationId xmlns:a16="http://schemas.microsoft.com/office/drawing/2014/main" id="{4094DB7E-DBA0-6123-3039-8AD9A2D6C226}"/>
              </a:ext>
            </a:extLst>
          </p:cNvPr>
          <p:cNvSpPr>
            <a:spLocks noGrp="1"/>
          </p:cNvSpPr>
          <p:nvPr>
            <p:ph type="body" sz="quarter" idx="10" hasCustomPrompt="1"/>
          </p:nvPr>
        </p:nvSpPr>
        <p:spPr>
          <a:xfrm>
            <a:off x="929462" y="3087517"/>
            <a:ext cx="502920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Insert title </a:t>
            </a:r>
            <a:br>
              <a:rPr lang="en-US" dirty="0"/>
            </a:br>
            <a:r>
              <a:rPr lang="en-US" dirty="0"/>
              <a:t>of the presentation</a:t>
            </a:r>
            <a:endParaRPr lang="fr-FR" dirty="0"/>
          </a:p>
        </p:txBody>
      </p:sp>
      <p:sp>
        <p:nvSpPr>
          <p:cNvPr id="3" name="Espace réservé du texte 4">
            <a:extLst>
              <a:ext uri="{FF2B5EF4-FFF2-40B4-BE49-F238E27FC236}">
                <a16:creationId xmlns:a16="http://schemas.microsoft.com/office/drawing/2014/main" id="{623BE11D-3B31-C78E-B46A-DE3E81FE15AA}"/>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5" name="Espace réservé de la date 26">
            <a:extLst>
              <a:ext uri="{FF2B5EF4-FFF2-40B4-BE49-F238E27FC236}">
                <a16:creationId xmlns:a16="http://schemas.microsoft.com/office/drawing/2014/main" id="{DC9BD7AA-859C-FB7B-2D19-A431919DA939}"/>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5"/>
                </a:solidFill>
              </a:defRPr>
            </a:lvl1pPr>
          </a:lstStyle>
          <a:p>
            <a:fld id="{D89E9D3C-9A96-4077-B4A4-4A889812BEC9}" type="datetime3">
              <a:rPr lang="fr-FR" smtClean="0"/>
              <a:pPr/>
              <a:t>02.04.26</a:t>
            </a:fld>
            <a:endParaRPr lang="fr-FR"/>
          </a:p>
        </p:txBody>
      </p:sp>
      <p:cxnSp>
        <p:nvCxnSpPr>
          <p:cNvPr id="21" name="Straight Connector 34">
            <a:extLst>
              <a:ext uri="{FF2B5EF4-FFF2-40B4-BE49-F238E27FC236}">
                <a16:creationId xmlns:a16="http://schemas.microsoft.com/office/drawing/2014/main" id="{53344533-838E-6B77-FAD6-56CFE45736EC}"/>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7" name="Image 16">
            <a:extLst>
              <a:ext uri="{FF2B5EF4-FFF2-40B4-BE49-F238E27FC236}">
                <a16:creationId xmlns:a16="http://schemas.microsoft.com/office/drawing/2014/main" id="{FCBE8B44-A20E-86D2-8D8E-C39592C96940}"/>
              </a:ext>
            </a:extLst>
          </p:cNvPr>
          <p:cNvPicPr>
            <a:picLocks noChangeAspect="1"/>
          </p:cNvPicPr>
          <p:nvPr userDrawn="1"/>
        </p:nvPicPr>
        <p:blipFill>
          <a:blip r:embed="rId2"/>
          <a:stretch>
            <a:fillRect/>
          </a:stretch>
        </p:blipFill>
        <p:spPr>
          <a:xfrm>
            <a:off x="6115050" y="1219798"/>
            <a:ext cx="5829300" cy="4418404"/>
          </a:xfrm>
          <a:prstGeom prst="rect">
            <a:avLst/>
          </a:prstGeom>
        </p:spPr>
      </p:pic>
    </p:spTree>
    <p:extLst>
      <p:ext uri="{BB962C8B-B14F-4D97-AF65-F5344CB8AC3E}">
        <p14:creationId xmlns:p14="http://schemas.microsoft.com/office/powerpoint/2010/main" val="42761300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Cover E">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E7BD11-6ED7-6EA9-8DD3-C0BEB845BCFB}"/>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grpSp>
        <p:nvGrpSpPr>
          <p:cNvPr id="6" name="Group 19">
            <a:extLst>
              <a:ext uri="{FF2B5EF4-FFF2-40B4-BE49-F238E27FC236}">
                <a16:creationId xmlns:a16="http://schemas.microsoft.com/office/drawing/2014/main" id="{E8A82CB9-DC39-5788-16FA-47AFE4B08B5C}"/>
              </a:ext>
            </a:extLst>
          </p:cNvPr>
          <p:cNvGrpSpPr/>
          <p:nvPr userDrawn="1"/>
        </p:nvGrpSpPr>
        <p:grpSpPr>
          <a:xfrm>
            <a:off x="939675" y="2636414"/>
            <a:ext cx="1790825" cy="283497"/>
            <a:chOff x="1356993" y="2119689"/>
            <a:chExt cx="2286089" cy="361900"/>
          </a:xfrm>
        </p:grpSpPr>
        <p:sp>
          <p:nvSpPr>
            <p:cNvPr id="7" name="Freeform: Shape 20">
              <a:extLst>
                <a:ext uri="{FF2B5EF4-FFF2-40B4-BE49-F238E27FC236}">
                  <a16:creationId xmlns:a16="http://schemas.microsoft.com/office/drawing/2014/main" id="{47D65342-4656-A0E1-9E94-CC79EB42830E}"/>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8" name="Group 21">
              <a:extLst>
                <a:ext uri="{FF2B5EF4-FFF2-40B4-BE49-F238E27FC236}">
                  <a16:creationId xmlns:a16="http://schemas.microsoft.com/office/drawing/2014/main" id="{BA88AA84-A026-61EF-C9AF-F089224E90F1}"/>
                </a:ext>
              </a:extLst>
            </p:cNvPr>
            <p:cNvGrpSpPr/>
            <p:nvPr/>
          </p:nvGrpSpPr>
          <p:grpSpPr>
            <a:xfrm>
              <a:off x="2056694" y="2152863"/>
              <a:ext cx="1586388" cy="295684"/>
              <a:chOff x="2056694" y="2152863"/>
              <a:chExt cx="1586388" cy="295684"/>
            </a:xfrm>
          </p:grpSpPr>
          <p:sp>
            <p:nvSpPr>
              <p:cNvPr id="9" name="Freeform: Shape 22">
                <a:extLst>
                  <a:ext uri="{FF2B5EF4-FFF2-40B4-BE49-F238E27FC236}">
                    <a16:creationId xmlns:a16="http://schemas.microsoft.com/office/drawing/2014/main" id="{D8778C3D-C42F-0037-6074-D8FF105B3412}"/>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0" name="Freeform: Shape 23">
                <a:extLst>
                  <a:ext uri="{FF2B5EF4-FFF2-40B4-BE49-F238E27FC236}">
                    <a16:creationId xmlns:a16="http://schemas.microsoft.com/office/drawing/2014/main" id="{D5B958E3-0D3C-D540-8B39-4CBB93CEAD68}"/>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1" name="Freeform: Shape 24">
                <a:extLst>
                  <a:ext uri="{FF2B5EF4-FFF2-40B4-BE49-F238E27FC236}">
                    <a16:creationId xmlns:a16="http://schemas.microsoft.com/office/drawing/2014/main" id="{E51D9758-6B31-8EC9-ED66-F135749383CD}"/>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2" name="Freeform: Shape 25">
                <a:extLst>
                  <a:ext uri="{FF2B5EF4-FFF2-40B4-BE49-F238E27FC236}">
                    <a16:creationId xmlns:a16="http://schemas.microsoft.com/office/drawing/2014/main" id="{14C6CEC7-0C21-E86F-45C1-601117791B73}"/>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3" name="Freeform: Shape 26">
                <a:extLst>
                  <a:ext uri="{FF2B5EF4-FFF2-40B4-BE49-F238E27FC236}">
                    <a16:creationId xmlns:a16="http://schemas.microsoft.com/office/drawing/2014/main" id="{8CBA398A-1538-C164-0BD4-AAB35B863AB0}"/>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4" name="Freeform: Shape 27">
                <a:extLst>
                  <a:ext uri="{FF2B5EF4-FFF2-40B4-BE49-F238E27FC236}">
                    <a16:creationId xmlns:a16="http://schemas.microsoft.com/office/drawing/2014/main" id="{E82B1A8D-234E-A782-D30F-B1BBF9722539}"/>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5" name="Freeform: Shape 28">
                <a:extLst>
                  <a:ext uri="{FF2B5EF4-FFF2-40B4-BE49-F238E27FC236}">
                    <a16:creationId xmlns:a16="http://schemas.microsoft.com/office/drawing/2014/main" id="{7AF567DE-3712-83BA-9D66-56A4D0A0918D}"/>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6" name="Freeform: Shape 29">
                <a:extLst>
                  <a:ext uri="{FF2B5EF4-FFF2-40B4-BE49-F238E27FC236}">
                    <a16:creationId xmlns:a16="http://schemas.microsoft.com/office/drawing/2014/main" id="{8AE35597-ABFF-44A7-ECD7-C842E43E6C56}"/>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0" name="Espace réservé du texte 4">
            <a:extLst>
              <a:ext uri="{FF2B5EF4-FFF2-40B4-BE49-F238E27FC236}">
                <a16:creationId xmlns:a16="http://schemas.microsoft.com/office/drawing/2014/main" id="{645D42CD-9E47-4C7F-FDCB-4612FF23AC1E}"/>
              </a:ext>
            </a:extLst>
          </p:cNvPr>
          <p:cNvSpPr>
            <a:spLocks noGrp="1"/>
          </p:cNvSpPr>
          <p:nvPr>
            <p:ph type="body" sz="quarter" idx="10" hasCustomPrompt="1"/>
          </p:nvPr>
        </p:nvSpPr>
        <p:spPr>
          <a:xfrm>
            <a:off x="929462" y="3087517"/>
            <a:ext cx="502920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Insert title </a:t>
            </a:r>
            <a:br>
              <a:rPr lang="en-US" dirty="0"/>
            </a:br>
            <a:r>
              <a:rPr lang="en-US" dirty="0"/>
              <a:t>of the presentation</a:t>
            </a:r>
            <a:endParaRPr lang="fr-FR" dirty="0"/>
          </a:p>
        </p:txBody>
      </p:sp>
      <p:sp>
        <p:nvSpPr>
          <p:cNvPr id="3" name="Espace réservé du texte 4">
            <a:extLst>
              <a:ext uri="{FF2B5EF4-FFF2-40B4-BE49-F238E27FC236}">
                <a16:creationId xmlns:a16="http://schemas.microsoft.com/office/drawing/2014/main" id="{3DE01778-E442-3F8C-CC6B-059CB14AD877}"/>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4" name="Espace réservé de la date 26">
            <a:extLst>
              <a:ext uri="{FF2B5EF4-FFF2-40B4-BE49-F238E27FC236}">
                <a16:creationId xmlns:a16="http://schemas.microsoft.com/office/drawing/2014/main" id="{45A55CBB-ADCD-B3E5-D477-4F80F365F099}"/>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5"/>
                </a:solidFill>
              </a:defRPr>
            </a:lvl1pPr>
          </a:lstStyle>
          <a:p>
            <a:fld id="{7CDBDE91-9DAF-45B1-BBD2-66D82AC3BCEB}" type="datetime3">
              <a:rPr lang="fr-FR" smtClean="0"/>
              <a:pPr/>
              <a:t>02.04.26</a:t>
            </a:fld>
            <a:endParaRPr lang="fr-FR"/>
          </a:p>
        </p:txBody>
      </p:sp>
      <p:cxnSp>
        <p:nvCxnSpPr>
          <p:cNvPr id="5" name="Straight Connector 34">
            <a:extLst>
              <a:ext uri="{FF2B5EF4-FFF2-40B4-BE49-F238E27FC236}">
                <a16:creationId xmlns:a16="http://schemas.microsoft.com/office/drawing/2014/main" id="{004BAA2D-FE86-8685-DD03-FE054E518F90}"/>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8" name="Image 17" descr="Une image contenant dessin humoristique&#10;&#10;Description générée automatiquement avec une confiance moyenne">
            <a:extLst>
              <a:ext uri="{FF2B5EF4-FFF2-40B4-BE49-F238E27FC236}">
                <a16:creationId xmlns:a16="http://schemas.microsoft.com/office/drawing/2014/main" id="{BBD45386-62D6-F066-75C0-5DE3F0F3E5FF}"/>
              </a:ext>
            </a:extLst>
          </p:cNvPr>
          <p:cNvPicPr>
            <a:picLocks noChangeAspect="1"/>
          </p:cNvPicPr>
          <p:nvPr userDrawn="1"/>
        </p:nvPicPr>
        <p:blipFill>
          <a:blip r:embed="rId2"/>
          <a:stretch>
            <a:fillRect/>
          </a:stretch>
        </p:blipFill>
        <p:spPr>
          <a:xfrm>
            <a:off x="7135025" y="1675956"/>
            <a:ext cx="4090095" cy="3319993"/>
          </a:xfrm>
          <a:prstGeom prst="rect">
            <a:avLst/>
          </a:prstGeom>
        </p:spPr>
      </p:pic>
    </p:spTree>
    <p:extLst>
      <p:ext uri="{BB962C8B-B14F-4D97-AF65-F5344CB8AC3E}">
        <p14:creationId xmlns:p14="http://schemas.microsoft.com/office/powerpoint/2010/main" val="378121105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1_Cover E">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E7BD11-6ED7-6EA9-8DD3-C0BEB845BCFB}"/>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grpSp>
        <p:nvGrpSpPr>
          <p:cNvPr id="6" name="Group 19">
            <a:extLst>
              <a:ext uri="{FF2B5EF4-FFF2-40B4-BE49-F238E27FC236}">
                <a16:creationId xmlns:a16="http://schemas.microsoft.com/office/drawing/2014/main" id="{E8A82CB9-DC39-5788-16FA-47AFE4B08B5C}"/>
              </a:ext>
            </a:extLst>
          </p:cNvPr>
          <p:cNvGrpSpPr/>
          <p:nvPr userDrawn="1"/>
        </p:nvGrpSpPr>
        <p:grpSpPr>
          <a:xfrm>
            <a:off x="939675" y="2636414"/>
            <a:ext cx="1790825" cy="283497"/>
            <a:chOff x="1356993" y="2119689"/>
            <a:chExt cx="2286089" cy="361900"/>
          </a:xfrm>
        </p:grpSpPr>
        <p:sp>
          <p:nvSpPr>
            <p:cNvPr id="7" name="Freeform: Shape 20">
              <a:extLst>
                <a:ext uri="{FF2B5EF4-FFF2-40B4-BE49-F238E27FC236}">
                  <a16:creationId xmlns:a16="http://schemas.microsoft.com/office/drawing/2014/main" id="{47D65342-4656-A0E1-9E94-CC79EB42830E}"/>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8" name="Group 21">
              <a:extLst>
                <a:ext uri="{FF2B5EF4-FFF2-40B4-BE49-F238E27FC236}">
                  <a16:creationId xmlns:a16="http://schemas.microsoft.com/office/drawing/2014/main" id="{BA88AA84-A026-61EF-C9AF-F089224E90F1}"/>
                </a:ext>
              </a:extLst>
            </p:cNvPr>
            <p:cNvGrpSpPr/>
            <p:nvPr/>
          </p:nvGrpSpPr>
          <p:grpSpPr>
            <a:xfrm>
              <a:off x="2056694" y="2152863"/>
              <a:ext cx="1586388" cy="295684"/>
              <a:chOff x="2056694" y="2152863"/>
              <a:chExt cx="1586388" cy="295684"/>
            </a:xfrm>
          </p:grpSpPr>
          <p:sp>
            <p:nvSpPr>
              <p:cNvPr id="9" name="Freeform: Shape 22">
                <a:extLst>
                  <a:ext uri="{FF2B5EF4-FFF2-40B4-BE49-F238E27FC236}">
                    <a16:creationId xmlns:a16="http://schemas.microsoft.com/office/drawing/2014/main" id="{D8778C3D-C42F-0037-6074-D8FF105B3412}"/>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0" name="Freeform: Shape 23">
                <a:extLst>
                  <a:ext uri="{FF2B5EF4-FFF2-40B4-BE49-F238E27FC236}">
                    <a16:creationId xmlns:a16="http://schemas.microsoft.com/office/drawing/2014/main" id="{D5B958E3-0D3C-D540-8B39-4CBB93CEAD68}"/>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1" name="Freeform: Shape 24">
                <a:extLst>
                  <a:ext uri="{FF2B5EF4-FFF2-40B4-BE49-F238E27FC236}">
                    <a16:creationId xmlns:a16="http://schemas.microsoft.com/office/drawing/2014/main" id="{E51D9758-6B31-8EC9-ED66-F135749383CD}"/>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2" name="Freeform: Shape 25">
                <a:extLst>
                  <a:ext uri="{FF2B5EF4-FFF2-40B4-BE49-F238E27FC236}">
                    <a16:creationId xmlns:a16="http://schemas.microsoft.com/office/drawing/2014/main" id="{14C6CEC7-0C21-E86F-45C1-601117791B73}"/>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3" name="Freeform: Shape 26">
                <a:extLst>
                  <a:ext uri="{FF2B5EF4-FFF2-40B4-BE49-F238E27FC236}">
                    <a16:creationId xmlns:a16="http://schemas.microsoft.com/office/drawing/2014/main" id="{8CBA398A-1538-C164-0BD4-AAB35B863AB0}"/>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4" name="Freeform: Shape 27">
                <a:extLst>
                  <a:ext uri="{FF2B5EF4-FFF2-40B4-BE49-F238E27FC236}">
                    <a16:creationId xmlns:a16="http://schemas.microsoft.com/office/drawing/2014/main" id="{E82B1A8D-234E-A782-D30F-B1BBF9722539}"/>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5" name="Freeform: Shape 28">
                <a:extLst>
                  <a:ext uri="{FF2B5EF4-FFF2-40B4-BE49-F238E27FC236}">
                    <a16:creationId xmlns:a16="http://schemas.microsoft.com/office/drawing/2014/main" id="{7AF567DE-3712-83BA-9D66-56A4D0A0918D}"/>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6" name="Freeform: Shape 29">
                <a:extLst>
                  <a:ext uri="{FF2B5EF4-FFF2-40B4-BE49-F238E27FC236}">
                    <a16:creationId xmlns:a16="http://schemas.microsoft.com/office/drawing/2014/main" id="{8AE35597-ABFF-44A7-ECD7-C842E43E6C56}"/>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0" name="Espace réservé du texte 4">
            <a:extLst>
              <a:ext uri="{FF2B5EF4-FFF2-40B4-BE49-F238E27FC236}">
                <a16:creationId xmlns:a16="http://schemas.microsoft.com/office/drawing/2014/main" id="{645D42CD-9E47-4C7F-FDCB-4612FF23AC1E}"/>
              </a:ext>
            </a:extLst>
          </p:cNvPr>
          <p:cNvSpPr>
            <a:spLocks noGrp="1"/>
          </p:cNvSpPr>
          <p:nvPr>
            <p:ph type="body" sz="quarter" idx="10" hasCustomPrompt="1"/>
          </p:nvPr>
        </p:nvSpPr>
        <p:spPr>
          <a:xfrm>
            <a:off x="929462" y="3087517"/>
            <a:ext cx="502920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Insert title </a:t>
            </a:r>
            <a:br>
              <a:rPr lang="en-US" dirty="0"/>
            </a:br>
            <a:r>
              <a:rPr lang="en-US" dirty="0"/>
              <a:t>of the presentation</a:t>
            </a:r>
            <a:endParaRPr lang="fr-FR" dirty="0"/>
          </a:p>
        </p:txBody>
      </p:sp>
      <p:sp>
        <p:nvSpPr>
          <p:cNvPr id="3" name="Espace réservé du texte 4">
            <a:extLst>
              <a:ext uri="{FF2B5EF4-FFF2-40B4-BE49-F238E27FC236}">
                <a16:creationId xmlns:a16="http://schemas.microsoft.com/office/drawing/2014/main" id="{3DE01778-E442-3F8C-CC6B-059CB14AD877}"/>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4" name="Espace réservé de la date 26">
            <a:extLst>
              <a:ext uri="{FF2B5EF4-FFF2-40B4-BE49-F238E27FC236}">
                <a16:creationId xmlns:a16="http://schemas.microsoft.com/office/drawing/2014/main" id="{45A55CBB-ADCD-B3E5-D477-4F80F365F099}"/>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5"/>
                </a:solidFill>
              </a:defRPr>
            </a:lvl1pPr>
          </a:lstStyle>
          <a:p>
            <a:fld id="{7CDBDE91-9DAF-45B1-BBD2-66D82AC3BCEB}" type="datetime3">
              <a:rPr lang="fr-FR" smtClean="0"/>
              <a:pPr/>
              <a:t>02.04.26</a:t>
            </a:fld>
            <a:endParaRPr lang="fr-FR"/>
          </a:p>
        </p:txBody>
      </p:sp>
      <p:cxnSp>
        <p:nvCxnSpPr>
          <p:cNvPr id="5" name="Straight Connector 34">
            <a:extLst>
              <a:ext uri="{FF2B5EF4-FFF2-40B4-BE49-F238E27FC236}">
                <a16:creationId xmlns:a16="http://schemas.microsoft.com/office/drawing/2014/main" id="{004BAA2D-FE86-8685-DD03-FE054E518F90}"/>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8" name="Image 17" descr="Une image contenant Graphique, graphisme, clipart, conception&#10;&#10;Description générée automatiquement">
            <a:extLst>
              <a:ext uri="{FF2B5EF4-FFF2-40B4-BE49-F238E27FC236}">
                <a16:creationId xmlns:a16="http://schemas.microsoft.com/office/drawing/2014/main" id="{96929521-F0B1-12C8-252F-11C5806AC20D}"/>
              </a:ext>
            </a:extLst>
          </p:cNvPr>
          <p:cNvPicPr>
            <a:picLocks noChangeAspect="1"/>
          </p:cNvPicPr>
          <p:nvPr userDrawn="1"/>
        </p:nvPicPr>
        <p:blipFill>
          <a:blip r:embed="rId2"/>
          <a:stretch>
            <a:fillRect/>
          </a:stretch>
        </p:blipFill>
        <p:spPr>
          <a:xfrm>
            <a:off x="7711841" y="1143000"/>
            <a:ext cx="2788118" cy="4572000"/>
          </a:xfrm>
          <a:prstGeom prst="rect">
            <a:avLst/>
          </a:prstGeom>
        </p:spPr>
      </p:pic>
    </p:spTree>
    <p:extLst>
      <p:ext uri="{BB962C8B-B14F-4D97-AF65-F5344CB8AC3E}">
        <p14:creationId xmlns:p14="http://schemas.microsoft.com/office/powerpoint/2010/main" val="147492093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2_Cover E">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E7BD11-6ED7-6EA9-8DD3-C0BEB845BCFB}"/>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grpSp>
        <p:nvGrpSpPr>
          <p:cNvPr id="6" name="Group 19">
            <a:extLst>
              <a:ext uri="{FF2B5EF4-FFF2-40B4-BE49-F238E27FC236}">
                <a16:creationId xmlns:a16="http://schemas.microsoft.com/office/drawing/2014/main" id="{E8A82CB9-DC39-5788-16FA-47AFE4B08B5C}"/>
              </a:ext>
            </a:extLst>
          </p:cNvPr>
          <p:cNvGrpSpPr/>
          <p:nvPr userDrawn="1"/>
        </p:nvGrpSpPr>
        <p:grpSpPr>
          <a:xfrm>
            <a:off x="939675" y="2636414"/>
            <a:ext cx="1790825" cy="283497"/>
            <a:chOff x="1356993" y="2119689"/>
            <a:chExt cx="2286089" cy="361900"/>
          </a:xfrm>
        </p:grpSpPr>
        <p:sp>
          <p:nvSpPr>
            <p:cNvPr id="7" name="Freeform: Shape 20">
              <a:extLst>
                <a:ext uri="{FF2B5EF4-FFF2-40B4-BE49-F238E27FC236}">
                  <a16:creationId xmlns:a16="http://schemas.microsoft.com/office/drawing/2014/main" id="{47D65342-4656-A0E1-9E94-CC79EB42830E}"/>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8" name="Group 21">
              <a:extLst>
                <a:ext uri="{FF2B5EF4-FFF2-40B4-BE49-F238E27FC236}">
                  <a16:creationId xmlns:a16="http://schemas.microsoft.com/office/drawing/2014/main" id="{BA88AA84-A026-61EF-C9AF-F089224E90F1}"/>
                </a:ext>
              </a:extLst>
            </p:cNvPr>
            <p:cNvGrpSpPr/>
            <p:nvPr/>
          </p:nvGrpSpPr>
          <p:grpSpPr>
            <a:xfrm>
              <a:off x="2056694" y="2152863"/>
              <a:ext cx="1586388" cy="295684"/>
              <a:chOff x="2056694" y="2152863"/>
              <a:chExt cx="1586388" cy="295684"/>
            </a:xfrm>
          </p:grpSpPr>
          <p:sp>
            <p:nvSpPr>
              <p:cNvPr id="9" name="Freeform: Shape 22">
                <a:extLst>
                  <a:ext uri="{FF2B5EF4-FFF2-40B4-BE49-F238E27FC236}">
                    <a16:creationId xmlns:a16="http://schemas.microsoft.com/office/drawing/2014/main" id="{D8778C3D-C42F-0037-6074-D8FF105B3412}"/>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0" name="Freeform: Shape 23">
                <a:extLst>
                  <a:ext uri="{FF2B5EF4-FFF2-40B4-BE49-F238E27FC236}">
                    <a16:creationId xmlns:a16="http://schemas.microsoft.com/office/drawing/2014/main" id="{D5B958E3-0D3C-D540-8B39-4CBB93CEAD68}"/>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1" name="Freeform: Shape 24">
                <a:extLst>
                  <a:ext uri="{FF2B5EF4-FFF2-40B4-BE49-F238E27FC236}">
                    <a16:creationId xmlns:a16="http://schemas.microsoft.com/office/drawing/2014/main" id="{E51D9758-6B31-8EC9-ED66-F135749383CD}"/>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2" name="Freeform: Shape 25">
                <a:extLst>
                  <a:ext uri="{FF2B5EF4-FFF2-40B4-BE49-F238E27FC236}">
                    <a16:creationId xmlns:a16="http://schemas.microsoft.com/office/drawing/2014/main" id="{14C6CEC7-0C21-E86F-45C1-601117791B73}"/>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3" name="Freeform: Shape 26">
                <a:extLst>
                  <a:ext uri="{FF2B5EF4-FFF2-40B4-BE49-F238E27FC236}">
                    <a16:creationId xmlns:a16="http://schemas.microsoft.com/office/drawing/2014/main" id="{8CBA398A-1538-C164-0BD4-AAB35B863AB0}"/>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4" name="Freeform: Shape 27">
                <a:extLst>
                  <a:ext uri="{FF2B5EF4-FFF2-40B4-BE49-F238E27FC236}">
                    <a16:creationId xmlns:a16="http://schemas.microsoft.com/office/drawing/2014/main" id="{E82B1A8D-234E-A782-D30F-B1BBF9722539}"/>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5" name="Freeform: Shape 28">
                <a:extLst>
                  <a:ext uri="{FF2B5EF4-FFF2-40B4-BE49-F238E27FC236}">
                    <a16:creationId xmlns:a16="http://schemas.microsoft.com/office/drawing/2014/main" id="{7AF567DE-3712-83BA-9D66-56A4D0A0918D}"/>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6" name="Freeform: Shape 29">
                <a:extLst>
                  <a:ext uri="{FF2B5EF4-FFF2-40B4-BE49-F238E27FC236}">
                    <a16:creationId xmlns:a16="http://schemas.microsoft.com/office/drawing/2014/main" id="{8AE35597-ABFF-44A7-ECD7-C842E43E6C56}"/>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0" name="Espace réservé du texte 4">
            <a:extLst>
              <a:ext uri="{FF2B5EF4-FFF2-40B4-BE49-F238E27FC236}">
                <a16:creationId xmlns:a16="http://schemas.microsoft.com/office/drawing/2014/main" id="{645D42CD-9E47-4C7F-FDCB-4612FF23AC1E}"/>
              </a:ext>
            </a:extLst>
          </p:cNvPr>
          <p:cNvSpPr>
            <a:spLocks noGrp="1"/>
          </p:cNvSpPr>
          <p:nvPr>
            <p:ph type="body" sz="quarter" idx="10" hasCustomPrompt="1"/>
          </p:nvPr>
        </p:nvSpPr>
        <p:spPr>
          <a:xfrm>
            <a:off x="929462" y="3087517"/>
            <a:ext cx="502920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Insert title </a:t>
            </a:r>
            <a:br>
              <a:rPr lang="en-US" dirty="0"/>
            </a:br>
            <a:r>
              <a:rPr lang="en-US" dirty="0"/>
              <a:t>of the presentation</a:t>
            </a:r>
            <a:endParaRPr lang="fr-FR" dirty="0"/>
          </a:p>
        </p:txBody>
      </p:sp>
      <p:sp>
        <p:nvSpPr>
          <p:cNvPr id="3" name="Espace réservé du texte 4">
            <a:extLst>
              <a:ext uri="{FF2B5EF4-FFF2-40B4-BE49-F238E27FC236}">
                <a16:creationId xmlns:a16="http://schemas.microsoft.com/office/drawing/2014/main" id="{3DE01778-E442-3F8C-CC6B-059CB14AD877}"/>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4" name="Espace réservé de la date 26">
            <a:extLst>
              <a:ext uri="{FF2B5EF4-FFF2-40B4-BE49-F238E27FC236}">
                <a16:creationId xmlns:a16="http://schemas.microsoft.com/office/drawing/2014/main" id="{45A55CBB-ADCD-B3E5-D477-4F80F365F099}"/>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5"/>
                </a:solidFill>
              </a:defRPr>
            </a:lvl1pPr>
          </a:lstStyle>
          <a:p>
            <a:fld id="{7CDBDE91-9DAF-45B1-BBD2-66D82AC3BCEB}" type="datetime3">
              <a:rPr lang="fr-FR" smtClean="0"/>
              <a:pPr/>
              <a:t>02.04.26</a:t>
            </a:fld>
            <a:endParaRPr lang="fr-FR"/>
          </a:p>
        </p:txBody>
      </p:sp>
      <p:cxnSp>
        <p:nvCxnSpPr>
          <p:cNvPr id="5" name="Straight Connector 34">
            <a:extLst>
              <a:ext uri="{FF2B5EF4-FFF2-40B4-BE49-F238E27FC236}">
                <a16:creationId xmlns:a16="http://schemas.microsoft.com/office/drawing/2014/main" id="{004BAA2D-FE86-8685-DD03-FE054E518F90}"/>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069141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Cover F">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D5D1F9-59D9-0AB6-1751-CDF59ED543C0}"/>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sp>
        <p:nvSpPr>
          <p:cNvPr id="5" name="Graphique 2">
            <a:extLst>
              <a:ext uri="{FF2B5EF4-FFF2-40B4-BE49-F238E27FC236}">
                <a16:creationId xmlns:a16="http://schemas.microsoft.com/office/drawing/2014/main" id="{29604C00-9CB2-EA7D-E8D5-BCB04E4FA5A4}"/>
              </a:ext>
            </a:extLst>
          </p:cNvPr>
          <p:cNvSpPr>
            <a:spLocks/>
          </p:cNvSpPr>
          <p:nvPr userDrawn="1"/>
        </p:nvSpPr>
        <p:spPr>
          <a:xfrm rot="5400000">
            <a:off x="6976197" y="805258"/>
            <a:ext cx="3871213" cy="3352597"/>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8" name="Espace réservé pour une image  7">
            <a:extLst>
              <a:ext uri="{FF2B5EF4-FFF2-40B4-BE49-F238E27FC236}">
                <a16:creationId xmlns:a16="http://schemas.microsoft.com/office/drawing/2014/main" id="{A8B376F5-9EF4-A9DA-85AC-023EEBD63156}"/>
              </a:ext>
            </a:extLst>
          </p:cNvPr>
          <p:cNvSpPr>
            <a:spLocks noGrp="1"/>
          </p:cNvSpPr>
          <p:nvPr>
            <p:ph type="pic" sz="quarter" idx="16" hasCustomPrompt="1"/>
          </p:nvPr>
        </p:nvSpPr>
        <p:spPr>
          <a:xfrm>
            <a:off x="6657227" y="686030"/>
            <a:ext cx="4751002" cy="5485940"/>
          </a:xfrm>
          <a:custGeom>
            <a:avLst/>
            <a:gdLst>
              <a:gd name="connsiteX0" fmla="*/ 0 w 2910999"/>
              <a:gd name="connsiteY0" fmla="*/ 0 h 3361305"/>
              <a:gd name="connsiteX1" fmla="*/ 1455499 w 2910999"/>
              <a:gd name="connsiteY1" fmla="*/ 840261 h 3361305"/>
              <a:gd name="connsiteX2" fmla="*/ 2910999 w 2910999"/>
              <a:gd name="connsiteY2" fmla="*/ 1680652 h 3361305"/>
              <a:gd name="connsiteX3" fmla="*/ 1455499 w 2910999"/>
              <a:gd name="connsiteY3" fmla="*/ 2520914 h 3361305"/>
              <a:gd name="connsiteX4" fmla="*/ 0 w 2910999"/>
              <a:gd name="connsiteY4" fmla="*/ 3361305 h 3361305"/>
              <a:gd name="connsiteX5" fmla="*/ 0 w 2910999"/>
              <a:gd name="connsiteY5" fmla="*/ 1680652 h 336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0999" h="3361305">
                <a:moveTo>
                  <a:pt x="0" y="0"/>
                </a:moveTo>
                <a:lnTo>
                  <a:pt x="1455499" y="840261"/>
                </a:lnTo>
                <a:lnTo>
                  <a:pt x="2910999" y="1680652"/>
                </a:lnTo>
                <a:lnTo>
                  <a:pt x="1455499" y="2520914"/>
                </a:lnTo>
                <a:lnTo>
                  <a:pt x="0" y="3361305"/>
                </a:lnTo>
                <a:lnTo>
                  <a:pt x="0" y="1680652"/>
                </a:lnTo>
                <a:close/>
              </a:path>
            </a:pathLst>
          </a:custGeom>
          <a:solidFill>
            <a:schemeClr val="tx2"/>
          </a:solidFill>
        </p:spPr>
        <p:txBody>
          <a:bodyPr wrap="square">
            <a:noAutofit/>
          </a:bodyPr>
          <a:lstStyle>
            <a:lvl1pPr marL="0" indent="0">
              <a:buNone/>
              <a:defRPr/>
            </a:lvl1pPr>
          </a:lstStyle>
          <a:p>
            <a:r>
              <a:rPr lang="fr-FR"/>
              <a:t> </a:t>
            </a:r>
          </a:p>
        </p:txBody>
      </p:sp>
      <p:sp>
        <p:nvSpPr>
          <p:cNvPr id="9" name="Graphique 2">
            <a:extLst>
              <a:ext uri="{FF2B5EF4-FFF2-40B4-BE49-F238E27FC236}">
                <a16:creationId xmlns:a16="http://schemas.microsoft.com/office/drawing/2014/main" id="{FE6F0AD2-4F51-1CF8-2BDB-B6592AB4E949}"/>
              </a:ext>
            </a:extLst>
          </p:cNvPr>
          <p:cNvSpPr>
            <a:spLocks/>
          </p:cNvSpPr>
          <p:nvPr userDrawn="1"/>
        </p:nvSpPr>
        <p:spPr>
          <a:xfrm rot="16200000">
            <a:off x="9575709" y="4106873"/>
            <a:ext cx="1605784" cy="1390661"/>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grpSp>
        <p:nvGrpSpPr>
          <p:cNvPr id="12" name="Group 19">
            <a:extLst>
              <a:ext uri="{FF2B5EF4-FFF2-40B4-BE49-F238E27FC236}">
                <a16:creationId xmlns:a16="http://schemas.microsoft.com/office/drawing/2014/main" id="{BADCAEDC-6E51-C90B-322F-7C8DB090E914}"/>
              </a:ext>
            </a:extLst>
          </p:cNvPr>
          <p:cNvGrpSpPr/>
          <p:nvPr userDrawn="1"/>
        </p:nvGrpSpPr>
        <p:grpSpPr>
          <a:xfrm>
            <a:off x="939675" y="2636414"/>
            <a:ext cx="1790825" cy="283497"/>
            <a:chOff x="1356993" y="2119689"/>
            <a:chExt cx="2286089" cy="361900"/>
          </a:xfrm>
        </p:grpSpPr>
        <p:sp>
          <p:nvSpPr>
            <p:cNvPr id="13" name="Freeform: Shape 20">
              <a:extLst>
                <a:ext uri="{FF2B5EF4-FFF2-40B4-BE49-F238E27FC236}">
                  <a16:creationId xmlns:a16="http://schemas.microsoft.com/office/drawing/2014/main" id="{D1F557AD-AFCD-9BE0-8396-8D5D60B02756}"/>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14" name="Group 21">
              <a:extLst>
                <a:ext uri="{FF2B5EF4-FFF2-40B4-BE49-F238E27FC236}">
                  <a16:creationId xmlns:a16="http://schemas.microsoft.com/office/drawing/2014/main" id="{F21944C2-87CE-C453-59C9-E353A44CC659}"/>
                </a:ext>
              </a:extLst>
            </p:cNvPr>
            <p:cNvGrpSpPr/>
            <p:nvPr/>
          </p:nvGrpSpPr>
          <p:grpSpPr>
            <a:xfrm>
              <a:off x="2056694" y="2152863"/>
              <a:ext cx="1586388" cy="295684"/>
              <a:chOff x="2056694" y="2152863"/>
              <a:chExt cx="1586388" cy="295684"/>
            </a:xfrm>
          </p:grpSpPr>
          <p:sp>
            <p:nvSpPr>
              <p:cNvPr id="15" name="Freeform: Shape 22">
                <a:extLst>
                  <a:ext uri="{FF2B5EF4-FFF2-40B4-BE49-F238E27FC236}">
                    <a16:creationId xmlns:a16="http://schemas.microsoft.com/office/drawing/2014/main" id="{B2324F87-7DCC-C86F-EC44-2406D4355AC9}"/>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6" name="Freeform: Shape 23">
                <a:extLst>
                  <a:ext uri="{FF2B5EF4-FFF2-40B4-BE49-F238E27FC236}">
                    <a16:creationId xmlns:a16="http://schemas.microsoft.com/office/drawing/2014/main" id="{AB257590-F8BB-74D0-9107-4F5FB5D98445}"/>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7" name="Freeform: Shape 24">
                <a:extLst>
                  <a:ext uri="{FF2B5EF4-FFF2-40B4-BE49-F238E27FC236}">
                    <a16:creationId xmlns:a16="http://schemas.microsoft.com/office/drawing/2014/main" id="{0D497165-D955-C863-D157-93407E59934B}"/>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8" name="Freeform: Shape 25">
                <a:extLst>
                  <a:ext uri="{FF2B5EF4-FFF2-40B4-BE49-F238E27FC236}">
                    <a16:creationId xmlns:a16="http://schemas.microsoft.com/office/drawing/2014/main" id="{F09A2887-ECB6-5BB3-C3CF-C9B0F4507A50}"/>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9" name="Freeform: Shape 26">
                <a:extLst>
                  <a:ext uri="{FF2B5EF4-FFF2-40B4-BE49-F238E27FC236}">
                    <a16:creationId xmlns:a16="http://schemas.microsoft.com/office/drawing/2014/main" id="{2386BCD3-B522-0E06-0DEB-67FE5FF6B706}"/>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0" name="Freeform: Shape 27">
                <a:extLst>
                  <a:ext uri="{FF2B5EF4-FFF2-40B4-BE49-F238E27FC236}">
                    <a16:creationId xmlns:a16="http://schemas.microsoft.com/office/drawing/2014/main" id="{9CF83BB6-2182-59E1-249B-71565B26CE29}"/>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1" name="Freeform: Shape 28">
                <a:extLst>
                  <a:ext uri="{FF2B5EF4-FFF2-40B4-BE49-F238E27FC236}">
                    <a16:creationId xmlns:a16="http://schemas.microsoft.com/office/drawing/2014/main" id="{C8EF7870-7ED4-6064-6467-B629BF983F6B}"/>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22" name="Freeform: Shape 29">
                <a:extLst>
                  <a:ext uri="{FF2B5EF4-FFF2-40B4-BE49-F238E27FC236}">
                    <a16:creationId xmlns:a16="http://schemas.microsoft.com/office/drawing/2014/main" id="{651A5F52-7300-79A0-6D71-B0715C0913D7}"/>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6" name="Espace réservé du texte 4">
            <a:extLst>
              <a:ext uri="{FF2B5EF4-FFF2-40B4-BE49-F238E27FC236}">
                <a16:creationId xmlns:a16="http://schemas.microsoft.com/office/drawing/2014/main" id="{F7785EF1-8AB1-6408-AEA6-0B18FD6DBC10}"/>
              </a:ext>
            </a:extLst>
          </p:cNvPr>
          <p:cNvSpPr>
            <a:spLocks noGrp="1"/>
          </p:cNvSpPr>
          <p:nvPr>
            <p:ph type="body" sz="quarter" idx="10" hasCustomPrompt="1"/>
          </p:nvPr>
        </p:nvSpPr>
        <p:spPr>
          <a:xfrm>
            <a:off x="929462" y="3087517"/>
            <a:ext cx="502920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Insert title </a:t>
            </a:r>
            <a:br>
              <a:rPr lang="en-US" dirty="0"/>
            </a:br>
            <a:r>
              <a:rPr lang="en-US" dirty="0"/>
              <a:t>of the presentation</a:t>
            </a:r>
            <a:endParaRPr lang="fr-FR" dirty="0"/>
          </a:p>
        </p:txBody>
      </p:sp>
      <p:sp>
        <p:nvSpPr>
          <p:cNvPr id="3" name="Espace réservé du texte 4">
            <a:extLst>
              <a:ext uri="{FF2B5EF4-FFF2-40B4-BE49-F238E27FC236}">
                <a16:creationId xmlns:a16="http://schemas.microsoft.com/office/drawing/2014/main" id="{3C140621-BB4E-FBA3-0DB2-E51AF50DD1C0}"/>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11" name="Espace réservé de la date 26">
            <a:extLst>
              <a:ext uri="{FF2B5EF4-FFF2-40B4-BE49-F238E27FC236}">
                <a16:creationId xmlns:a16="http://schemas.microsoft.com/office/drawing/2014/main" id="{47858C0B-3522-4020-8C2E-5FC9EED91372}"/>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5"/>
                </a:solidFill>
              </a:defRPr>
            </a:lvl1pPr>
          </a:lstStyle>
          <a:p>
            <a:fld id="{A06DAD9E-CB45-4F75-B536-1C59D0E0F296}" type="datetime3">
              <a:rPr lang="fr-FR" smtClean="0"/>
              <a:pPr/>
              <a:t>02.04.26</a:t>
            </a:fld>
            <a:endParaRPr lang="fr-FR"/>
          </a:p>
        </p:txBody>
      </p:sp>
      <p:cxnSp>
        <p:nvCxnSpPr>
          <p:cNvPr id="27" name="Straight Connector 34">
            <a:extLst>
              <a:ext uri="{FF2B5EF4-FFF2-40B4-BE49-F238E27FC236}">
                <a16:creationId xmlns:a16="http://schemas.microsoft.com/office/drawing/2014/main" id="{992A0E21-8394-3892-943E-3ACDBDE9CAAA}"/>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400458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Cover G">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1B406CFE-A156-4F96-32EE-0B66FC37BDB4}"/>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grpSp>
        <p:nvGrpSpPr>
          <p:cNvPr id="41" name="Group 19">
            <a:extLst>
              <a:ext uri="{FF2B5EF4-FFF2-40B4-BE49-F238E27FC236}">
                <a16:creationId xmlns:a16="http://schemas.microsoft.com/office/drawing/2014/main" id="{8DB4F786-829D-6631-BAD9-75620CF05CF7}"/>
              </a:ext>
            </a:extLst>
          </p:cNvPr>
          <p:cNvGrpSpPr/>
          <p:nvPr userDrawn="1"/>
        </p:nvGrpSpPr>
        <p:grpSpPr>
          <a:xfrm>
            <a:off x="939675" y="2636414"/>
            <a:ext cx="1790825" cy="283497"/>
            <a:chOff x="1356993" y="2119689"/>
            <a:chExt cx="2286089" cy="361900"/>
          </a:xfrm>
        </p:grpSpPr>
        <p:sp>
          <p:nvSpPr>
            <p:cNvPr id="42" name="Freeform: Shape 20">
              <a:extLst>
                <a:ext uri="{FF2B5EF4-FFF2-40B4-BE49-F238E27FC236}">
                  <a16:creationId xmlns:a16="http://schemas.microsoft.com/office/drawing/2014/main" id="{A7F93EF0-8A7E-0A16-E2EE-80F96FE27F0D}"/>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43" name="Group 21">
              <a:extLst>
                <a:ext uri="{FF2B5EF4-FFF2-40B4-BE49-F238E27FC236}">
                  <a16:creationId xmlns:a16="http://schemas.microsoft.com/office/drawing/2014/main" id="{96C528B8-6CA9-7261-DABF-78777B17EC4D}"/>
                </a:ext>
              </a:extLst>
            </p:cNvPr>
            <p:cNvGrpSpPr/>
            <p:nvPr/>
          </p:nvGrpSpPr>
          <p:grpSpPr>
            <a:xfrm>
              <a:off x="2056694" y="2152863"/>
              <a:ext cx="1586388" cy="295684"/>
              <a:chOff x="2056694" y="2152863"/>
              <a:chExt cx="1586388" cy="295684"/>
            </a:xfrm>
          </p:grpSpPr>
          <p:sp>
            <p:nvSpPr>
              <p:cNvPr id="44" name="Freeform: Shape 22">
                <a:extLst>
                  <a:ext uri="{FF2B5EF4-FFF2-40B4-BE49-F238E27FC236}">
                    <a16:creationId xmlns:a16="http://schemas.microsoft.com/office/drawing/2014/main" id="{756E91D3-68DD-44F8-B4A9-AC22B6A4AE00}"/>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45" name="Freeform: Shape 23">
                <a:extLst>
                  <a:ext uri="{FF2B5EF4-FFF2-40B4-BE49-F238E27FC236}">
                    <a16:creationId xmlns:a16="http://schemas.microsoft.com/office/drawing/2014/main" id="{00256FB7-47E0-72E9-A1E5-3E4676A36099}"/>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46" name="Freeform: Shape 24">
                <a:extLst>
                  <a:ext uri="{FF2B5EF4-FFF2-40B4-BE49-F238E27FC236}">
                    <a16:creationId xmlns:a16="http://schemas.microsoft.com/office/drawing/2014/main" id="{CE01995F-5213-BAC3-92DE-7EB13E4DB901}"/>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47" name="Freeform: Shape 25">
                <a:extLst>
                  <a:ext uri="{FF2B5EF4-FFF2-40B4-BE49-F238E27FC236}">
                    <a16:creationId xmlns:a16="http://schemas.microsoft.com/office/drawing/2014/main" id="{29F88CB5-6D77-B4EE-885D-14DBEA5D5356}"/>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48" name="Freeform: Shape 26">
                <a:extLst>
                  <a:ext uri="{FF2B5EF4-FFF2-40B4-BE49-F238E27FC236}">
                    <a16:creationId xmlns:a16="http://schemas.microsoft.com/office/drawing/2014/main" id="{7372D738-377F-2F54-0307-B833F1CA6191}"/>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49" name="Freeform: Shape 27">
                <a:extLst>
                  <a:ext uri="{FF2B5EF4-FFF2-40B4-BE49-F238E27FC236}">
                    <a16:creationId xmlns:a16="http://schemas.microsoft.com/office/drawing/2014/main" id="{1BAB9F2D-12CA-7489-65B7-790FCB28563E}"/>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50" name="Freeform: Shape 28">
                <a:extLst>
                  <a:ext uri="{FF2B5EF4-FFF2-40B4-BE49-F238E27FC236}">
                    <a16:creationId xmlns:a16="http://schemas.microsoft.com/office/drawing/2014/main" id="{D7D294BB-0195-9847-D50C-37D3C86B258D}"/>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51" name="Freeform: Shape 29">
                <a:extLst>
                  <a:ext uri="{FF2B5EF4-FFF2-40B4-BE49-F238E27FC236}">
                    <a16:creationId xmlns:a16="http://schemas.microsoft.com/office/drawing/2014/main" id="{378713C8-70D4-58AD-33E2-E3061748D386}"/>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52" name="Espace réservé du texte 4">
            <a:extLst>
              <a:ext uri="{FF2B5EF4-FFF2-40B4-BE49-F238E27FC236}">
                <a16:creationId xmlns:a16="http://schemas.microsoft.com/office/drawing/2014/main" id="{235144E9-7908-7D83-79BE-FAAEC6AFF216}"/>
              </a:ext>
            </a:extLst>
          </p:cNvPr>
          <p:cNvSpPr>
            <a:spLocks noGrp="1"/>
          </p:cNvSpPr>
          <p:nvPr>
            <p:ph type="body" sz="quarter" idx="10" hasCustomPrompt="1"/>
          </p:nvPr>
        </p:nvSpPr>
        <p:spPr>
          <a:xfrm>
            <a:off x="929462" y="3087517"/>
            <a:ext cx="3998667"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Insert title </a:t>
            </a:r>
            <a:br>
              <a:rPr lang="en-US" dirty="0"/>
            </a:br>
            <a:r>
              <a:rPr lang="en-US" dirty="0"/>
              <a:t>of the presentation</a:t>
            </a:r>
            <a:endParaRPr lang="fr-FR" dirty="0"/>
          </a:p>
        </p:txBody>
      </p:sp>
      <p:sp>
        <p:nvSpPr>
          <p:cNvPr id="53" name="Espace réservé du texte 4">
            <a:extLst>
              <a:ext uri="{FF2B5EF4-FFF2-40B4-BE49-F238E27FC236}">
                <a16:creationId xmlns:a16="http://schemas.microsoft.com/office/drawing/2014/main" id="{18412282-5048-DE99-BF1B-842A47A61DDD}"/>
              </a:ext>
            </a:extLst>
          </p:cNvPr>
          <p:cNvSpPr>
            <a:spLocks noGrp="1"/>
          </p:cNvSpPr>
          <p:nvPr>
            <p:ph type="body" sz="quarter" idx="11" hasCustomPrompt="1"/>
          </p:nvPr>
        </p:nvSpPr>
        <p:spPr>
          <a:xfrm>
            <a:off x="1078116" y="5932317"/>
            <a:ext cx="2784417" cy="249299"/>
          </a:xfrm>
          <a:ln>
            <a:noFill/>
          </a:ln>
        </p:spPr>
        <p:txBody>
          <a:bodyPr wrap="none" lIns="0" tIns="0" rIns="0" bIns="0">
            <a:spAutoFit/>
          </a:bodyPr>
          <a:lstStyle>
            <a:lvl1pPr marL="0" indent="0">
              <a:lnSpc>
                <a:spcPct val="90000"/>
              </a:lnSpc>
              <a:spcBef>
                <a:spcPts val="0"/>
              </a:spcBef>
              <a:buNone/>
              <a:defRPr sz="1800" b="0" cap="all" spc="200" baseline="0">
                <a:solidFill>
                  <a:schemeClr val="accent5"/>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54" name="Espace réservé de la date 26">
            <a:extLst>
              <a:ext uri="{FF2B5EF4-FFF2-40B4-BE49-F238E27FC236}">
                <a16:creationId xmlns:a16="http://schemas.microsoft.com/office/drawing/2014/main" id="{C003DDD5-A8CD-422F-872D-3E20812B824A}"/>
              </a:ext>
            </a:extLst>
          </p:cNvPr>
          <p:cNvSpPr>
            <a:spLocks noGrp="1"/>
          </p:cNvSpPr>
          <p:nvPr>
            <p:ph type="dt" sz="half" idx="13"/>
          </p:nvPr>
        </p:nvSpPr>
        <p:spPr>
          <a:xfrm>
            <a:off x="1078116" y="6231210"/>
            <a:ext cx="2514600" cy="186500"/>
          </a:xfrm>
          <a:prstGeom prst="rect">
            <a:avLst/>
          </a:prstGeom>
          <a:ln>
            <a:noFill/>
          </a:ln>
        </p:spPr>
        <p:txBody>
          <a:bodyPr lIns="0" tIns="0" rIns="0" bIns="0"/>
          <a:lstStyle>
            <a:lvl1pPr>
              <a:defRPr sz="1400">
                <a:solidFill>
                  <a:schemeClr val="accent5"/>
                </a:solidFill>
              </a:defRPr>
            </a:lvl1pPr>
          </a:lstStyle>
          <a:p>
            <a:fld id="{2A86CEB4-6C03-40C3-B823-076D6171D9DF}" type="datetime3">
              <a:rPr lang="fr-FR" smtClean="0"/>
              <a:pPr/>
              <a:t>02.04.26</a:t>
            </a:fld>
            <a:endParaRPr lang="fr-FR"/>
          </a:p>
        </p:txBody>
      </p:sp>
      <p:cxnSp>
        <p:nvCxnSpPr>
          <p:cNvPr id="55" name="Straight Connector 34">
            <a:extLst>
              <a:ext uri="{FF2B5EF4-FFF2-40B4-BE49-F238E27FC236}">
                <a16:creationId xmlns:a16="http://schemas.microsoft.com/office/drawing/2014/main" id="{40408025-0843-FF2F-6994-98087DB729A9}"/>
              </a:ext>
            </a:extLst>
          </p:cNvPr>
          <p:cNvCxnSpPr>
            <a:cxnSpLocks/>
          </p:cNvCxnSpPr>
          <p:nvPr userDrawn="1"/>
        </p:nvCxnSpPr>
        <p:spPr>
          <a:xfrm>
            <a:off x="929462" y="5945752"/>
            <a:ext cx="0" cy="4445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56" name="Graphique 2">
            <a:extLst>
              <a:ext uri="{FF2B5EF4-FFF2-40B4-BE49-F238E27FC236}">
                <a16:creationId xmlns:a16="http://schemas.microsoft.com/office/drawing/2014/main" id="{DA161BC6-58EB-66DE-60E7-035727D318F3}"/>
              </a:ext>
            </a:extLst>
          </p:cNvPr>
          <p:cNvSpPr>
            <a:spLocks/>
          </p:cNvSpPr>
          <p:nvPr userDrawn="1"/>
        </p:nvSpPr>
        <p:spPr>
          <a:xfrm rot="5400000">
            <a:off x="6338189" y="3075252"/>
            <a:ext cx="3361304" cy="2910999"/>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57" name="Graphique 2">
            <a:extLst>
              <a:ext uri="{FF2B5EF4-FFF2-40B4-BE49-F238E27FC236}">
                <a16:creationId xmlns:a16="http://schemas.microsoft.com/office/drawing/2014/main" id="{776C0EBA-2595-0C5C-226A-07171FE22549}"/>
              </a:ext>
            </a:extLst>
          </p:cNvPr>
          <p:cNvSpPr>
            <a:spLocks/>
          </p:cNvSpPr>
          <p:nvPr userDrawn="1"/>
        </p:nvSpPr>
        <p:spPr>
          <a:xfrm rot="5400000">
            <a:off x="7527740" y="1356476"/>
            <a:ext cx="3871213" cy="3352597"/>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58" name="Graphique 2">
            <a:extLst>
              <a:ext uri="{FF2B5EF4-FFF2-40B4-BE49-F238E27FC236}">
                <a16:creationId xmlns:a16="http://schemas.microsoft.com/office/drawing/2014/main" id="{08A8666D-6007-5108-B81A-F85EDAB4C382}"/>
              </a:ext>
            </a:extLst>
          </p:cNvPr>
          <p:cNvSpPr>
            <a:spLocks/>
          </p:cNvSpPr>
          <p:nvPr userDrawn="1"/>
        </p:nvSpPr>
        <p:spPr>
          <a:xfrm rot="16200000">
            <a:off x="5230451" y="734162"/>
            <a:ext cx="1308416" cy="1133131"/>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61" name="Graphique 2">
            <a:extLst>
              <a:ext uri="{FF2B5EF4-FFF2-40B4-BE49-F238E27FC236}">
                <a16:creationId xmlns:a16="http://schemas.microsoft.com/office/drawing/2014/main" id="{45E2B910-A26A-6320-A4EF-3F0634626DA0}"/>
              </a:ext>
            </a:extLst>
          </p:cNvPr>
          <p:cNvSpPr>
            <a:spLocks/>
          </p:cNvSpPr>
          <p:nvPr userDrawn="1"/>
        </p:nvSpPr>
        <p:spPr>
          <a:xfrm rot="16200000">
            <a:off x="10127252" y="4658091"/>
            <a:ext cx="1605784" cy="1390661"/>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63" name="Espace réservé pour une image  18">
            <a:extLst>
              <a:ext uri="{FF2B5EF4-FFF2-40B4-BE49-F238E27FC236}">
                <a16:creationId xmlns:a16="http://schemas.microsoft.com/office/drawing/2014/main" id="{EAC0145F-D267-2154-D44A-BA8DACB38363}"/>
              </a:ext>
            </a:extLst>
          </p:cNvPr>
          <p:cNvSpPr>
            <a:spLocks noGrp="1"/>
          </p:cNvSpPr>
          <p:nvPr>
            <p:ph type="pic" sz="quarter" idx="17" hasCustomPrompt="1"/>
          </p:nvPr>
        </p:nvSpPr>
        <p:spPr>
          <a:xfrm>
            <a:off x="4811609" y="743195"/>
            <a:ext cx="2658987" cy="3070309"/>
          </a:xfrm>
          <a:custGeom>
            <a:avLst/>
            <a:gdLst>
              <a:gd name="connsiteX0" fmla="*/ 2910999 w 2910999"/>
              <a:gd name="connsiteY0" fmla="*/ 0 h 3361305"/>
              <a:gd name="connsiteX1" fmla="*/ 2910999 w 2910999"/>
              <a:gd name="connsiteY1" fmla="*/ 1680652 h 3361305"/>
              <a:gd name="connsiteX2" fmla="*/ 2910999 w 2910999"/>
              <a:gd name="connsiteY2" fmla="*/ 3361305 h 3361305"/>
              <a:gd name="connsiteX3" fmla="*/ 1455499 w 2910999"/>
              <a:gd name="connsiteY3" fmla="*/ 2521043 h 3361305"/>
              <a:gd name="connsiteX4" fmla="*/ 0 w 2910999"/>
              <a:gd name="connsiteY4" fmla="*/ 1680652 h 3361305"/>
              <a:gd name="connsiteX5" fmla="*/ 1455499 w 2910999"/>
              <a:gd name="connsiteY5" fmla="*/ 840390 h 336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0999" h="3361305">
                <a:moveTo>
                  <a:pt x="2910999" y="0"/>
                </a:moveTo>
                <a:lnTo>
                  <a:pt x="2910999" y="1680652"/>
                </a:lnTo>
                <a:lnTo>
                  <a:pt x="2910999" y="3361305"/>
                </a:lnTo>
                <a:lnTo>
                  <a:pt x="1455499" y="2521043"/>
                </a:lnTo>
                <a:lnTo>
                  <a:pt x="0" y="1680652"/>
                </a:lnTo>
                <a:lnTo>
                  <a:pt x="1455499" y="840390"/>
                </a:lnTo>
                <a:close/>
              </a:path>
            </a:pathLst>
          </a:custGeom>
          <a:solidFill>
            <a:schemeClr val="tx2"/>
          </a:solidFill>
        </p:spPr>
        <p:txBody>
          <a:bodyPr wrap="square">
            <a:noAutofit/>
          </a:bodyPr>
          <a:lstStyle>
            <a:lvl1pPr marL="0" indent="0">
              <a:buNone/>
              <a:defRPr/>
            </a:lvl1pPr>
          </a:lstStyle>
          <a:p>
            <a:r>
              <a:rPr lang="fr-FR"/>
              <a:t> </a:t>
            </a:r>
          </a:p>
        </p:txBody>
      </p:sp>
      <p:sp>
        <p:nvSpPr>
          <p:cNvPr id="64" name="Espace réservé pour une image  19">
            <a:extLst>
              <a:ext uri="{FF2B5EF4-FFF2-40B4-BE49-F238E27FC236}">
                <a16:creationId xmlns:a16="http://schemas.microsoft.com/office/drawing/2014/main" id="{F71D90F9-7A08-1CB4-D027-9160F6236A02}"/>
              </a:ext>
            </a:extLst>
          </p:cNvPr>
          <p:cNvSpPr>
            <a:spLocks noGrp="1"/>
          </p:cNvSpPr>
          <p:nvPr>
            <p:ph type="pic" sz="quarter" idx="16" hasCustomPrompt="1"/>
          </p:nvPr>
        </p:nvSpPr>
        <p:spPr>
          <a:xfrm>
            <a:off x="7787048" y="1582057"/>
            <a:ext cx="4153770" cy="4796322"/>
          </a:xfrm>
          <a:custGeom>
            <a:avLst/>
            <a:gdLst>
              <a:gd name="connsiteX0" fmla="*/ 0 w 2910999"/>
              <a:gd name="connsiteY0" fmla="*/ 0 h 3361305"/>
              <a:gd name="connsiteX1" fmla="*/ 1455499 w 2910999"/>
              <a:gd name="connsiteY1" fmla="*/ 840261 h 3361305"/>
              <a:gd name="connsiteX2" fmla="*/ 2910999 w 2910999"/>
              <a:gd name="connsiteY2" fmla="*/ 1680652 h 3361305"/>
              <a:gd name="connsiteX3" fmla="*/ 1455499 w 2910999"/>
              <a:gd name="connsiteY3" fmla="*/ 2520914 h 3361305"/>
              <a:gd name="connsiteX4" fmla="*/ 0 w 2910999"/>
              <a:gd name="connsiteY4" fmla="*/ 3361305 h 3361305"/>
              <a:gd name="connsiteX5" fmla="*/ 0 w 2910999"/>
              <a:gd name="connsiteY5" fmla="*/ 1680652 h 336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0999" h="3361305">
                <a:moveTo>
                  <a:pt x="0" y="0"/>
                </a:moveTo>
                <a:lnTo>
                  <a:pt x="1455499" y="840261"/>
                </a:lnTo>
                <a:lnTo>
                  <a:pt x="2910999" y="1680652"/>
                </a:lnTo>
                <a:lnTo>
                  <a:pt x="1455499" y="2520914"/>
                </a:lnTo>
                <a:lnTo>
                  <a:pt x="0" y="3361305"/>
                </a:lnTo>
                <a:lnTo>
                  <a:pt x="0" y="1680652"/>
                </a:lnTo>
                <a:close/>
              </a:path>
            </a:pathLst>
          </a:custGeom>
          <a:solidFill>
            <a:schemeClr val="tx2"/>
          </a:solidFill>
        </p:spPr>
        <p:txBody>
          <a:bodyPr wrap="square">
            <a:noAutofit/>
          </a:bodyPr>
          <a:lstStyle>
            <a:lvl1pPr marL="0" indent="0">
              <a:buNone/>
              <a:defRPr/>
            </a:lvl1pPr>
          </a:lstStyle>
          <a:p>
            <a:r>
              <a:rPr lang="fr-FR"/>
              <a:t> </a:t>
            </a:r>
          </a:p>
        </p:txBody>
      </p:sp>
    </p:spTree>
    <p:extLst>
      <p:ext uri="{BB962C8B-B14F-4D97-AF65-F5344CB8AC3E}">
        <p14:creationId xmlns:p14="http://schemas.microsoft.com/office/powerpoint/2010/main" val="396561687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Cover H">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1BFF18-D6FF-D19F-2EC3-F8DB2036367B}"/>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sp>
        <p:nvSpPr>
          <p:cNvPr id="20" name="Graphique 2">
            <a:extLst>
              <a:ext uri="{FF2B5EF4-FFF2-40B4-BE49-F238E27FC236}">
                <a16:creationId xmlns:a16="http://schemas.microsoft.com/office/drawing/2014/main" id="{A153E79F-4563-C4A2-1126-B399D13900F1}"/>
              </a:ext>
            </a:extLst>
          </p:cNvPr>
          <p:cNvSpPr>
            <a:spLocks/>
          </p:cNvSpPr>
          <p:nvPr userDrawn="1"/>
        </p:nvSpPr>
        <p:spPr>
          <a:xfrm rot="5400000">
            <a:off x="7527740" y="1356476"/>
            <a:ext cx="3871213" cy="3352597"/>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38" name="Graphique 2">
            <a:extLst>
              <a:ext uri="{FF2B5EF4-FFF2-40B4-BE49-F238E27FC236}">
                <a16:creationId xmlns:a16="http://schemas.microsoft.com/office/drawing/2014/main" id="{52AFEA91-D316-F879-EFC5-1EF3EBB9837F}"/>
              </a:ext>
            </a:extLst>
          </p:cNvPr>
          <p:cNvSpPr>
            <a:spLocks/>
          </p:cNvSpPr>
          <p:nvPr userDrawn="1"/>
        </p:nvSpPr>
        <p:spPr>
          <a:xfrm rot="16200000">
            <a:off x="5230451" y="734162"/>
            <a:ext cx="1308416" cy="1133131"/>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34" name="Espace réservé pour une image  33">
            <a:extLst>
              <a:ext uri="{FF2B5EF4-FFF2-40B4-BE49-F238E27FC236}">
                <a16:creationId xmlns:a16="http://schemas.microsoft.com/office/drawing/2014/main" id="{1D2FA2FA-E793-9C88-3904-F4DA96C57938}"/>
              </a:ext>
            </a:extLst>
          </p:cNvPr>
          <p:cNvSpPr>
            <a:spLocks noGrp="1"/>
          </p:cNvSpPr>
          <p:nvPr>
            <p:ph type="pic" sz="quarter" idx="17" hasCustomPrompt="1"/>
          </p:nvPr>
        </p:nvSpPr>
        <p:spPr>
          <a:xfrm>
            <a:off x="4811609" y="743195"/>
            <a:ext cx="2658987" cy="3070309"/>
          </a:xfrm>
          <a:custGeom>
            <a:avLst/>
            <a:gdLst>
              <a:gd name="connsiteX0" fmla="*/ 2910999 w 2910999"/>
              <a:gd name="connsiteY0" fmla="*/ 0 h 3361305"/>
              <a:gd name="connsiteX1" fmla="*/ 2910999 w 2910999"/>
              <a:gd name="connsiteY1" fmla="*/ 1680652 h 3361305"/>
              <a:gd name="connsiteX2" fmla="*/ 2910999 w 2910999"/>
              <a:gd name="connsiteY2" fmla="*/ 3361305 h 3361305"/>
              <a:gd name="connsiteX3" fmla="*/ 1455499 w 2910999"/>
              <a:gd name="connsiteY3" fmla="*/ 2521043 h 3361305"/>
              <a:gd name="connsiteX4" fmla="*/ 0 w 2910999"/>
              <a:gd name="connsiteY4" fmla="*/ 1680652 h 3361305"/>
              <a:gd name="connsiteX5" fmla="*/ 1455499 w 2910999"/>
              <a:gd name="connsiteY5" fmla="*/ 840390 h 336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0999" h="3361305">
                <a:moveTo>
                  <a:pt x="2910999" y="0"/>
                </a:moveTo>
                <a:lnTo>
                  <a:pt x="2910999" y="1680652"/>
                </a:lnTo>
                <a:lnTo>
                  <a:pt x="2910999" y="3361305"/>
                </a:lnTo>
                <a:lnTo>
                  <a:pt x="1455499" y="2521043"/>
                </a:lnTo>
                <a:lnTo>
                  <a:pt x="0" y="1680652"/>
                </a:lnTo>
                <a:lnTo>
                  <a:pt x="1455499" y="840390"/>
                </a:lnTo>
                <a:close/>
              </a:path>
            </a:pathLst>
          </a:custGeom>
          <a:solidFill>
            <a:schemeClr val="tx2"/>
          </a:solidFill>
        </p:spPr>
        <p:txBody>
          <a:bodyPr wrap="square">
            <a:noAutofit/>
          </a:bodyPr>
          <a:lstStyle>
            <a:lvl1pPr marL="0" indent="0">
              <a:buNone/>
              <a:defRPr/>
            </a:lvl1pPr>
          </a:lstStyle>
          <a:p>
            <a:r>
              <a:rPr lang="fr-FR"/>
              <a:t> </a:t>
            </a:r>
          </a:p>
        </p:txBody>
      </p:sp>
      <p:sp>
        <p:nvSpPr>
          <p:cNvPr id="25" name="Espace réservé pour une image  24">
            <a:extLst>
              <a:ext uri="{FF2B5EF4-FFF2-40B4-BE49-F238E27FC236}">
                <a16:creationId xmlns:a16="http://schemas.microsoft.com/office/drawing/2014/main" id="{F0052DC2-C0C4-8616-8EAD-39B52CBDD99E}"/>
              </a:ext>
            </a:extLst>
          </p:cNvPr>
          <p:cNvSpPr>
            <a:spLocks noGrp="1"/>
          </p:cNvSpPr>
          <p:nvPr>
            <p:ph type="pic" sz="quarter" idx="16" hasCustomPrompt="1"/>
          </p:nvPr>
        </p:nvSpPr>
        <p:spPr>
          <a:xfrm>
            <a:off x="7787048" y="1582057"/>
            <a:ext cx="4153770" cy="4796322"/>
          </a:xfrm>
          <a:custGeom>
            <a:avLst/>
            <a:gdLst>
              <a:gd name="connsiteX0" fmla="*/ 0 w 2910999"/>
              <a:gd name="connsiteY0" fmla="*/ 0 h 3361305"/>
              <a:gd name="connsiteX1" fmla="*/ 1455499 w 2910999"/>
              <a:gd name="connsiteY1" fmla="*/ 840261 h 3361305"/>
              <a:gd name="connsiteX2" fmla="*/ 2910999 w 2910999"/>
              <a:gd name="connsiteY2" fmla="*/ 1680652 h 3361305"/>
              <a:gd name="connsiteX3" fmla="*/ 1455499 w 2910999"/>
              <a:gd name="connsiteY3" fmla="*/ 2520914 h 3361305"/>
              <a:gd name="connsiteX4" fmla="*/ 0 w 2910999"/>
              <a:gd name="connsiteY4" fmla="*/ 3361305 h 3361305"/>
              <a:gd name="connsiteX5" fmla="*/ 0 w 2910999"/>
              <a:gd name="connsiteY5" fmla="*/ 1680652 h 336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0999" h="3361305">
                <a:moveTo>
                  <a:pt x="0" y="0"/>
                </a:moveTo>
                <a:lnTo>
                  <a:pt x="1455499" y="840261"/>
                </a:lnTo>
                <a:lnTo>
                  <a:pt x="2910999" y="1680652"/>
                </a:lnTo>
                <a:lnTo>
                  <a:pt x="1455499" y="2520914"/>
                </a:lnTo>
                <a:lnTo>
                  <a:pt x="0" y="3361305"/>
                </a:lnTo>
                <a:lnTo>
                  <a:pt x="0" y="1680652"/>
                </a:lnTo>
                <a:close/>
              </a:path>
            </a:pathLst>
          </a:custGeom>
          <a:solidFill>
            <a:schemeClr val="tx2"/>
          </a:solidFill>
        </p:spPr>
        <p:txBody>
          <a:bodyPr wrap="square">
            <a:noAutofit/>
          </a:bodyPr>
          <a:lstStyle>
            <a:lvl1pPr marL="0" indent="0">
              <a:buNone/>
              <a:defRPr/>
            </a:lvl1pPr>
          </a:lstStyle>
          <a:p>
            <a:r>
              <a:rPr lang="fr-FR"/>
              <a:t> </a:t>
            </a:r>
          </a:p>
        </p:txBody>
      </p:sp>
      <p:sp>
        <p:nvSpPr>
          <p:cNvPr id="26" name="Graphique 2">
            <a:extLst>
              <a:ext uri="{FF2B5EF4-FFF2-40B4-BE49-F238E27FC236}">
                <a16:creationId xmlns:a16="http://schemas.microsoft.com/office/drawing/2014/main" id="{0DA6744D-0B13-335F-AC78-E00D6068540E}"/>
              </a:ext>
            </a:extLst>
          </p:cNvPr>
          <p:cNvSpPr>
            <a:spLocks/>
          </p:cNvSpPr>
          <p:nvPr userDrawn="1"/>
        </p:nvSpPr>
        <p:spPr>
          <a:xfrm rot="16200000">
            <a:off x="10127252" y="4658091"/>
            <a:ext cx="1605784" cy="1390661"/>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36" name="Espace réservé pour une image  35">
            <a:extLst>
              <a:ext uri="{FF2B5EF4-FFF2-40B4-BE49-F238E27FC236}">
                <a16:creationId xmlns:a16="http://schemas.microsoft.com/office/drawing/2014/main" id="{EA2D2D6C-1627-0021-865E-3D8551832D78}"/>
              </a:ext>
            </a:extLst>
          </p:cNvPr>
          <p:cNvSpPr>
            <a:spLocks noGrp="1"/>
          </p:cNvSpPr>
          <p:nvPr>
            <p:ph type="pic" sz="quarter" idx="18" hasCustomPrompt="1"/>
          </p:nvPr>
        </p:nvSpPr>
        <p:spPr>
          <a:xfrm>
            <a:off x="5116240" y="2911695"/>
            <a:ext cx="2362028" cy="2727413"/>
          </a:xfrm>
          <a:custGeom>
            <a:avLst/>
            <a:gdLst>
              <a:gd name="connsiteX0" fmla="*/ 0 w 2910999"/>
              <a:gd name="connsiteY0" fmla="*/ 0 h 3361305"/>
              <a:gd name="connsiteX1" fmla="*/ 1455499 w 2910999"/>
              <a:gd name="connsiteY1" fmla="*/ 840261 h 3361305"/>
              <a:gd name="connsiteX2" fmla="*/ 2910999 w 2910999"/>
              <a:gd name="connsiteY2" fmla="*/ 1680652 h 3361305"/>
              <a:gd name="connsiteX3" fmla="*/ 1455499 w 2910999"/>
              <a:gd name="connsiteY3" fmla="*/ 2520914 h 3361305"/>
              <a:gd name="connsiteX4" fmla="*/ 0 w 2910999"/>
              <a:gd name="connsiteY4" fmla="*/ 3361305 h 3361305"/>
              <a:gd name="connsiteX5" fmla="*/ 0 w 2910999"/>
              <a:gd name="connsiteY5" fmla="*/ 1680652 h 336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0999" h="3361305">
                <a:moveTo>
                  <a:pt x="0" y="0"/>
                </a:moveTo>
                <a:lnTo>
                  <a:pt x="1455499" y="840261"/>
                </a:lnTo>
                <a:lnTo>
                  <a:pt x="2910999" y="1680652"/>
                </a:lnTo>
                <a:lnTo>
                  <a:pt x="1455499" y="2520914"/>
                </a:lnTo>
                <a:lnTo>
                  <a:pt x="0" y="3361305"/>
                </a:lnTo>
                <a:lnTo>
                  <a:pt x="0" y="1680652"/>
                </a:lnTo>
                <a:close/>
              </a:path>
            </a:pathLst>
          </a:custGeom>
          <a:solidFill>
            <a:schemeClr val="tx2"/>
          </a:solidFill>
        </p:spPr>
        <p:txBody>
          <a:bodyPr wrap="square">
            <a:noAutofit/>
          </a:bodyPr>
          <a:lstStyle>
            <a:lvl1pPr marL="0" indent="0">
              <a:buNone/>
              <a:defRPr/>
            </a:lvl1pPr>
          </a:lstStyle>
          <a:p>
            <a:r>
              <a:rPr lang="fr-FR"/>
              <a:t> </a:t>
            </a:r>
          </a:p>
        </p:txBody>
      </p:sp>
      <p:grpSp>
        <p:nvGrpSpPr>
          <p:cNvPr id="5" name="Group 19">
            <a:extLst>
              <a:ext uri="{FF2B5EF4-FFF2-40B4-BE49-F238E27FC236}">
                <a16:creationId xmlns:a16="http://schemas.microsoft.com/office/drawing/2014/main" id="{3AEAB1D2-4215-DDBB-86FC-CE25FC9943BD}"/>
              </a:ext>
            </a:extLst>
          </p:cNvPr>
          <p:cNvGrpSpPr/>
          <p:nvPr userDrawn="1"/>
        </p:nvGrpSpPr>
        <p:grpSpPr>
          <a:xfrm>
            <a:off x="939675" y="2636414"/>
            <a:ext cx="1790825" cy="283497"/>
            <a:chOff x="1356993" y="2119689"/>
            <a:chExt cx="2286089" cy="361900"/>
          </a:xfrm>
        </p:grpSpPr>
        <p:sp>
          <p:nvSpPr>
            <p:cNvPr id="6" name="Freeform: Shape 20">
              <a:extLst>
                <a:ext uri="{FF2B5EF4-FFF2-40B4-BE49-F238E27FC236}">
                  <a16:creationId xmlns:a16="http://schemas.microsoft.com/office/drawing/2014/main" id="{6CE80380-6E4C-D87E-A19F-A10F2873565B}"/>
                </a:ext>
              </a:extLst>
            </p:cNvPr>
            <p:cNvSpPr/>
            <p:nvPr/>
          </p:nvSpPr>
          <p:spPr>
            <a:xfrm>
              <a:off x="1356993" y="2119689"/>
              <a:ext cx="599701" cy="361900"/>
            </a:xfrm>
            <a:custGeom>
              <a:avLst/>
              <a:gdLst>
                <a:gd name="connsiteX0" fmla="*/ 235567 w 599701"/>
                <a:gd name="connsiteY0" fmla="*/ 361570 h 361900"/>
                <a:gd name="connsiteX1" fmla="*/ 67887 w 599701"/>
                <a:gd name="connsiteY1" fmla="*/ 361570 h 361900"/>
                <a:gd name="connsiteX2" fmla="*/ 38875 w 599701"/>
                <a:gd name="connsiteY2" fmla="*/ 19514 h 361900"/>
                <a:gd name="connsiteX3" fmla="*/ 147445 w 599701"/>
                <a:gd name="connsiteY3" fmla="*/ 208486 h 361900"/>
                <a:gd name="connsiteX4" fmla="*/ 267535 w 599701"/>
                <a:gd name="connsiteY4" fmla="*/ -330 h 361900"/>
                <a:gd name="connsiteX5" fmla="*/ 444021 w 599701"/>
                <a:gd name="connsiteY5" fmla="*/ -330 h 361900"/>
                <a:gd name="connsiteX6" fmla="*/ 235688 w 599701"/>
                <a:gd name="connsiteY6" fmla="*/ 361570 h 361900"/>
                <a:gd name="connsiteX7" fmla="*/ 560372 w 599701"/>
                <a:gd name="connsiteY7" fmla="*/ 20359 h 361900"/>
                <a:gd name="connsiteX8" fmla="*/ 531661 w 599701"/>
                <a:gd name="connsiteY8" fmla="*/ 361570 h 361900"/>
                <a:gd name="connsiteX9" fmla="*/ 367238 w 599701"/>
                <a:gd name="connsiteY9" fmla="*/ 361570 h 361900"/>
                <a:gd name="connsiteX10" fmla="*/ 417844 w 599701"/>
                <a:gd name="connsiteY10" fmla="*/ 272120 h 361900"/>
                <a:gd name="connsiteX11" fmla="*/ 350892 w 599701"/>
                <a:gd name="connsiteY11" fmla="*/ 272120 h 361900"/>
                <a:gd name="connsiteX12" fmla="*/ 429787 w 599701"/>
                <a:gd name="connsiteY12" fmla="*/ 132910 h 361900"/>
                <a:gd name="connsiteX13" fmla="*/ 497221 w 599701"/>
                <a:gd name="connsiteY13" fmla="*/ 132910 h 361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701" h="361900">
                  <a:moveTo>
                    <a:pt x="235567" y="361570"/>
                  </a:moveTo>
                  <a:lnTo>
                    <a:pt x="67887" y="361570"/>
                  </a:lnTo>
                  <a:cubicBezTo>
                    <a:pt x="-11460" y="264472"/>
                    <a:pt x="-22986" y="128591"/>
                    <a:pt x="38875" y="19514"/>
                  </a:cubicBezTo>
                  <a:lnTo>
                    <a:pt x="147445" y="208486"/>
                  </a:lnTo>
                  <a:lnTo>
                    <a:pt x="267535" y="-330"/>
                  </a:lnTo>
                  <a:lnTo>
                    <a:pt x="444021" y="-330"/>
                  </a:lnTo>
                  <a:lnTo>
                    <a:pt x="235688" y="361570"/>
                  </a:lnTo>
                  <a:close/>
                  <a:moveTo>
                    <a:pt x="560372" y="20359"/>
                  </a:moveTo>
                  <a:cubicBezTo>
                    <a:pt x="620942" y="129381"/>
                    <a:pt x="609596" y="264201"/>
                    <a:pt x="531661" y="361570"/>
                  </a:cubicBezTo>
                  <a:lnTo>
                    <a:pt x="367238" y="361570"/>
                  </a:lnTo>
                  <a:lnTo>
                    <a:pt x="417844" y="272120"/>
                  </a:lnTo>
                  <a:lnTo>
                    <a:pt x="350892" y="272120"/>
                  </a:lnTo>
                  <a:lnTo>
                    <a:pt x="429787" y="132910"/>
                  </a:lnTo>
                  <a:lnTo>
                    <a:pt x="497221" y="132910"/>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nvGrpSpPr>
            <p:cNvPr id="7" name="Group 21">
              <a:extLst>
                <a:ext uri="{FF2B5EF4-FFF2-40B4-BE49-F238E27FC236}">
                  <a16:creationId xmlns:a16="http://schemas.microsoft.com/office/drawing/2014/main" id="{B95D528B-008E-F115-E245-9DA1F520B93A}"/>
                </a:ext>
              </a:extLst>
            </p:cNvPr>
            <p:cNvGrpSpPr/>
            <p:nvPr/>
          </p:nvGrpSpPr>
          <p:grpSpPr>
            <a:xfrm>
              <a:off x="2056694" y="2152863"/>
              <a:ext cx="1586388" cy="295684"/>
              <a:chOff x="2056694" y="2152863"/>
              <a:chExt cx="1586388" cy="295684"/>
            </a:xfrm>
          </p:grpSpPr>
          <p:sp>
            <p:nvSpPr>
              <p:cNvPr id="8" name="Freeform: Shape 22">
                <a:extLst>
                  <a:ext uri="{FF2B5EF4-FFF2-40B4-BE49-F238E27FC236}">
                    <a16:creationId xmlns:a16="http://schemas.microsoft.com/office/drawing/2014/main" id="{208E34A6-53B4-70E4-EBCF-890C5005B213}"/>
                  </a:ext>
                </a:extLst>
              </p:cNvPr>
              <p:cNvSpPr/>
              <p:nvPr/>
            </p:nvSpPr>
            <p:spPr>
              <a:xfrm>
                <a:off x="2056694" y="2162996"/>
                <a:ext cx="254053" cy="285478"/>
              </a:xfrm>
              <a:custGeom>
                <a:avLst/>
                <a:gdLst>
                  <a:gd name="connsiteX0" fmla="*/ 27808 w 254053"/>
                  <a:gd name="connsiteY0" fmla="*/ 142621 h 285478"/>
                  <a:gd name="connsiteX1" fmla="*/ 126366 w 254053"/>
                  <a:gd name="connsiteY1" fmla="*/ 259876 h 285478"/>
                  <a:gd name="connsiteX2" fmla="*/ 224923 w 254053"/>
                  <a:gd name="connsiteY2" fmla="*/ 142621 h 285478"/>
                  <a:gd name="connsiteX3" fmla="*/ 126366 w 254053"/>
                  <a:gd name="connsiteY3" fmla="*/ 24943 h 285478"/>
                  <a:gd name="connsiteX4" fmla="*/ 27808 w 254053"/>
                  <a:gd name="connsiteY4" fmla="*/ 142621 h 285478"/>
                  <a:gd name="connsiteX5" fmla="*/ -661 w 254053"/>
                  <a:gd name="connsiteY5" fmla="*/ 142621 h 285478"/>
                  <a:gd name="connsiteX6" fmla="*/ 126366 w 254053"/>
                  <a:gd name="connsiteY6" fmla="*/ -330 h 285478"/>
                  <a:gd name="connsiteX7" fmla="*/ 253393 w 254053"/>
                  <a:gd name="connsiteY7" fmla="*/ 142621 h 285478"/>
                  <a:gd name="connsiteX8" fmla="*/ 126366 w 254053"/>
                  <a:gd name="connsiteY8" fmla="*/ 285149 h 285478"/>
                  <a:gd name="connsiteX9" fmla="*/ -661 w 254053"/>
                  <a:gd name="connsiteY9" fmla="*/ 142621 h 28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053" h="285478">
                    <a:moveTo>
                      <a:pt x="27808" y="142621"/>
                    </a:moveTo>
                    <a:cubicBezTo>
                      <a:pt x="27808" y="221997"/>
                      <a:pt x="63998" y="259876"/>
                      <a:pt x="126366" y="259876"/>
                    </a:cubicBezTo>
                    <a:cubicBezTo>
                      <a:pt x="188733" y="259876"/>
                      <a:pt x="224923" y="221997"/>
                      <a:pt x="224923" y="142621"/>
                    </a:cubicBezTo>
                    <a:cubicBezTo>
                      <a:pt x="224923" y="63244"/>
                      <a:pt x="188733" y="24943"/>
                      <a:pt x="126366" y="24943"/>
                    </a:cubicBezTo>
                    <a:cubicBezTo>
                      <a:pt x="63998" y="24943"/>
                      <a:pt x="27808" y="62822"/>
                      <a:pt x="27808" y="142621"/>
                    </a:cubicBezTo>
                    <a:moveTo>
                      <a:pt x="-661" y="142621"/>
                    </a:moveTo>
                    <a:cubicBezTo>
                      <a:pt x="-661" y="46114"/>
                      <a:pt x="47592" y="-330"/>
                      <a:pt x="126366" y="-330"/>
                    </a:cubicBezTo>
                    <a:cubicBezTo>
                      <a:pt x="205140" y="-330"/>
                      <a:pt x="253393" y="46114"/>
                      <a:pt x="253393" y="142621"/>
                    </a:cubicBezTo>
                    <a:cubicBezTo>
                      <a:pt x="253393" y="239127"/>
                      <a:pt x="205140" y="285149"/>
                      <a:pt x="126366" y="285149"/>
                    </a:cubicBezTo>
                    <a:cubicBezTo>
                      <a:pt x="47592" y="285149"/>
                      <a:pt x="-661" y="238283"/>
                      <a:pt x="-661" y="14262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9" name="Freeform: Shape 23">
                <a:extLst>
                  <a:ext uri="{FF2B5EF4-FFF2-40B4-BE49-F238E27FC236}">
                    <a16:creationId xmlns:a16="http://schemas.microsoft.com/office/drawing/2014/main" id="{66E50819-A757-20D7-F2B8-3F46C1B88552}"/>
                  </a:ext>
                </a:extLst>
              </p:cNvPr>
              <p:cNvSpPr/>
              <p:nvPr/>
            </p:nvSpPr>
            <p:spPr>
              <a:xfrm>
                <a:off x="2326249" y="2165468"/>
                <a:ext cx="219070" cy="280416"/>
              </a:xfrm>
              <a:custGeom>
                <a:avLst/>
                <a:gdLst>
                  <a:gd name="connsiteX0" fmla="*/ 191508 w 219070"/>
                  <a:gd name="connsiteY0" fmla="*/ 8597 h 280416"/>
                  <a:gd name="connsiteX1" fmla="*/ 204537 w 219070"/>
                  <a:gd name="connsiteY1" fmla="*/ -329 h 280416"/>
                  <a:gd name="connsiteX2" fmla="*/ 218409 w 219070"/>
                  <a:gd name="connsiteY2" fmla="*/ 13302 h 280416"/>
                  <a:gd name="connsiteX3" fmla="*/ 218409 w 219070"/>
                  <a:gd name="connsiteY3" fmla="*/ 13483 h 280416"/>
                  <a:gd name="connsiteX4" fmla="*/ 217143 w 219070"/>
                  <a:gd name="connsiteY4" fmla="*/ 19515 h 280416"/>
                  <a:gd name="connsiteX5" fmla="*/ 121903 w 219070"/>
                  <a:gd name="connsiteY5" fmla="*/ 270734 h 280416"/>
                  <a:gd name="connsiteX6" fmla="*/ 104472 w 219070"/>
                  <a:gd name="connsiteY6" fmla="*/ 279359 h 280416"/>
                  <a:gd name="connsiteX7" fmla="*/ 95846 w 219070"/>
                  <a:gd name="connsiteY7" fmla="*/ 270734 h 280416"/>
                  <a:gd name="connsiteX8" fmla="*/ 546 w 219070"/>
                  <a:gd name="connsiteY8" fmla="*/ 19515 h 280416"/>
                  <a:gd name="connsiteX9" fmla="*/ -661 w 219070"/>
                  <a:gd name="connsiteY9" fmla="*/ 13483 h 280416"/>
                  <a:gd name="connsiteX10" fmla="*/ 12911 w 219070"/>
                  <a:gd name="connsiteY10" fmla="*/ -329 h 280416"/>
                  <a:gd name="connsiteX11" fmla="*/ 13152 w 219070"/>
                  <a:gd name="connsiteY11" fmla="*/ -329 h 280416"/>
                  <a:gd name="connsiteX12" fmla="*/ 26180 w 219070"/>
                  <a:gd name="connsiteY12" fmla="*/ 8597 h 280416"/>
                  <a:gd name="connsiteX13" fmla="*/ 108814 w 219070"/>
                  <a:gd name="connsiteY13" fmla="*/ 227668 h 28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070" h="280416">
                    <a:moveTo>
                      <a:pt x="191508" y="8597"/>
                    </a:moveTo>
                    <a:cubicBezTo>
                      <a:pt x="193583" y="3211"/>
                      <a:pt x="198765" y="-341"/>
                      <a:pt x="204537" y="-329"/>
                    </a:cubicBezTo>
                    <a:cubicBezTo>
                      <a:pt x="212131" y="-396"/>
                      <a:pt x="218343" y="5708"/>
                      <a:pt x="218409" y="13302"/>
                    </a:cubicBezTo>
                    <a:cubicBezTo>
                      <a:pt x="218409" y="13362"/>
                      <a:pt x="218409" y="13423"/>
                      <a:pt x="218409" y="13483"/>
                    </a:cubicBezTo>
                    <a:cubicBezTo>
                      <a:pt x="218307" y="15546"/>
                      <a:pt x="217879" y="17585"/>
                      <a:pt x="217143" y="19515"/>
                    </a:cubicBezTo>
                    <a:lnTo>
                      <a:pt x="121903" y="270734"/>
                    </a:lnTo>
                    <a:cubicBezTo>
                      <a:pt x="119472" y="277929"/>
                      <a:pt x="111667" y="281790"/>
                      <a:pt x="104472" y="279359"/>
                    </a:cubicBezTo>
                    <a:cubicBezTo>
                      <a:pt x="100406" y="277984"/>
                      <a:pt x="97221" y="274799"/>
                      <a:pt x="95846" y="270734"/>
                    </a:cubicBezTo>
                    <a:lnTo>
                      <a:pt x="546" y="19515"/>
                    </a:lnTo>
                    <a:cubicBezTo>
                      <a:pt x="-166" y="17579"/>
                      <a:pt x="-570" y="15546"/>
                      <a:pt x="-661" y="13483"/>
                    </a:cubicBezTo>
                    <a:cubicBezTo>
                      <a:pt x="-727" y="5919"/>
                      <a:pt x="5347" y="-263"/>
                      <a:pt x="12911" y="-329"/>
                    </a:cubicBezTo>
                    <a:cubicBezTo>
                      <a:pt x="12989" y="-329"/>
                      <a:pt x="13074" y="-329"/>
                      <a:pt x="13152" y="-329"/>
                    </a:cubicBezTo>
                    <a:cubicBezTo>
                      <a:pt x="18930" y="-360"/>
                      <a:pt x="24118" y="3199"/>
                      <a:pt x="26180" y="8597"/>
                    </a:cubicBezTo>
                    <a:lnTo>
                      <a:pt x="108814" y="227668"/>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0" name="Freeform: Shape 24">
                <a:extLst>
                  <a:ext uri="{FF2B5EF4-FFF2-40B4-BE49-F238E27FC236}">
                    <a16:creationId xmlns:a16="http://schemas.microsoft.com/office/drawing/2014/main" id="{70FE702D-6799-4C34-EDEB-DEDE6AA1DAF8}"/>
                  </a:ext>
                </a:extLst>
              </p:cNvPr>
              <p:cNvSpPr/>
              <p:nvPr/>
            </p:nvSpPr>
            <p:spPr>
              <a:xfrm>
                <a:off x="2575417" y="2165408"/>
                <a:ext cx="197145" cy="281510"/>
              </a:xfrm>
              <a:custGeom>
                <a:avLst/>
                <a:gdLst>
                  <a:gd name="connsiteX0" fmla="*/ 27085 w 197145"/>
                  <a:gd name="connsiteY0" fmla="*/ 149135 h 281510"/>
                  <a:gd name="connsiteX1" fmla="*/ 27085 w 197145"/>
                  <a:gd name="connsiteY1" fmla="*/ 266390 h 281510"/>
                  <a:gd name="connsiteX2" fmla="*/ 13212 w 197145"/>
                  <a:gd name="connsiteY2" fmla="*/ 280263 h 281510"/>
                  <a:gd name="connsiteX3" fmla="*/ -661 w 197145"/>
                  <a:gd name="connsiteY3" fmla="*/ 266390 h 281510"/>
                  <a:gd name="connsiteX4" fmla="*/ -661 w 197145"/>
                  <a:gd name="connsiteY4" fmla="*/ 13543 h 281510"/>
                  <a:gd name="connsiteX5" fmla="*/ 13212 w 197145"/>
                  <a:gd name="connsiteY5" fmla="*/ -330 h 281510"/>
                  <a:gd name="connsiteX6" fmla="*/ 27085 w 197145"/>
                  <a:gd name="connsiteY6" fmla="*/ 13543 h 281510"/>
                  <a:gd name="connsiteX7" fmla="*/ 27085 w 197145"/>
                  <a:gd name="connsiteY7" fmla="*/ 123922 h 281510"/>
                  <a:gd name="connsiteX8" fmla="*/ 168768 w 197145"/>
                  <a:gd name="connsiteY8" fmla="*/ 123922 h 281510"/>
                  <a:gd name="connsiteX9" fmla="*/ 168768 w 197145"/>
                  <a:gd name="connsiteY9" fmla="*/ 13543 h 281510"/>
                  <a:gd name="connsiteX10" fmla="*/ 183528 w 197145"/>
                  <a:gd name="connsiteY10" fmla="*/ 617 h 281510"/>
                  <a:gd name="connsiteX11" fmla="*/ 196454 w 197145"/>
                  <a:gd name="connsiteY11" fmla="*/ 13543 h 281510"/>
                  <a:gd name="connsiteX12" fmla="*/ 196454 w 197145"/>
                  <a:gd name="connsiteY12" fmla="*/ 266390 h 281510"/>
                  <a:gd name="connsiteX13" fmla="*/ 183528 w 197145"/>
                  <a:gd name="connsiteY13" fmla="*/ 281150 h 281510"/>
                  <a:gd name="connsiteX14" fmla="*/ 168768 w 197145"/>
                  <a:gd name="connsiteY14" fmla="*/ 268218 h 281510"/>
                  <a:gd name="connsiteX15" fmla="*/ 168768 w 197145"/>
                  <a:gd name="connsiteY15" fmla="*/ 266390 h 281510"/>
                  <a:gd name="connsiteX16" fmla="*/ 168768 w 197145"/>
                  <a:gd name="connsiteY16" fmla="*/ 149135 h 28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45" h="281510">
                    <a:moveTo>
                      <a:pt x="27085" y="149135"/>
                    </a:moveTo>
                    <a:lnTo>
                      <a:pt x="27085" y="266390"/>
                    </a:lnTo>
                    <a:cubicBezTo>
                      <a:pt x="27085" y="274051"/>
                      <a:pt x="20872" y="280263"/>
                      <a:pt x="13212" y="280263"/>
                    </a:cubicBezTo>
                    <a:cubicBezTo>
                      <a:pt x="5552" y="280263"/>
                      <a:pt x="-661" y="274051"/>
                      <a:pt x="-661" y="266390"/>
                    </a:cubicBezTo>
                    <a:lnTo>
                      <a:pt x="-661" y="13543"/>
                    </a:lnTo>
                    <a:cubicBezTo>
                      <a:pt x="-661" y="5883"/>
                      <a:pt x="5552" y="-330"/>
                      <a:pt x="13212" y="-330"/>
                    </a:cubicBezTo>
                    <a:cubicBezTo>
                      <a:pt x="20872" y="-330"/>
                      <a:pt x="27085" y="5883"/>
                      <a:pt x="27085" y="13543"/>
                    </a:cubicBezTo>
                    <a:lnTo>
                      <a:pt x="27085" y="123922"/>
                    </a:lnTo>
                    <a:lnTo>
                      <a:pt x="168768" y="123922"/>
                    </a:lnTo>
                    <a:lnTo>
                      <a:pt x="168768" y="13543"/>
                    </a:lnTo>
                    <a:cubicBezTo>
                      <a:pt x="169275" y="5901"/>
                      <a:pt x="175880" y="110"/>
                      <a:pt x="183528" y="617"/>
                    </a:cubicBezTo>
                    <a:cubicBezTo>
                      <a:pt x="190464" y="1075"/>
                      <a:pt x="195995" y="6600"/>
                      <a:pt x="196454" y="13543"/>
                    </a:cubicBezTo>
                    <a:lnTo>
                      <a:pt x="196454" y="266390"/>
                    </a:lnTo>
                    <a:cubicBezTo>
                      <a:pt x="196960" y="274032"/>
                      <a:pt x="191170" y="280643"/>
                      <a:pt x="183528" y="281150"/>
                    </a:cubicBezTo>
                    <a:cubicBezTo>
                      <a:pt x="175880" y="281650"/>
                      <a:pt x="169275" y="275866"/>
                      <a:pt x="168768" y="268218"/>
                    </a:cubicBezTo>
                    <a:cubicBezTo>
                      <a:pt x="168726" y="267609"/>
                      <a:pt x="168726" y="267000"/>
                      <a:pt x="168768" y="266390"/>
                    </a:cubicBezTo>
                    <a:lnTo>
                      <a:pt x="168768" y="149135"/>
                    </a:lnTo>
                    <a:close/>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1" name="Freeform: Shape 25">
                <a:extLst>
                  <a:ext uri="{FF2B5EF4-FFF2-40B4-BE49-F238E27FC236}">
                    <a16:creationId xmlns:a16="http://schemas.microsoft.com/office/drawing/2014/main" id="{BAAEDC3F-CFD7-A454-CFB2-86B259C123A1}"/>
                  </a:ext>
                </a:extLst>
              </p:cNvPr>
              <p:cNvSpPr/>
              <p:nvPr/>
            </p:nvSpPr>
            <p:spPr>
              <a:xfrm>
                <a:off x="2819338" y="2252385"/>
                <a:ext cx="150671" cy="196162"/>
              </a:xfrm>
              <a:custGeom>
                <a:avLst/>
                <a:gdLst>
                  <a:gd name="connsiteX0" fmla="*/ 83239 w 150671"/>
                  <a:gd name="connsiteY0" fmla="*/ -330 h 196162"/>
                  <a:gd name="connsiteX1" fmla="*/ 145969 w 150671"/>
                  <a:gd name="connsiteY1" fmla="*/ 27717 h 196162"/>
                  <a:gd name="connsiteX2" fmla="*/ 148804 w 150671"/>
                  <a:gd name="connsiteY2" fmla="*/ 35498 h 196162"/>
                  <a:gd name="connsiteX3" fmla="*/ 137416 w 150671"/>
                  <a:gd name="connsiteY3" fmla="*/ 47266 h 196162"/>
                  <a:gd name="connsiteX4" fmla="*/ 136740 w 150671"/>
                  <a:gd name="connsiteY4" fmla="*/ 47260 h 196162"/>
                  <a:gd name="connsiteX5" fmla="*/ 126969 w 150671"/>
                  <a:gd name="connsiteY5" fmla="*/ 42374 h 196162"/>
                  <a:gd name="connsiteX6" fmla="*/ 82998 w 150671"/>
                  <a:gd name="connsiteY6" fmla="*/ 23254 h 196162"/>
                  <a:gd name="connsiteX7" fmla="*/ 25577 w 150671"/>
                  <a:gd name="connsiteY7" fmla="*/ 97383 h 196162"/>
                  <a:gd name="connsiteX8" fmla="*/ 82998 w 150671"/>
                  <a:gd name="connsiteY8" fmla="*/ 171874 h 196162"/>
                  <a:gd name="connsiteX9" fmla="*/ 130226 w 150671"/>
                  <a:gd name="connsiteY9" fmla="*/ 154382 h 196162"/>
                  <a:gd name="connsiteX10" fmla="*/ 137947 w 150671"/>
                  <a:gd name="connsiteY10" fmla="*/ 151547 h 196162"/>
                  <a:gd name="connsiteX11" fmla="*/ 150010 w 150671"/>
                  <a:gd name="connsiteY11" fmla="*/ 163611 h 196162"/>
                  <a:gd name="connsiteX12" fmla="*/ 144702 w 150671"/>
                  <a:gd name="connsiteY12" fmla="*/ 173804 h 196162"/>
                  <a:gd name="connsiteX13" fmla="*/ 83239 w 150671"/>
                  <a:gd name="connsiteY13" fmla="*/ 195820 h 196162"/>
                  <a:gd name="connsiteX14" fmla="*/ -661 w 150671"/>
                  <a:gd name="connsiteY14" fmla="*/ 97685 h 196162"/>
                  <a:gd name="connsiteX15" fmla="*/ 83239 w 150671"/>
                  <a:gd name="connsiteY15" fmla="*/ -28 h 19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671" h="196162">
                    <a:moveTo>
                      <a:pt x="83239" y="-330"/>
                    </a:moveTo>
                    <a:cubicBezTo>
                      <a:pt x="119429" y="-330"/>
                      <a:pt x="139455" y="18790"/>
                      <a:pt x="145969" y="27717"/>
                    </a:cubicBezTo>
                    <a:cubicBezTo>
                      <a:pt x="147766" y="29913"/>
                      <a:pt x="148768" y="32657"/>
                      <a:pt x="148804" y="35498"/>
                    </a:cubicBezTo>
                    <a:cubicBezTo>
                      <a:pt x="148906" y="41892"/>
                      <a:pt x="143809" y="47163"/>
                      <a:pt x="137416" y="47266"/>
                    </a:cubicBezTo>
                    <a:cubicBezTo>
                      <a:pt x="137193" y="47272"/>
                      <a:pt x="136963" y="47272"/>
                      <a:pt x="136740" y="47260"/>
                    </a:cubicBezTo>
                    <a:cubicBezTo>
                      <a:pt x="132892" y="47284"/>
                      <a:pt x="129261" y="45468"/>
                      <a:pt x="126969" y="42374"/>
                    </a:cubicBezTo>
                    <a:cubicBezTo>
                      <a:pt x="120937" y="35498"/>
                      <a:pt x="109839" y="23254"/>
                      <a:pt x="82998" y="23254"/>
                    </a:cubicBezTo>
                    <a:cubicBezTo>
                      <a:pt x="45542" y="23254"/>
                      <a:pt x="25577" y="47381"/>
                      <a:pt x="25577" y="97383"/>
                    </a:cubicBezTo>
                    <a:cubicBezTo>
                      <a:pt x="25577" y="147385"/>
                      <a:pt x="45542" y="171874"/>
                      <a:pt x="82998" y="171874"/>
                    </a:cubicBezTo>
                    <a:cubicBezTo>
                      <a:pt x="100297" y="171735"/>
                      <a:pt x="117004" y="165547"/>
                      <a:pt x="130226" y="154382"/>
                    </a:cubicBezTo>
                    <a:cubicBezTo>
                      <a:pt x="132386" y="152561"/>
                      <a:pt x="135118" y="151559"/>
                      <a:pt x="137947" y="151547"/>
                    </a:cubicBezTo>
                    <a:cubicBezTo>
                      <a:pt x="144612" y="151547"/>
                      <a:pt x="150010" y="156946"/>
                      <a:pt x="150010" y="163611"/>
                    </a:cubicBezTo>
                    <a:cubicBezTo>
                      <a:pt x="149980" y="167664"/>
                      <a:pt x="148007" y="171458"/>
                      <a:pt x="144702" y="173804"/>
                    </a:cubicBezTo>
                    <a:cubicBezTo>
                      <a:pt x="127572" y="188365"/>
                      <a:pt x="105719" y="196194"/>
                      <a:pt x="83239" y="195820"/>
                    </a:cubicBezTo>
                    <a:cubicBezTo>
                      <a:pt x="30704" y="195820"/>
                      <a:pt x="-661" y="164455"/>
                      <a:pt x="-661" y="97685"/>
                    </a:cubicBezTo>
                    <a:cubicBezTo>
                      <a:pt x="-661" y="30914"/>
                      <a:pt x="30704" y="-28"/>
                      <a:pt x="83239" y="-2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2" name="Freeform: Shape 26">
                <a:extLst>
                  <a:ext uri="{FF2B5EF4-FFF2-40B4-BE49-F238E27FC236}">
                    <a16:creationId xmlns:a16="http://schemas.microsoft.com/office/drawing/2014/main" id="{8F7FBD1E-7850-87C0-E842-C146BFF21441}"/>
                  </a:ext>
                </a:extLst>
              </p:cNvPr>
              <p:cNvSpPr/>
              <p:nvPr/>
            </p:nvSpPr>
            <p:spPr>
              <a:xfrm>
                <a:off x="3006983" y="2152863"/>
                <a:ext cx="54435" cy="293139"/>
              </a:xfrm>
              <a:custGeom>
                <a:avLst/>
                <a:gdLst>
                  <a:gd name="connsiteX0" fmla="*/ 25215 w 54435"/>
                  <a:gd name="connsiteY0" fmla="*/ 12698 h 293139"/>
                  <a:gd name="connsiteX1" fmla="*/ 25215 w 54435"/>
                  <a:gd name="connsiteY1" fmla="*/ 245159 h 293139"/>
                  <a:gd name="connsiteX2" fmla="*/ 41560 w 54435"/>
                  <a:gd name="connsiteY2" fmla="*/ 268381 h 293139"/>
                  <a:gd name="connsiteX3" fmla="*/ 53774 w 54435"/>
                  <a:gd name="connsiteY3" fmla="*/ 280595 h 293139"/>
                  <a:gd name="connsiteX4" fmla="*/ 41560 w 54435"/>
                  <a:gd name="connsiteY4" fmla="*/ 292809 h 293139"/>
                  <a:gd name="connsiteX5" fmla="*/ -661 w 54435"/>
                  <a:gd name="connsiteY5" fmla="*/ 245159 h 293139"/>
                  <a:gd name="connsiteX6" fmla="*/ -661 w 54435"/>
                  <a:gd name="connsiteY6" fmla="*/ 12698 h 293139"/>
                  <a:gd name="connsiteX7" fmla="*/ 12367 w 54435"/>
                  <a:gd name="connsiteY7" fmla="*/ -330 h 293139"/>
                  <a:gd name="connsiteX8" fmla="*/ 25396 w 54435"/>
                  <a:gd name="connsiteY8" fmla="*/ 12698 h 29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435" h="293139">
                    <a:moveTo>
                      <a:pt x="25215" y="12698"/>
                    </a:moveTo>
                    <a:lnTo>
                      <a:pt x="25215" y="245159"/>
                    </a:lnTo>
                    <a:cubicBezTo>
                      <a:pt x="25215" y="261444"/>
                      <a:pt x="30522" y="268381"/>
                      <a:pt x="41560" y="268381"/>
                    </a:cubicBezTo>
                    <a:cubicBezTo>
                      <a:pt x="48304" y="268381"/>
                      <a:pt x="53774" y="273851"/>
                      <a:pt x="53774" y="280595"/>
                    </a:cubicBezTo>
                    <a:cubicBezTo>
                      <a:pt x="53774" y="287338"/>
                      <a:pt x="48304" y="292809"/>
                      <a:pt x="41560" y="292809"/>
                    </a:cubicBezTo>
                    <a:cubicBezTo>
                      <a:pt x="14237" y="292809"/>
                      <a:pt x="-661" y="276523"/>
                      <a:pt x="-661" y="245159"/>
                    </a:cubicBezTo>
                    <a:lnTo>
                      <a:pt x="-661" y="12698"/>
                    </a:lnTo>
                    <a:cubicBezTo>
                      <a:pt x="-468" y="5581"/>
                      <a:pt x="5250" y="-143"/>
                      <a:pt x="12367" y="-330"/>
                    </a:cubicBezTo>
                    <a:cubicBezTo>
                      <a:pt x="19551" y="-300"/>
                      <a:pt x="25365" y="5515"/>
                      <a:pt x="25396" y="12698"/>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3" name="Freeform: Shape 27">
                <a:extLst>
                  <a:ext uri="{FF2B5EF4-FFF2-40B4-BE49-F238E27FC236}">
                    <a16:creationId xmlns:a16="http://schemas.microsoft.com/office/drawing/2014/main" id="{E56A6A96-266A-D783-21D6-6349C98D63A2}"/>
                  </a:ext>
                </a:extLst>
              </p:cNvPr>
              <p:cNvSpPr/>
              <p:nvPr/>
            </p:nvSpPr>
            <p:spPr>
              <a:xfrm>
                <a:off x="3084007" y="2252385"/>
                <a:ext cx="171058" cy="195667"/>
              </a:xfrm>
              <a:custGeom>
                <a:avLst/>
                <a:gdLst>
                  <a:gd name="connsiteX0" fmla="*/ 143918 w 171058"/>
                  <a:gd name="connsiteY0" fmla="*/ 97202 h 195667"/>
                  <a:gd name="connsiteX1" fmla="*/ 84868 w 171058"/>
                  <a:gd name="connsiteY1" fmla="*/ 23073 h 195667"/>
                  <a:gd name="connsiteX2" fmla="*/ 25818 w 171058"/>
                  <a:gd name="connsiteY2" fmla="*/ 97202 h 195667"/>
                  <a:gd name="connsiteX3" fmla="*/ 84868 w 171058"/>
                  <a:gd name="connsiteY3" fmla="*/ 171693 h 195667"/>
                  <a:gd name="connsiteX4" fmla="*/ 143918 w 171058"/>
                  <a:gd name="connsiteY4" fmla="*/ 97202 h 195667"/>
                  <a:gd name="connsiteX5" fmla="*/ 170397 w 171058"/>
                  <a:gd name="connsiteY5" fmla="*/ 97202 h 195667"/>
                  <a:gd name="connsiteX6" fmla="*/ 84868 w 171058"/>
                  <a:gd name="connsiteY6" fmla="*/ 195337 h 195667"/>
                  <a:gd name="connsiteX7" fmla="*/ -661 w 171058"/>
                  <a:gd name="connsiteY7" fmla="*/ 97202 h 195667"/>
                  <a:gd name="connsiteX8" fmla="*/ 84868 w 171058"/>
                  <a:gd name="connsiteY8" fmla="*/ -330 h 195667"/>
                  <a:gd name="connsiteX9" fmla="*/ 170397 w 171058"/>
                  <a:gd name="connsiteY9" fmla="*/ 97383 h 1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58" h="195667">
                    <a:moveTo>
                      <a:pt x="143918" y="97202"/>
                    </a:moveTo>
                    <a:cubicBezTo>
                      <a:pt x="143918" y="45873"/>
                      <a:pt x="122325" y="23073"/>
                      <a:pt x="84868" y="23073"/>
                    </a:cubicBezTo>
                    <a:cubicBezTo>
                      <a:pt x="47411" y="23073"/>
                      <a:pt x="25818" y="45873"/>
                      <a:pt x="25818" y="97202"/>
                    </a:cubicBezTo>
                    <a:cubicBezTo>
                      <a:pt x="25818" y="148531"/>
                      <a:pt x="47411" y="171693"/>
                      <a:pt x="84868" y="171693"/>
                    </a:cubicBezTo>
                    <a:cubicBezTo>
                      <a:pt x="122325" y="171693"/>
                      <a:pt x="143918" y="149316"/>
                      <a:pt x="143918" y="97202"/>
                    </a:cubicBezTo>
                    <a:moveTo>
                      <a:pt x="170397" y="97202"/>
                    </a:moveTo>
                    <a:cubicBezTo>
                      <a:pt x="170397" y="163973"/>
                      <a:pt x="137826" y="195337"/>
                      <a:pt x="84868" y="195337"/>
                    </a:cubicBezTo>
                    <a:cubicBezTo>
                      <a:pt x="31910" y="195337"/>
                      <a:pt x="-661" y="163973"/>
                      <a:pt x="-661" y="97202"/>
                    </a:cubicBezTo>
                    <a:cubicBezTo>
                      <a:pt x="-661" y="30432"/>
                      <a:pt x="32634" y="-330"/>
                      <a:pt x="84868" y="-330"/>
                    </a:cubicBezTo>
                    <a:cubicBezTo>
                      <a:pt x="137102" y="-330"/>
                      <a:pt x="170397" y="30612"/>
                      <a:pt x="170397" y="97383"/>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5" name="Freeform: Shape 28">
                <a:extLst>
                  <a:ext uri="{FF2B5EF4-FFF2-40B4-BE49-F238E27FC236}">
                    <a16:creationId xmlns:a16="http://schemas.microsoft.com/office/drawing/2014/main" id="{E271EFB2-9F47-30CA-B77E-8F9CCB9497D4}"/>
                  </a:ext>
                </a:extLst>
              </p:cNvPr>
              <p:cNvSpPr/>
              <p:nvPr/>
            </p:nvSpPr>
            <p:spPr>
              <a:xfrm>
                <a:off x="3291676" y="2254616"/>
                <a:ext cx="151457" cy="193436"/>
              </a:xfrm>
              <a:custGeom>
                <a:avLst/>
                <a:gdLst>
                  <a:gd name="connsiteX0" fmla="*/ 25396 w 151457"/>
                  <a:gd name="connsiteY0" fmla="*/ 12700 h 193436"/>
                  <a:gd name="connsiteX1" fmla="*/ 25396 w 151457"/>
                  <a:gd name="connsiteY1" fmla="*/ 118978 h 193436"/>
                  <a:gd name="connsiteX2" fmla="*/ 75097 w 151457"/>
                  <a:gd name="connsiteY2" fmla="*/ 168256 h 193436"/>
                  <a:gd name="connsiteX3" fmla="*/ 124738 w 151457"/>
                  <a:gd name="connsiteY3" fmla="*/ 118978 h 193436"/>
                  <a:gd name="connsiteX4" fmla="*/ 124738 w 151457"/>
                  <a:gd name="connsiteY4" fmla="*/ 12700 h 193436"/>
                  <a:gd name="connsiteX5" fmla="*/ 138188 w 151457"/>
                  <a:gd name="connsiteY5" fmla="*/ -329 h 193436"/>
                  <a:gd name="connsiteX6" fmla="*/ 150795 w 151457"/>
                  <a:gd name="connsiteY6" fmla="*/ 12633 h 193436"/>
                  <a:gd name="connsiteX7" fmla="*/ 150795 w 151457"/>
                  <a:gd name="connsiteY7" fmla="*/ 12700 h 193436"/>
                  <a:gd name="connsiteX8" fmla="*/ 150795 w 151457"/>
                  <a:gd name="connsiteY8" fmla="*/ 118978 h 193436"/>
                  <a:gd name="connsiteX9" fmla="*/ 75097 w 151457"/>
                  <a:gd name="connsiteY9" fmla="*/ 193107 h 193436"/>
                  <a:gd name="connsiteX10" fmla="*/ -661 w 151457"/>
                  <a:gd name="connsiteY10" fmla="*/ 118978 h 193436"/>
                  <a:gd name="connsiteX11" fmla="*/ -661 w 151457"/>
                  <a:gd name="connsiteY11" fmla="*/ 12700 h 193436"/>
                  <a:gd name="connsiteX12" fmla="*/ 12127 w 151457"/>
                  <a:gd name="connsiteY12" fmla="*/ -329 h 193436"/>
                  <a:gd name="connsiteX13" fmla="*/ 12368 w 151457"/>
                  <a:gd name="connsiteY13" fmla="*/ -329 h 193436"/>
                  <a:gd name="connsiteX14" fmla="*/ 25396 w 151457"/>
                  <a:gd name="connsiteY14" fmla="*/ 12700 h 193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457" h="193436">
                    <a:moveTo>
                      <a:pt x="25396" y="12700"/>
                    </a:moveTo>
                    <a:lnTo>
                      <a:pt x="25396" y="118978"/>
                    </a:lnTo>
                    <a:cubicBezTo>
                      <a:pt x="25396" y="145457"/>
                      <a:pt x="33961" y="168256"/>
                      <a:pt x="75097" y="168256"/>
                    </a:cubicBezTo>
                    <a:cubicBezTo>
                      <a:pt x="116233" y="168256"/>
                      <a:pt x="124738" y="145457"/>
                      <a:pt x="124738" y="118978"/>
                    </a:cubicBezTo>
                    <a:lnTo>
                      <a:pt x="124738" y="12700"/>
                    </a:lnTo>
                    <a:cubicBezTo>
                      <a:pt x="124858" y="5395"/>
                      <a:pt x="130890" y="-431"/>
                      <a:pt x="138188" y="-329"/>
                    </a:cubicBezTo>
                    <a:cubicBezTo>
                      <a:pt x="145245" y="-232"/>
                      <a:pt x="150915" y="5576"/>
                      <a:pt x="150795" y="12633"/>
                    </a:cubicBezTo>
                    <a:cubicBezTo>
                      <a:pt x="150795" y="12658"/>
                      <a:pt x="150795" y="12676"/>
                      <a:pt x="150795" y="12700"/>
                    </a:cubicBezTo>
                    <a:lnTo>
                      <a:pt x="150795" y="118978"/>
                    </a:lnTo>
                    <a:cubicBezTo>
                      <a:pt x="150795" y="157641"/>
                      <a:pt x="138188" y="193107"/>
                      <a:pt x="75097" y="193107"/>
                    </a:cubicBezTo>
                    <a:cubicBezTo>
                      <a:pt x="12006" y="193107"/>
                      <a:pt x="-661" y="157641"/>
                      <a:pt x="-661" y="118978"/>
                    </a:cubicBezTo>
                    <a:lnTo>
                      <a:pt x="-661" y="12700"/>
                    </a:lnTo>
                    <a:cubicBezTo>
                      <a:pt x="-727" y="5570"/>
                      <a:pt x="4997" y="-262"/>
                      <a:pt x="12127" y="-329"/>
                    </a:cubicBezTo>
                    <a:cubicBezTo>
                      <a:pt x="12205" y="-329"/>
                      <a:pt x="12290" y="-329"/>
                      <a:pt x="12368" y="-329"/>
                    </a:cubicBezTo>
                    <a:cubicBezTo>
                      <a:pt x="19534" y="-262"/>
                      <a:pt x="25330" y="5534"/>
                      <a:pt x="25396" y="12700"/>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sp>
            <p:nvSpPr>
              <p:cNvPr id="16" name="Freeform: Shape 29">
                <a:extLst>
                  <a:ext uri="{FF2B5EF4-FFF2-40B4-BE49-F238E27FC236}">
                    <a16:creationId xmlns:a16="http://schemas.microsoft.com/office/drawing/2014/main" id="{56D99438-5B9E-EAC8-2A79-53B8753E9E7B}"/>
                  </a:ext>
                </a:extLst>
              </p:cNvPr>
              <p:cNvSpPr/>
              <p:nvPr/>
            </p:nvSpPr>
            <p:spPr>
              <a:xfrm>
                <a:off x="3479805" y="2152863"/>
                <a:ext cx="163277" cy="295189"/>
              </a:xfrm>
              <a:custGeom>
                <a:avLst/>
                <a:gdLst>
                  <a:gd name="connsiteX0" fmla="*/ 136559 w 163277"/>
                  <a:gd name="connsiteY0" fmla="*/ 158424 h 295189"/>
                  <a:gd name="connsiteX1" fmla="*/ 82817 w 163277"/>
                  <a:gd name="connsiteY1" fmla="*/ 122595 h 295189"/>
                  <a:gd name="connsiteX2" fmla="*/ 25396 w 163277"/>
                  <a:gd name="connsiteY2" fmla="*/ 196725 h 295189"/>
                  <a:gd name="connsiteX3" fmla="*/ 82817 w 163277"/>
                  <a:gd name="connsiteY3" fmla="*/ 271216 h 295189"/>
                  <a:gd name="connsiteX4" fmla="*/ 136559 w 163277"/>
                  <a:gd name="connsiteY4" fmla="*/ 214639 h 295189"/>
                  <a:gd name="connsiteX5" fmla="*/ 136559 w 163277"/>
                  <a:gd name="connsiteY5" fmla="*/ 125430 h 295189"/>
                  <a:gd name="connsiteX6" fmla="*/ 136559 w 163277"/>
                  <a:gd name="connsiteY6" fmla="*/ 12698 h 295189"/>
                  <a:gd name="connsiteX7" fmla="*/ 149588 w 163277"/>
                  <a:gd name="connsiteY7" fmla="*/ -330 h 295189"/>
                  <a:gd name="connsiteX8" fmla="*/ 162616 w 163277"/>
                  <a:gd name="connsiteY8" fmla="*/ 12698 h 295189"/>
                  <a:gd name="connsiteX9" fmla="*/ 162616 w 163277"/>
                  <a:gd name="connsiteY9" fmla="*/ 214639 h 295189"/>
                  <a:gd name="connsiteX10" fmla="*/ 82817 w 163277"/>
                  <a:gd name="connsiteY10" fmla="*/ 294860 h 295189"/>
                  <a:gd name="connsiteX11" fmla="*/ -661 w 163277"/>
                  <a:gd name="connsiteY11" fmla="*/ 196725 h 295189"/>
                  <a:gd name="connsiteX12" fmla="*/ 81189 w 163277"/>
                  <a:gd name="connsiteY12" fmla="*/ 99193 h 295189"/>
                  <a:gd name="connsiteX13" fmla="*/ 136559 w 163277"/>
                  <a:gd name="connsiteY13" fmla="*/ 125611 h 2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277" h="295189">
                    <a:moveTo>
                      <a:pt x="136559" y="158424"/>
                    </a:moveTo>
                    <a:cubicBezTo>
                      <a:pt x="136559" y="158424"/>
                      <a:pt x="121118" y="122595"/>
                      <a:pt x="82817" y="122595"/>
                    </a:cubicBezTo>
                    <a:cubicBezTo>
                      <a:pt x="45783" y="122595"/>
                      <a:pt x="25396" y="146722"/>
                      <a:pt x="25396" y="196725"/>
                    </a:cubicBezTo>
                    <a:cubicBezTo>
                      <a:pt x="25396" y="246727"/>
                      <a:pt x="45360" y="271216"/>
                      <a:pt x="82817" y="271216"/>
                    </a:cubicBezTo>
                    <a:cubicBezTo>
                      <a:pt x="114182" y="271216"/>
                      <a:pt x="136559" y="253121"/>
                      <a:pt x="136559" y="214639"/>
                    </a:cubicBezTo>
                    <a:close/>
                    <a:moveTo>
                      <a:pt x="136559" y="125430"/>
                    </a:moveTo>
                    <a:lnTo>
                      <a:pt x="136559" y="12698"/>
                    </a:lnTo>
                    <a:cubicBezTo>
                      <a:pt x="136559" y="5503"/>
                      <a:pt x="142410" y="-330"/>
                      <a:pt x="149588" y="-330"/>
                    </a:cubicBezTo>
                    <a:cubicBezTo>
                      <a:pt x="156765" y="-330"/>
                      <a:pt x="162616" y="5503"/>
                      <a:pt x="162616" y="12698"/>
                    </a:cubicBezTo>
                    <a:lnTo>
                      <a:pt x="162616" y="214639"/>
                    </a:lnTo>
                    <a:cubicBezTo>
                      <a:pt x="162616" y="268381"/>
                      <a:pt x="129261" y="294860"/>
                      <a:pt x="82817" y="294860"/>
                    </a:cubicBezTo>
                    <a:cubicBezTo>
                      <a:pt x="30281" y="294860"/>
                      <a:pt x="-661" y="263495"/>
                      <a:pt x="-661" y="196725"/>
                    </a:cubicBezTo>
                    <a:cubicBezTo>
                      <a:pt x="-661" y="129954"/>
                      <a:pt x="28894" y="99193"/>
                      <a:pt x="81189" y="99193"/>
                    </a:cubicBezTo>
                    <a:cubicBezTo>
                      <a:pt x="102782" y="98849"/>
                      <a:pt x="123229" y="108626"/>
                      <a:pt x="136559" y="125611"/>
                    </a:cubicBezTo>
                  </a:path>
                </a:pathLst>
              </a:custGeom>
              <a:solidFill>
                <a:srgbClr val="FFFFFF"/>
              </a:solidFill>
              <a:ln w="60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E9C"/>
                  </a:solidFill>
                  <a:effectLst/>
                  <a:uLnTx/>
                  <a:uFillTx/>
                  <a:latin typeface="Source Sans Pro"/>
                  <a:ea typeface="+mn-ea"/>
                  <a:cs typeface="+mn-cs"/>
                </a:endParaRPr>
              </a:p>
            </p:txBody>
          </p:sp>
        </p:grpSp>
      </p:grpSp>
      <p:sp>
        <p:nvSpPr>
          <p:cNvPr id="23" name="Espace réservé du texte 4">
            <a:extLst>
              <a:ext uri="{FF2B5EF4-FFF2-40B4-BE49-F238E27FC236}">
                <a16:creationId xmlns:a16="http://schemas.microsoft.com/office/drawing/2014/main" id="{EB491FAC-7066-950F-D816-34561B3210F8}"/>
              </a:ext>
            </a:extLst>
          </p:cNvPr>
          <p:cNvSpPr>
            <a:spLocks noGrp="1"/>
          </p:cNvSpPr>
          <p:nvPr>
            <p:ph type="body" sz="quarter" idx="10" hasCustomPrompt="1"/>
          </p:nvPr>
        </p:nvSpPr>
        <p:spPr>
          <a:xfrm>
            <a:off x="929462" y="3087517"/>
            <a:ext cx="3998667"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Insert title </a:t>
            </a:r>
            <a:br>
              <a:rPr lang="en-US" dirty="0"/>
            </a:br>
            <a:r>
              <a:rPr lang="en-US" dirty="0"/>
              <a:t>of the presentation</a:t>
            </a:r>
            <a:endParaRPr lang="fr-FR" dirty="0"/>
          </a:p>
        </p:txBody>
      </p:sp>
      <p:sp>
        <p:nvSpPr>
          <p:cNvPr id="2" name="Espace réservé du texte 4">
            <a:extLst>
              <a:ext uri="{FF2B5EF4-FFF2-40B4-BE49-F238E27FC236}">
                <a16:creationId xmlns:a16="http://schemas.microsoft.com/office/drawing/2014/main" id="{F61F1561-131C-326B-DEA2-2770745F073B}"/>
              </a:ext>
            </a:extLst>
          </p:cNvPr>
          <p:cNvSpPr>
            <a:spLocks noGrp="1"/>
          </p:cNvSpPr>
          <p:nvPr>
            <p:ph type="body" sz="quarter" idx="11" hasCustomPrompt="1"/>
          </p:nvPr>
        </p:nvSpPr>
        <p:spPr>
          <a:xfrm>
            <a:off x="1078116" y="5932317"/>
            <a:ext cx="2784417" cy="249299"/>
          </a:xfrm>
        </p:spPr>
        <p:txBody>
          <a:bodyPr wrap="none" lIns="0" tIns="0" rIns="0" bIns="0">
            <a:spAutoFit/>
          </a:bodyPr>
          <a:lstStyle>
            <a:lvl1pPr marL="0" indent="0">
              <a:lnSpc>
                <a:spcPct val="90000"/>
              </a:lnSpc>
              <a:spcBef>
                <a:spcPts val="0"/>
              </a:spcBef>
              <a:buNone/>
              <a:defRPr sz="1800" b="0" cap="all" spc="200" baseline="0">
                <a:solidFill>
                  <a:schemeClr val="accent2"/>
                </a:solidFill>
                <a:latin typeface="Source Sans Pro SemiBold" panose="020B0603030403020204" pitchFamily="34" charset="0"/>
                <a:ea typeface="Source Sans Pro SemiBold" panose="020B0603030403020204" pitchFamily="34" charset="0"/>
              </a:defRPr>
            </a:lvl1pPr>
          </a:lstStyle>
          <a:p>
            <a:pPr lvl="0"/>
            <a:r>
              <a:rPr lang="fr-FR" dirty="0"/>
              <a:t>Name of the speaker</a:t>
            </a:r>
          </a:p>
        </p:txBody>
      </p:sp>
      <p:sp>
        <p:nvSpPr>
          <p:cNvPr id="4" name="Espace réservé de la date 26">
            <a:extLst>
              <a:ext uri="{FF2B5EF4-FFF2-40B4-BE49-F238E27FC236}">
                <a16:creationId xmlns:a16="http://schemas.microsoft.com/office/drawing/2014/main" id="{09045551-972F-7272-1698-C0E89E553C29}"/>
              </a:ext>
            </a:extLst>
          </p:cNvPr>
          <p:cNvSpPr>
            <a:spLocks noGrp="1"/>
          </p:cNvSpPr>
          <p:nvPr>
            <p:ph type="dt" sz="half" idx="13"/>
          </p:nvPr>
        </p:nvSpPr>
        <p:spPr>
          <a:xfrm>
            <a:off x="1078116" y="6231210"/>
            <a:ext cx="2514600" cy="186500"/>
          </a:xfrm>
          <a:prstGeom prst="rect">
            <a:avLst/>
          </a:prstGeom>
        </p:spPr>
        <p:txBody>
          <a:bodyPr lIns="0" tIns="0" rIns="0" bIns="0"/>
          <a:lstStyle>
            <a:lvl1pPr>
              <a:defRPr sz="1400">
                <a:solidFill>
                  <a:schemeClr val="accent2"/>
                </a:solidFill>
              </a:defRPr>
            </a:lvl1pPr>
          </a:lstStyle>
          <a:p>
            <a:fld id="{4A84949A-3F82-41E4-993B-DB43C1E431E9}" type="datetime3">
              <a:rPr lang="fr-FR" smtClean="0"/>
              <a:t>02.04.26</a:t>
            </a:fld>
            <a:endParaRPr lang="fr-FR"/>
          </a:p>
        </p:txBody>
      </p:sp>
      <p:cxnSp>
        <p:nvCxnSpPr>
          <p:cNvPr id="22" name="Straight Connector 34">
            <a:extLst>
              <a:ext uri="{FF2B5EF4-FFF2-40B4-BE49-F238E27FC236}">
                <a16:creationId xmlns:a16="http://schemas.microsoft.com/office/drawing/2014/main" id="{E74F5AD4-C359-A952-84EC-CEC355520B98}"/>
              </a:ext>
            </a:extLst>
          </p:cNvPr>
          <p:cNvCxnSpPr>
            <a:cxnSpLocks/>
          </p:cNvCxnSpPr>
          <p:nvPr userDrawn="1"/>
        </p:nvCxnSpPr>
        <p:spPr>
          <a:xfrm>
            <a:off x="929462" y="5945752"/>
            <a:ext cx="0" cy="4445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366635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Chapter A">
    <p:bg>
      <p:bgPr>
        <a:gradFill>
          <a:gsLst>
            <a:gs pos="20000">
              <a:schemeClr val="tx1"/>
            </a:gs>
            <a:gs pos="70000">
              <a:srgbClr val="00185E"/>
            </a:gs>
          </a:gsLst>
          <a:lin ang="1560000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3715F7-180A-C285-8B37-63EA35AEBBD6}"/>
              </a:ext>
            </a:extLst>
          </p:cNvPr>
          <p:cNvSpPr/>
          <p:nvPr userDrawn="1"/>
        </p:nvSpPr>
        <p:spPr>
          <a:xfrm>
            <a:off x="-209483" y="-213610"/>
            <a:ext cx="12610966" cy="7285220"/>
          </a:xfrm>
          <a:prstGeom prst="rect">
            <a:avLst/>
          </a:prstGeom>
          <a:gradFill>
            <a:gsLst>
              <a:gs pos="70000">
                <a:schemeClr val="tx1">
                  <a:alpha val="0"/>
                </a:schemeClr>
              </a:gs>
              <a:gs pos="100000">
                <a:schemeClr val="tx1">
                  <a:alpha val="79968"/>
                </a:schemeClr>
              </a:gs>
            </a:gsLst>
            <a:lin ang="18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p:txBody>
      </p:sp>
      <p:sp>
        <p:nvSpPr>
          <p:cNvPr id="7" name="Espace réservé pour une image  6">
            <a:extLst>
              <a:ext uri="{FF2B5EF4-FFF2-40B4-BE49-F238E27FC236}">
                <a16:creationId xmlns:a16="http://schemas.microsoft.com/office/drawing/2014/main" id="{E7DDD931-901F-B8D8-377A-8D82C115042E}"/>
              </a:ext>
            </a:extLst>
          </p:cNvPr>
          <p:cNvSpPr>
            <a:spLocks noGrp="1"/>
          </p:cNvSpPr>
          <p:nvPr>
            <p:ph type="pic" sz="quarter" idx="11" hasCustomPrompt="1"/>
          </p:nvPr>
        </p:nvSpPr>
        <p:spPr>
          <a:xfrm>
            <a:off x="7142086" y="0"/>
            <a:ext cx="5049914" cy="6858000"/>
          </a:xfrm>
          <a:custGeom>
            <a:avLst/>
            <a:gdLst>
              <a:gd name="connsiteX0" fmla="*/ 0 w 5049914"/>
              <a:gd name="connsiteY0" fmla="*/ 0 h 6858000"/>
              <a:gd name="connsiteX1" fmla="*/ 5049914 w 5049914"/>
              <a:gd name="connsiteY1" fmla="*/ 0 h 6858000"/>
              <a:gd name="connsiteX2" fmla="*/ 5049914 w 5049914"/>
              <a:gd name="connsiteY2" fmla="*/ 6858000 h 6858000"/>
              <a:gd name="connsiteX3" fmla="*/ 0 w 504991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049914" h="6858000">
                <a:moveTo>
                  <a:pt x="0" y="0"/>
                </a:moveTo>
                <a:lnTo>
                  <a:pt x="5049914" y="0"/>
                </a:lnTo>
                <a:lnTo>
                  <a:pt x="5049914" y="6858000"/>
                </a:lnTo>
                <a:lnTo>
                  <a:pt x="0" y="6858000"/>
                </a:lnTo>
                <a:close/>
              </a:path>
            </a:pathLst>
          </a:custGeom>
          <a:solidFill>
            <a:schemeClr val="tx2"/>
          </a:solidFill>
        </p:spPr>
        <p:txBody>
          <a:bodyPr wrap="square" bIns="432000" anchor="ctr">
            <a:noAutofit/>
          </a:bodyPr>
          <a:lstStyle>
            <a:lvl1pPr marL="0" indent="0" algn="ctr">
              <a:buNone/>
              <a:defRPr sz="1200" b="0">
                <a:solidFill>
                  <a:schemeClr val="tx1">
                    <a:lumMod val="60000"/>
                    <a:lumOff val="40000"/>
                  </a:schemeClr>
                </a:solidFill>
              </a:defRPr>
            </a:lvl1pPr>
          </a:lstStyle>
          <a:p>
            <a:r>
              <a:rPr lang="fr-FR"/>
              <a:t>Click here to add your picture</a:t>
            </a:r>
          </a:p>
        </p:txBody>
      </p:sp>
      <p:sp>
        <p:nvSpPr>
          <p:cNvPr id="13" name="Freeform 1">
            <a:extLst>
              <a:ext uri="{FF2B5EF4-FFF2-40B4-BE49-F238E27FC236}">
                <a16:creationId xmlns:a16="http://schemas.microsoft.com/office/drawing/2014/main" id="{52EAEF8B-46F8-1159-F95C-5F8169A0CDF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14" name="Espace réservé du pied de page 3">
            <a:extLst>
              <a:ext uri="{FF2B5EF4-FFF2-40B4-BE49-F238E27FC236}">
                <a16:creationId xmlns:a16="http://schemas.microsoft.com/office/drawing/2014/main" id="{81F44602-097B-9A0A-1A22-92408DD88ACA}"/>
              </a:ext>
            </a:extLst>
          </p:cNvPr>
          <p:cNvSpPr>
            <a:spLocks noGrp="1"/>
          </p:cNvSpPr>
          <p:nvPr>
            <p:ph type="ftr" sz="quarter" idx="10"/>
          </p:nvPr>
        </p:nvSpPr>
        <p:spPr>
          <a:xfrm>
            <a:off x="1511300" y="6389143"/>
            <a:ext cx="7099300" cy="365125"/>
          </a:xfrm>
        </p:spPr>
        <p:txBody>
          <a:bodyPr/>
          <a:lstStyle>
            <a:lvl1pPr>
              <a:defRPr>
                <a:solidFill>
                  <a:schemeClr val="bg1"/>
                </a:solidFill>
              </a:defRPr>
            </a:lvl1pPr>
          </a:lstStyle>
          <a:p>
            <a:r>
              <a:rPr lang="fr-FR"/>
              <a:t>Name of the document</a:t>
            </a:r>
            <a:endParaRPr lang="en-US" dirty="0"/>
          </a:p>
        </p:txBody>
      </p:sp>
      <p:cxnSp>
        <p:nvCxnSpPr>
          <p:cNvPr id="16" name="Connecteur droit 15">
            <a:extLst>
              <a:ext uri="{FF2B5EF4-FFF2-40B4-BE49-F238E27FC236}">
                <a16:creationId xmlns:a16="http://schemas.microsoft.com/office/drawing/2014/main" id="{97A4BFBD-9D3C-CC63-B729-09F369ECE260}"/>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5">
            <a:extLst>
              <a:ext uri="{FF2B5EF4-FFF2-40B4-BE49-F238E27FC236}">
                <a16:creationId xmlns:a16="http://schemas.microsoft.com/office/drawing/2014/main" id="{A3A649BD-3A61-C1E8-BC62-CFFA8F7AFAC3}"/>
              </a:ext>
            </a:extLst>
          </p:cNvPr>
          <p:cNvSpPr>
            <a:spLocks noGrp="1"/>
          </p:cNvSpPr>
          <p:nvPr>
            <p:ph type="sldNum" sz="quarter" idx="4"/>
          </p:nvPr>
        </p:nvSpPr>
        <p:spPr>
          <a:xfrm>
            <a:off x="9220776" y="6389143"/>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8" name="Espace réservé du texte 4">
            <a:extLst>
              <a:ext uri="{FF2B5EF4-FFF2-40B4-BE49-F238E27FC236}">
                <a16:creationId xmlns:a16="http://schemas.microsoft.com/office/drawing/2014/main" id="{4C4E7B3B-180D-C6F8-9D15-CBDE1930AAF9}"/>
              </a:ext>
            </a:extLst>
          </p:cNvPr>
          <p:cNvSpPr>
            <a:spLocks noGrp="1"/>
          </p:cNvSpPr>
          <p:nvPr>
            <p:ph type="body" sz="quarter" idx="12" hasCustomPrompt="1"/>
          </p:nvPr>
        </p:nvSpPr>
        <p:spPr>
          <a:xfrm>
            <a:off x="1804107" y="2850471"/>
            <a:ext cx="395686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Insert title </a:t>
            </a:r>
            <a:br>
              <a:rPr lang="en-US" dirty="0"/>
            </a:br>
            <a:r>
              <a:rPr lang="en-US" dirty="0"/>
              <a:t>of the chapter</a:t>
            </a:r>
            <a:endParaRPr lang="fr-FR" dirty="0"/>
          </a:p>
        </p:txBody>
      </p:sp>
      <p:sp>
        <p:nvSpPr>
          <p:cNvPr id="9" name="Espace réservé du texte 4">
            <a:extLst>
              <a:ext uri="{FF2B5EF4-FFF2-40B4-BE49-F238E27FC236}">
                <a16:creationId xmlns:a16="http://schemas.microsoft.com/office/drawing/2014/main" id="{799E9E1F-C856-93CC-B54A-EE4C9D34B598}"/>
              </a:ext>
            </a:extLst>
          </p:cNvPr>
          <p:cNvSpPr>
            <a:spLocks noGrp="1"/>
          </p:cNvSpPr>
          <p:nvPr>
            <p:ph type="body" sz="quarter" idx="13" hasCustomPrompt="1"/>
          </p:nvPr>
        </p:nvSpPr>
        <p:spPr>
          <a:xfrm>
            <a:off x="-740135" y="2233289"/>
            <a:ext cx="2208939" cy="2391424"/>
          </a:xfrm>
        </p:spPr>
        <p:txBody>
          <a:bodyPr wrap="none" anchor="ctr">
            <a:spAutoFit/>
          </a:bodyPr>
          <a:lstStyle>
            <a:lvl1pPr marL="0" indent="0" algn="r">
              <a:lnSpc>
                <a:spcPct val="90000"/>
              </a:lnSpc>
              <a:spcBef>
                <a:spcPts val="0"/>
              </a:spcBef>
              <a:buNone/>
              <a:defRPr sz="16600" b="1" spc="-800" baseline="0">
                <a:solidFill>
                  <a:schemeClr val="bg1"/>
                </a:solidFill>
                <a:latin typeface="+mn-lt"/>
                <a:ea typeface="Source Sans Pro SemiBold" panose="020B0603030403020204" pitchFamily="34" charset="0"/>
              </a:defRPr>
            </a:lvl1pPr>
          </a:lstStyle>
          <a:p>
            <a:pPr lvl="0"/>
            <a:r>
              <a:rPr lang="fr-FR" dirty="0"/>
              <a:t>XX</a:t>
            </a:r>
          </a:p>
        </p:txBody>
      </p:sp>
    </p:spTree>
    <p:extLst>
      <p:ext uri="{BB962C8B-B14F-4D97-AF65-F5344CB8AC3E}">
        <p14:creationId xmlns:p14="http://schemas.microsoft.com/office/powerpoint/2010/main" val="397444438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Chapter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1D9A6B6-8677-CB3B-ABF0-7F3C2E9EE084}"/>
              </a:ext>
            </a:extLst>
          </p:cNvPr>
          <p:cNvSpPr/>
          <p:nvPr userDrawn="1"/>
        </p:nvSpPr>
        <p:spPr>
          <a:xfrm>
            <a:off x="0" y="0"/>
            <a:ext cx="9315777" cy="6857999"/>
          </a:xfrm>
          <a:prstGeom prst="rect">
            <a:avLst/>
          </a:prstGeom>
          <a:gradFill>
            <a:gsLst>
              <a:gs pos="23000">
                <a:srgbClr val="000000">
                  <a:alpha val="75000"/>
                </a:srgbClr>
              </a:gs>
              <a:gs pos="82000">
                <a:srgbClr val="000000">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3" name="Freeform 1">
            <a:extLst>
              <a:ext uri="{FF2B5EF4-FFF2-40B4-BE49-F238E27FC236}">
                <a16:creationId xmlns:a16="http://schemas.microsoft.com/office/drawing/2014/main" id="{52EAEF8B-46F8-1159-F95C-5F8169A0CDF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14" name="Espace réservé du pied de page 3">
            <a:extLst>
              <a:ext uri="{FF2B5EF4-FFF2-40B4-BE49-F238E27FC236}">
                <a16:creationId xmlns:a16="http://schemas.microsoft.com/office/drawing/2014/main" id="{81F44602-097B-9A0A-1A22-92408DD88ACA}"/>
              </a:ext>
            </a:extLst>
          </p:cNvPr>
          <p:cNvSpPr>
            <a:spLocks noGrp="1"/>
          </p:cNvSpPr>
          <p:nvPr>
            <p:ph type="ftr" sz="quarter" idx="10"/>
          </p:nvPr>
        </p:nvSpPr>
        <p:spPr>
          <a:xfrm>
            <a:off x="1511300" y="6389143"/>
            <a:ext cx="7099300" cy="365125"/>
          </a:xfrm>
        </p:spPr>
        <p:txBody>
          <a:bodyPr/>
          <a:lstStyle>
            <a:lvl1pPr>
              <a:defRPr>
                <a:solidFill>
                  <a:schemeClr val="bg1"/>
                </a:solidFill>
              </a:defRPr>
            </a:lvl1pPr>
          </a:lstStyle>
          <a:p>
            <a:r>
              <a:rPr lang="fr-FR"/>
              <a:t>Name of the document</a:t>
            </a:r>
            <a:endParaRPr lang="en-US" dirty="0"/>
          </a:p>
        </p:txBody>
      </p:sp>
      <p:cxnSp>
        <p:nvCxnSpPr>
          <p:cNvPr id="16" name="Connecteur droit 15">
            <a:extLst>
              <a:ext uri="{FF2B5EF4-FFF2-40B4-BE49-F238E27FC236}">
                <a16:creationId xmlns:a16="http://schemas.microsoft.com/office/drawing/2014/main" id="{97A4BFBD-9D3C-CC63-B729-09F369ECE260}"/>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5">
            <a:extLst>
              <a:ext uri="{FF2B5EF4-FFF2-40B4-BE49-F238E27FC236}">
                <a16:creationId xmlns:a16="http://schemas.microsoft.com/office/drawing/2014/main" id="{A3A649BD-3A61-C1E8-BC62-CFFA8F7AFAC3}"/>
              </a:ext>
            </a:extLst>
          </p:cNvPr>
          <p:cNvSpPr>
            <a:spLocks noGrp="1"/>
          </p:cNvSpPr>
          <p:nvPr>
            <p:ph type="sldNum" sz="quarter" idx="4"/>
          </p:nvPr>
        </p:nvSpPr>
        <p:spPr>
          <a:xfrm>
            <a:off x="9220776" y="6389143"/>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8" name="Espace réservé du texte 4">
            <a:extLst>
              <a:ext uri="{FF2B5EF4-FFF2-40B4-BE49-F238E27FC236}">
                <a16:creationId xmlns:a16="http://schemas.microsoft.com/office/drawing/2014/main" id="{4C4E7B3B-180D-C6F8-9D15-CBDE1930AAF9}"/>
              </a:ext>
            </a:extLst>
          </p:cNvPr>
          <p:cNvSpPr>
            <a:spLocks noGrp="1"/>
          </p:cNvSpPr>
          <p:nvPr>
            <p:ph type="body" sz="quarter" idx="12" hasCustomPrompt="1"/>
          </p:nvPr>
        </p:nvSpPr>
        <p:spPr>
          <a:xfrm>
            <a:off x="1804107" y="2850471"/>
            <a:ext cx="395686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Insert title </a:t>
            </a:r>
            <a:br>
              <a:rPr lang="en-US" dirty="0"/>
            </a:br>
            <a:r>
              <a:rPr lang="en-US" dirty="0"/>
              <a:t>of the chapter</a:t>
            </a:r>
            <a:endParaRPr lang="fr-FR" dirty="0"/>
          </a:p>
        </p:txBody>
      </p:sp>
      <p:sp>
        <p:nvSpPr>
          <p:cNvPr id="9" name="Espace réservé du texte 4">
            <a:extLst>
              <a:ext uri="{FF2B5EF4-FFF2-40B4-BE49-F238E27FC236}">
                <a16:creationId xmlns:a16="http://schemas.microsoft.com/office/drawing/2014/main" id="{799E9E1F-C856-93CC-B54A-EE4C9D34B598}"/>
              </a:ext>
            </a:extLst>
          </p:cNvPr>
          <p:cNvSpPr>
            <a:spLocks noGrp="1"/>
          </p:cNvSpPr>
          <p:nvPr>
            <p:ph type="body" sz="quarter" idx="13" hasCustomPrompt="1"/>
          </p:nvPr>
        </p:nvSpPr>
        <p:spPr>
          <a:xfrm>
            <a:off x="-740135" y="2233289"/>
            <a:ext cx="2208939" cy="2391424"/>
          </a:xfrm>
        </p:spPr>
        <p:txBody>
          <a:bodyPr wrap="none" anchor="ctr">
            <a:spAutoFit/>
          </a:bodyPr>
          <a:lstStyle>
            <a:lvl1pPr marL="0" indent="0" algn="r">
              <a:lnSpc>
                <a:spcPct val="90000"/>
              </a:lnSpc>
              <a:spcBef>
                <a:spcPts val="0"/>
              </a:spcBef>
              <a:buNone/>
              <a:defRPr sz="16600" b="1" spc="-800" baseline="0">
                <a:solidFill>
                  <a:schemeClr val="bg1"/>
                </a:solidFill>
                <a:latin typeface="+mn-lt"/>
                <a:ea typeface="Source Sans Pro SemiBold" panose="020B0603030403020204" pitchFamily="34" charset="0"/>
              </a:defRPr>
            </a:lvl1pPr>
          </a:lstStyle>
          <a:p>
            <a:pPr lvl="0"/>
            <a:r>
              <a:rPr lang="fr-FR" dirty="0"/>
              <a:t>XX</a:t>
            </a:r>
          </a:p>
        </p:txBody>
      </p:sp>
    </p:spTree>
    <p:extLst>
      <p:ext uri="{BB962C8B-B14F-4D97-AF65-F5344CB8AC3E}">
        <p14:creationId xmlns:p14="http://schemas.microsoft.com/office/powerpoint/2010/main" val="246979840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1_Chapter B">
    <p:bg>
      <p:bgPr>
        <a:blipFill dpi="0" rotWithShape="1">
          <a:blip r:embed="rId2">
            <a:lum/>
          </a:blip>
          <a:srcRect/>
          <a:stretch>
            <a:fillRect t="-14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1D9A6B6-8677-CB3B-ABF0-7F3C2E9EE084}"/>
              </a:ext>
            </a:extLst>
          </p:cNvPr>
          <p:cNvSpPr/>
          <p:nvPr userDrawn="1"/>
        </p:nvSpPr>
        <p:spPr>
          <a:xfrm>
            <a:off x="0" y="0"/>
            <a:ext cx="9315777" cy="6857999"/>
          </a:xfrm>
          <a:prstGeom prst="rect">
            <a:avLst/>
          </a:prstGeom>
          <a:gradFill>
            <a:gsLst>
              <a:gs pos="23000">
                <a:srgbClr val="000000">
                  <a:alpha val="75000"/>
                </a:srgbClr>
              </a:gs>
              <a:gs pos="82000">
                <a:srgbClr val="000000">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3" name="Freeform 1">
            <a:extLst>
              <a:ext uri="{FF2B5EF4-FFF2-40B4-BE49-F238E27FC236}">
                <a16:creationId xmlns:a16="http://schemas.microsoft.com/office/drawing/2014/main" id="{52EAEF8B-46F8-1159-F95C-5F8169A0CDF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14" name="Espace réservé du pied de page 3">
            <a:extLst>
              <a:ext uri="{FF2B5EF4-FFF2-40B4-BE49-F238E27FC236}">
                <a16:creationId xmlns:a16="http://schemas.microsoft.com/office/drawing/2014/main" id="{81F44602-097B-9A0A-1A22-92408DD88ACA}"/>
              </a:ext>
            </a:extLst>
          </p:cNvPr>
          <p:cNvSpPr>
            <a:spLocks noGrp="1"/>
          </p:cNvSpPr>
          <p:nvPr>
            <p:ph type="ftr" sz="quarter" idx="10"/>
          </p:nvPr>
        </p:nvSpPr>
        <p:spPr>
          <a:xfrm>
            <a:off x="1511300" y="6389143"/>
            <a:ext cx="7099300" cy="365125"/>
          </a:xfrm>
        </p:spPr>
        <p:txBody>
          <a:bodyPr/>
          <a:lstStyle>
            <a:lvl1pPr>
              <a:defRPr>
                <a:solidFill>
                  <a:schemeClr val="bg1"/>
                </a:solidFill>
              </a:defRPr>
            </a:lvl1pPr>
          </a:lstStyle>
          <a:p>
            <a:r>
              <a:rPr lang="fr-FR"/>
              <a:t>Name of the document</a:t>
            </a:r>
            <a:endParaRPr lang="en-US" dirty="0"/>
          </a:p>
        </p:txBody>
      </p:sp>
      <p:cxnSp>
        <p:nvCxnSpPr>
          <p:cNvPr id="16" name="Connecteur droit 15">
            <a:extLst>
              <a:ext uri="{FF2B5EF4-FFF2-40B4-BE49-F238E27FC236}">
                <a16:creationId xmlns:a16="http://schemas.microsoft.com/office/drawing/2014/main" id="{97A4BFBD-9D3C-CC63-B729-09F369ECE260}"/>
              </a:ext>
            </a:extLst>
          </p:cNvPr>
          <p:cNvCxnSpPr>
            <a:cxnSpLocks/>
          </p:cNvCxnSpPr>
          <p:nvPr userDrawn="1"/>
        </p:nvCxnSpPr>
        <p:spPr>
          <a:xfrm>
            <a:off x="1506537" y="6446039"/>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5">
            <a:extLst>
              <a:ext uri="{FF2B5EF4-FFF2-40B4-BE49-F238E27FC236}">
                <a16:creationId xmlns:a16="http://schemas.microsoft.com/office/drawing/2014/main" id="{A3A649BD-3A61-C1E8-BC62-CFFA8F7AFAC3}"/>
              </a:ext>
            </a:extLst>
          </p:cNvPr>
          <p:cNvSpPr>
            <a:spLocks noGrp="1"/>
          </p:cNvSpPr>
          <p:nvPr>
            <p:ph type="sldNum" sz="quarter" idx="4"/>
          </p:nvPr>
        </p:nvSpPr>
        <p:spPr>
          <a:xfrm>
            <a:off x="9220776" y="6386349"/>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8" name="Espace réservé du texte 4">
            <a:extLst>
              <a:ext uri="{FF2B5EF4-FFF2-40B4-BE49-F238E27FC236}">
                <a16:creationId xmlns:a16="http://schemas.microsoft.com/office/drawing/2014/main" id="{4C4E7B3B-180D-C6F8-9D15-CBDE1930AAF9}"/>
              </a:ext>
            </a:extLst>
          </p:cNvPr>
          <p:cNvSpPr>
            <a:spLocks noGrp="1"/>
          </p:cNvSpPr>
          <p:nvPr>
            <p:ph type="body" sz="quarter" idx="12" hasCustomPrompt="1"/>
          </p:nvPr>
        </p:nvSpPr>
        <p:spPr>
          <a:xfrm>
            <a:off x="1804107" y="2850471"/>
            <a:ext cx="395686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Insert title </a:t>
            </a:r>
            <a:br>
              <a:rPr lang="en-US" dirty="0"/>
            </a:br>
            <a:r>
              <a:rPr lang="en-US" dirty="0"/>
              <a:t>of the chapter</a:t>
            </a:r>
            <a:endParaRPr lang="fr-FR" dirty="0"/>
          </a:p>
        </p:txBody>
      </p:sp>
      <p:sp>
        <p:nvSpPr>
          <p:cNvPr id="9" name="Espace réservé du texte 4">
            <a:extLst>
              <a:ext uri="{FF2B5EF4-FFF2-40B4-BE49-F238E27FC236}">
                <a16:creationId xmlns:a16="http://schemas.microsoft.com/office/drawing/2014/main" id="{799E9E1F-C856-93CC-B54A-EE4C9D34B598}"/>
              </a:ext>
            </a:extLst>
          </p:cNvPr>
          <p:cNvSpPr>
            <a:spLocks noGrp="1"/>
          </p:cNvSpPr>
          <p:nvPr>
            <p:ph type="body" sz="quarter" idx="13" hasCustomPrompt="1"/>
          </p:nvPr>
        </p:nvSpPr>
        <p:spPr>
          <a:xfrm>
            <a:off x="-740135" y="2233289"/>
            <a:ext cx="2208939" cy="2391424"/>
          </a:xfrm>
        </p:spPr>
        <p:txBody>
          <a:bodyPr wrap="none" anchor="ctr">
            <a:spAutoFit/>
          </a:bodyPr>
          <a:lstStyle>
            <a:lvl1pPr marL="0" indent="0" algn="r">
              <a:lnSpc>
                <a:spcPct val="90000"/>
              </a:lnSpc>
              <a:spcBef>
                <a:spcPts val="0"/>
              </a:spcBef>
              <a:buNone/>
              <a:defRPr sz="16600" b="1" spc="-800" baseline="0">
                <a:solidFill>
                  <a:schemeClr val="bg1"/>
                </a:solidFill>
                <a:latin typeface="+mn-lt"/>
                <a:ea typeface="Source Sans Pro SemiBold" panose="020B0603030403020204" pitchFamily="34" charset="0"/>
              </a:defRPr>
            </a:lvl1pPr>
          </a:lstStyle>
          <a:p>
            <a:pPr lvl="0"/>
            <a:r>
              <a:rPr lang="fr-FR" dirty="0"/>
              <a:t>XX</a:t>
            </a:r>
          </a:p>
        </p:txBody>
      </p:sp>
    </p:spTree>
    <p:extLst>
      <p:ext uri="{BB962C8B-B14F-4D97-AF65-F5344CB8AC3E}">
        <p14:creationId xmlns:p14="http://schemas.microsoft.com/office/powerpoint/2010/main" val="721881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2_Chapter B">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1D9A6B6-8677-CB3B-ABF0-7F3C2E9EE084}"/>
              </a:ext>
            </a:extLst>
          </p:cNvPr>
          <p:cNvSpPr/>
          <p:nvPr userDrawn="1"/>
        </p:nvSpPr>
        <p:spPr>
          <a:xfrm>
            <a:off x="0" y="0"/>
            <a:ext cx="9315777" cy="6857999"/>
          </a:xfrm>
          <a:prstGeom prst="rect">
            <a:avLst/>
          </a:prstGeom>
          <a:gradFill>
            <a:gsLst>
              <a:gs pos="23000">
                <a:srgbClr val="000000">
                  <a:alpha val="75000"/>
                </a:srgbClr>
              </a:gs>
              <a:gs pos="82000">
                <a:srgbClr val="000000">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3" name="Freeform 1">
            <a:extLst>
              <a:ext uri="{FF2B5EF4-FFF2-40B4-BE49-F238E27FC236}">
                <a16:creationId xmlns:a16="http://schemas.microsoft.com/office/drawing/2014/main" id="{52EAEF8B-46F8-1159-F95C-5F8169A0CDF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14" name="Espace réservé du pied de page 3">
            <a:extLst>
              <a:ext uri="{FF2B5EF4-FFF2-40B4-BE49-F238E27FC236}">
                <a16:creationId xmlns:a16="http://schemas.microsoft.com/office/drawing/2014/main" id="{81F44602-097B-9A0A-1A22-92408DD88ACA}"/>
              </a:ext>
            </a:extLst>
          </p:cNvPr>
          <p:cNvSpPr>
            <a:spLocks noGrp="1"/>
          </p:cNvSpPr>
          <p:nvPr>
            <p:ph type="ftr" sz="quarter" idx="10"/>
          </p:nvPr>
        </p:nvSpPr>
        <p:spPr>
          <a:xfrm>
            <a:off x="1511300" y="6386349"/>
            <a:ext cx="7099300" cy="365125"/>
          </a:xfrm>
        </p:spPr>
        <p:txBody>
          <a:bodyPr/>
          <a:lstStyle>
            <a:lvl1pPr>
              <a:defRPr>
                <a:solidFill>
                  <a:schemeClr val="bg1"/>
                </a:solidFill>
              </a:defRPr>
            </a:lvl1pPr>
          </a:lstStyle>
          <a:p>
            <a:r>
              <a:rPr lang="fr-FR"/>
              <a:t>Name of the document</a:t>
            </a:r>
            <a:endParaRPr lang="en-US" dirty="0"/>
          </a:p>
        </p:txBody>
      </p:sp>
      <p:cxnSp>
        <p:nvCxnSpPr>
          <p:cNvPr id="16" name="Connecteur droit 15">
            <a:extLst>
              <a:ext uri="{FF2B5EF4-FFF2-40B4-BE49-F238E27FC236}">
                <a16:creationId xmlns:a16="http://schemas.microsoft.com/office/drawing/2014/main" id="{97A4BFBD-9D3C-CC63-B729-09F369ECE260}"/>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5">
            <a:extLst>
              <a:ext uri="{FF2B5EF4-FFF2-40B4-BE49-F238E27FC236}">
                <a16:creationId xmlns:a16="http://schemas.microsoft.com/office/drawing/2014/main" id="{A3A649BD-3A61-C1E8-BC62-CFFA8F7AFAC3}"/>
              </a:ext>
            </a:extLst>
          </p:cNvPr>
          <p:cNvSpPr>
            <a:spLocks noGrp="1"/>
          </p:cNvSpPr>
          <p:nvPr>
            <p:ph type="sldNum" sz="quarter" idx="4"/>
          </p:nvPr>
        </p:nvSpPr>
        <p:spPr>
          <a:xfrm>
            <a:off x="9220776" y="6386349"/>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8" name="Espace réservé du texte 4">
            <a:extLst>
              <a:ext uri="{FF2B5EF4-FFF2-40B4-BE49-F238E27FC236}">
                <a16:creationId xmlns:a16="http://schemas.microsoft.com/office/drawing/2014/main" id="{4C4E7B3B-180D-C6F8-9D15-CBDE1930AAF9}"/>
              </a:ext>
            </a:extLst>
          </p:cNvPr>
          <p:cNvSpPr>
            <a:spLocks noGrp="1"/>
          </p:cNvSpPr>
          <p:nvPr>
            <p:ph type="body" sz="quarter" idx="12" hasCustomPrompt="1"/>
          </p:nvPr>
        </p:nvSpPr>
        <p:spPr>
          <a:xfrm>
            <a:off x="1804107" y="2850471"/>
            <a:ext cx="395686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Insert title </a:t>
            </a:r>
            <a:br>
              <a:rPr lang="en-US" dirty="0"/>
            </a:br>
            <a:r>
              <a:rPr lang="en-US" dirty="0"/>
              <a:t>of the chapter</a:t>
            </a:r>
            <a:endParaRPr lang="fr-FR" dirty="0"/>
          </a:p>
        </p:txBody>
      </p:sp>
      <p:sp>
        <p:nvSpPr>
          <p:cNvPr id="9" name="Espace réservé du texte 4">
            <a:extLst>
              <a:ext uri="{FF2B5EF4-FFF2-40B4-BE49-F238E27FC236}">
                <a16:creationId xmlns:a16="http://schemas.microsoft.com/office/drawing/2014/main" id="{799E9E1F-C856-93CC-B54A-EE4C9D34B598}"/>
              </a:ext>
            </a:extLst>
          </p:cNvPr>
          <p:cNvSpPr>
            <a:spLocks noGrp="1"/>
          </p:cNvSpPr>
          <p:nvPr>
            <p:ph type="body" sz="quarter" idx="13" hasCustomPrompt="1"/>
          </p:nvPr>
        </p:nvSpPr>
        <p:spPr>
          <a:xfrm>
            <a:off x="-740135" y="2233289"/>
            <a:ext cx="2208939" cy="2391424"/>
          </a:xfrm>
        </p:spPr>
        <p:txBody>
          <a:bodyPr wrap="none" anchor="ctr">
            <a:spAutoFit/>
          </a:bodyPr>
          <a:lstStyle>
            <a:lvl1pPr marL="0" indent="0" algn="r">
              <a:lnSpc>
                <a:spcPct val="90000"/>
              </a:lnSpc>
              <a:spcBef>
                <a:spcPts val="0"/>
              </a:spcBef>
              <a:buNone/>
              <a:defRPr sz="16600" b="1" spc="-800" baseline="0">
                <a:solidFill>
                  <a:schemeClr val="bg1"/>
                </a:solidFill>
                <a:latin typeface="+mn-lt"/>
                <a:ea typeface="Source Sans Pro SemiBold" panose="020B0603030403020204" pitchFamily="34" charset="0"/>
              </a:defRPr>
            </a:lvl1pPr>
          </a:lstStyle>
          <a:p>
            <a:pPr lvl="0"/>
            <a:r>
              <a:rPr lang="fr-FR" dirty="0"/>
              <a:t>XX</a:t>
            </a:r>
          </a:p>
        </p:txBody>
      </p:sp>
    </p:spTree>
    <p:extLst>
      <p:ext uri="{BB962C8B-B14F-4D97-AF65-F5344CB8AC3E}">
        <p14:creationId xmlns:p14="http://schemas.microsoft.com/office/powerpoint/2010/main" val="161427594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3_Chapter B">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1D9A6B6-8677-CB3B-ABF0-7F3C2E9EE084}"/>
              </a:ext>
            </a:extLst>
          </p:cNvPr>
          <p:cNvSpPr/>
          <p:nvPr userDrawn="1"/>
        </p:nvSpPr>
        <p:spPr>
          <a:xfrm>
            <a:off x="0" y="0"/>
            <a:ext cx="9315777" cy="6857999"/>
          </a:xfrm>
          <a:prstGeom prst="rect">
            <a:avLst/>
          </a:prstGeom>
          <a:gradFill>
            <a:gsLst>
              <a:gs pos="23000">
                <a:srgbClr val="000000">
                  <a:alpha val="75000"/>
                </a:srgbClr>
              </a:gs>
              <a:gs pos="82000">
                <a:srgbClr val="000000">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3" name="Freeform 1">
            <a:extLst>
              <a:ext uri="{FF2B5EF4-FFF2-40B4-BE49-F238E27FC236}">
                <a16:creationId xmlns:a16="http://schemas.microsoft.com/office/drawing/2014/main" id="{52EAEF8B-46F8-1159-F95C-5F8169A0CDF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14" name="Espace réservé du pied de page 3">
            <a:extLst>
              <a:ext uri="{FF2B5EF4-FFF2-40B4-BE49-F238E27FC236}">
                <a16:creationId xmlns:a16="http://schemas.microsoft.com/office/drawing/2014/main" id="{81F44602-097B-9A0A-1A22-92408DD88ACA}"/>
              </a:ext>
            </a:extLst>
          </p:cNvPr>
          <p:cNvSpPr>
            <a:spLocks noGrp="1"/>
          </p:cNvSpPr>
          <p:nvPr>
            <p:ph type="ftr" sz="quarter" idx="10"/>
          </p:nvPr>
        </p:nvSpPr>
        <p:spPr>
          <a:xfrm>
            <a:off x="1511300" y="6386349"/>
            <a:ext cx="7099300" cy="365125"/>
          </a:xfrm>
        </p:spPr>
        <p:txBody>
          <a:bodyPr/>
          <a:lstStyle>
            <a:lvl1pPr>
              <a:defRPr>
                <a:solidFill>
                  <a:schemeClr val="bg1"/>
                </a:solidFill>
              </a:defRPr>
            </a:lvl1pPr>
          </a:lstStyle>
          <a:p>
            <a:r>
              <a:rPr lang="fr-FR"/>
              <a:t>Name of the document</a:t>
            </a:r>
            <a:endParaRPr lang="en-US" dirty="0"/>
          </a:p>
        </p:txBody>
      </p:sp>
      <p:cxnSp>
        <p:nvCxnSpPr>
          <p:cNvPr id="16" name="Connecteur droit 15">
            <a:extLst>
              <a:ext uri="{FF2B5EF4-FFF2-40B4-BE49-F238E27FC236}">
                <a16:creationId xmlns:a16="http://schemas.microsoft.com/office/drawing/2014/main" id="{97A4BFBD-9D3C-CC63-B729-09F369ECE260}"/>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5">
            <a:extLst>
              <a:ext uri="{FF2B5EF4-FFF2-40B4-BE49-F238E27FC236}">
                <a16:creationId xmlns:a16="http://schemas.microsoft.com/office/drawing/2014/main" id="{A3A649BD-3A61-C1E8-BC62-CFFA8F7AFAC3}"/>
              </a:ext>
            </a:extLst>
          </p:cNvPr>
          <p:cNvSpPr>
            <a:spLocks noGrp="1"/>
          </p:cNvSpPr>
          <p:nvPr>
            <p:ph type="sldNum" sz="quarter" idx="4"/>
          </p:nvPr>
        </p:nvSpPr>
        <p:spPr>
          <a:xfrm>
            <a:off x="9220776" y="6386349"/>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8" name="Espace réservé du texte 4">
            <a:extLst>
              <a:ext uri="{FF2B5EF4-FFF2-40B4-BE49-F238E27FC236}">
                <a16:creationId xmlns:a16="http://schemas.microsoft.com/office/drawing/2014/main" id="{4C4E7B3B-180D-C6F8-9D15-CBDE1930AAF9}"/>
              </a:ext>
            </a:extLst>
          </p:cNvPr>
          <p:cNvSpPr>
            <a:spLocks noGrp="1"/>
          </p:cNvSpPr>
          <p:nvPr>
            <p:ph type="body" sz="quarter" idx="12" hasCustomPrompt="1"/>
          </p:nvPr>
        </p:nvSpPr>
        <p:spPr>
          <a:xfrm>
            <a:off x="1804107" y="2850471"/>
            <a:ext cx="395686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Insert title </a:t>
            </a:r>
            <a:br>
              <a:rPr lang="en-US" dirty="0"/>
            </a:br>
            <a:r>
              <a:rPr lang="en-US" dirty="0"/>
              <a:t>of the chapter</a:t>
            </a:r>
            <a:endParaRPr lang="fr-FR" dirty="0"/>
          </a:p>
        </p:txBody>
      </p:sp>
      <p:sp>
        <p:nvSpPr>
          <p:cNvPr id="9" name="Espace réservé du texte 4">
            <a:extLst>
              <a:ext uri="{FF2B5EF4-FFF2-40B4-BE49-F238E27FC236}">
                <a16:creationId xmlns:a16="http://schemas.microsoft.com/office/drawing/2014/main" id="{799E9E1F-C856-93CC-B54A-EE4C9D34B598}"/>
              </a:ext>
            </a:extLst>
          </p:cNvPr>
          <p:cNvSpPr>
            <a:spLocks noGrp="1"/>
          </p:cNvSpPr>
          <p:nvPr>
            <p:ph type="body" sz="quarter" idx="13" hasCustomPrompt="1"/>
          </p:nvPr>
        </p:nvSpPr>
        <p:spPr>
          <a:xfrm>
            <a:off x="-740135" y="2233289"/>
            <a:ext cx="2208939" cy="2391424"/>
          </a:xfrm>
        </p:spPr>
        <p:txBody>
          <a:bodyPr wrap="none" anchor="ctr">
            <a:spAutoFit/>
          </a:bodyPr>
          <a:lstStyle>
            <a:lvl1pPr marL="0" indent="0" algn="r">
              <a:lnSpc>
                <a:spcPct val="90000"/>
              </a:lnSpc>
              <a:spcBef>
                <a:spcPts val="0"/>
              </a:spcBef>
              <a:buNone/>
              <a:defRPr sz="16600" b="1" spc="-800" baseline="0">
                <a:solidFill>
                  <a:schemeClr val="bg1"/>
                </a:solidFill>
                <a:latin typeface="+mn-lt"/>
                <a:ea typeface="Source Sans Pro SemiBold" panose="020B0603030403020204" pitchFamily="34" charset="0"/>
              </a:defRPr>
            </a:lvl1pPr>
          </a:lstStyle>
          <a:p>
            <a:pPr lvl="0"/>
            <a:r>
              <a:rPr lang="fr-FR" dirty="0"/>
              <a:t>XX</a:t>
            </a:r>
          </a:p>
        </p:txBody>
      </p:sp>
    </p:spTree>
    <p:extLst>
      <p:ext uri="{BB962C8B-B14F-4D97-AF65-F5344CB8AC3E}">
        <p14:creationId xmlns:p14="http://schemas.microsoft.com/office/powerpoint/2010/main" val="2644767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4_Chapter B">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1D9A6B6-8677-CB3B-ABF0-7F3C2E9EE084}"/>
              </a:ext>
            </a:extLst>
          </p:cNvPr>
          <p:cNvSpPr/>
          <p:nvPr userDrawn="1"/>
        </p:nvSpPr>
        <p:spPr>
          <a:xfrm>
            <a:off x="0" y="0"/>
            <a:ext cx="9315777" cy="6857999"/>
          </a:xfrm>
          <a:prstGeom prst="rect">
            <a:avLst/>
          </a:prstGeom>
          <a:gradFill>
            <a:gsLst>
              <a:gs pos="23000">
                <a:srgbClr val="000000">
                  <a:alpha val="75000"/>
                </a:srgbClr>
              </a:gs>
              <a:gs pos="82000">
                <a:srgbClr val="000000">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3" name="Freeform 1">
            <a:extLst>
              <a:ext uri="{FF2B5EF4-FFF2-40B4-BE49-F238E27FC236}">
                <a16:creationId xmlns:a16="http://schemas.microsoft.com/office/drawing/2014/main" id="{52EAEF8B-46F8-1159-F95C-5F8169A0CDF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14" name="Espace réservé du pied de page 3">
            <a:extLst>
              <a:ext uri="{FF2B5EF4-FFF2-40B4-BE49-F238E27FC236}">
                <a16:creationId xmlns:a16="http://schemas.microsoft.com/office/drawing/2014/main" id="{81F44602-097B-9A0A-1A22-92408DD88ACA}"/>
              </a:ext>
            </a:extLst>
          </p:cNvPr>
          <p:cNvSpPr>
            <a:spLocks noGrp="1"/>
          </p:cNvSpPr>
          <p:nvPr>
            <p:ph type="ftr" sz="quarter" idx="10"/>
          </p:nvPr>
        </p:nvSpPr>
        <p:spPr>
          <a:xfrm>
            <a:off x="1511300" y="6386349"/>
            <a:ext cx="7099300" cy="365125"/>
          </a:xfrm>
        </p:spPr>
        <p:txBody>
          <a:bodyPr/>
          <a:lstStyle>
            <a:lvl1pPr>
              <a:defRPr>
                <a:solidFill>
                  <a:schemeClr val="bg1"/>
                </a:solidFill>
              </a:defRPr>
            </a:lvl1pPr>
          </a:lstStyle>
          <a:p>
            <a:r>
              <a:rPr lang="fr-FR"/>
              <a:t>Name of the document</a:t>
            </a:r>
            <a:endParaRPr lang="en-US" dirty="0"/>
          </a:p>
        </p:txBody>
      </p:sp>
      <p:cxnSp>
        <p:nvCxnSpPr>
          <p:cNvPr id="16" name="Connecteur droit 15">
            <a:extLst>
              <a:ext uri="{FF2B5EF4-FFF2-40B4-BE49-F238E27FC236}">
                <a16:creationId xmlns:a16="http://schemas.microsoft.com/office/drawing/2014/main" id="{97A4BFBD-9D3C-CC63-B729-09F369ECE260}"/>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5">
            <a:extLst>
              <a:ext uri="{FF2B5EF4-FFF2-40B4-BE49-F238E27FC236}">
                <a16:creationId xmlns:a16="http://schemas.microsoft.com/office/drawing/2014/main" id="{A3A649BD-3A61-C1E8-BC62-CFFA8F7AFAC3}"/>
              </a:ext>
            </a:extLst>
          </p:cNvPr>
          <p:cNvSpPr>
            <a:spLocks noGrp="1"/>
          </p:cNvSpPr>
          <p:nvPr>
            <p:ph type="sldNum" sz="quarter" idx="4"/>
          </p:nvPr>
        </p:nvSpPr>
        <p:spPr>
          <a:xfrm>
            <a:off x="9220776" y="6386349"/>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8" name="Espace réservé du texte 4">
            <a:extLst>
              <a:ext uri="{FF2B5EF4-FFF2-40B4-BE49-F238E27FC236}">
                <a16:creationId xmlns:a16="http://schemas.microsoft.com/office/drawing/2014/main" id="{4C4E7B3B-180D-C6F8-9D15-CBDE1930AAF9}"/>
              </a:ext>
            </a:extLst>
          </p:cNvPr>
          <p:cNvSpPr>
            <a:spLocks noGrp="1"/>
          </p:cNvSpPr>
          <p:nvPr>
            <p:ph type="body" sz="quarter" idx="12" hasCustomPrompt="1"/>
          </p:nvPr>
        </p:nvSpPr>
        <p:spPr>
          <a:xfrm>
            <a:off x="1804107" y="2850471"/>
            <a:ext cx="395686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Insert title </a:t>
            </a:r>
            <a:br>
              <a:rPr lang="en-US" dirty="0"/>
            </a:br>
            <a:r>
              <a:rPr lang="en-US" dirty="0"/>
              <a:t>of the chapter</a:t>
            </a:r>
            <a:endParaRPr lang="fr-FR" dirty="0"/>
          </a:p>
        </p:txBody>
      </p:sp>
      <p:sp>
        <p:nvSpPr>
          <p:cNvPr id="9" name="Espace réservé du texte 4">
            <a:extLst>
              <a:ext uri="{FF2B5EF4-FFF2-40B4-BE49-F238E27FC236}">
                <a16:creationId xmlns:a16="http://schemas.microsoft.com/office/drawing/2014/main" id="{799E9E1F-C856-93CC-B54A-EE4C9D34B598}"/>
              </a:ext>
            </a:extLst>
          </p:cNvPr>
          <p:cNvSpPr>
            <a:spLocks noGrp="1"/>
          </p:cNvSpPr>
          <p:nvPr>
            <p:ph type="body" sz="quarter" idx="13" hasCustomPrompt="1"/>
          </p:nvPr>
        </p:nvSpPr>
        <p:spPr>
          <a:xfrm>
            <a:off x="-740135" y="2233289"/>
            <a:ext cx="2208939" cy="2391424"/>
          </a:xfrm>
        </p:spPr>
        <p:txBody>
          <a:bodyPr wrap="none" anchor="ctr">
            <a:spAutoFit/>
          </a:bodyPr>
          <a:lstStyle>
            <a:lvl1pPr marL="0" indent="0" algn="r">
              <a:lnSpc>
                <a:spcPct val="90000"/>
              </a:lnSpc>
              <a:spcBef>
                <a:spcPts val="0"/>
              </a:spcBef>
              <a:buNone/>
              <a:defRPr sz="16600" b="1" spc="-800" baseline="0">
                <a:solidFill>
                  <a:schemeClr val="bg1"/>
                </a:solidFill>
                <a:latin typeface="+mn-lt"/>
                <a:ea typeface="Source Sans Pro SemiBold" panose="020B0603030403020204" pitchFamily="34" charset="0"/>
              </a:defRPr>
            </a:lvl1pPr>
          </a:lstStyle>
          <a:p>
            <a:pPr lvl="0"/>
            <a:r>
              <a:rPr lang="fr-FR" dirty="0"/>
              <a:t>XX</a:t>
            </a:r>
          </a:p>
        </p:txBody>
      </p:sp>
    </p:spTree>
    <p:extLst>
      <p:ext uri="{BB962C8B-B14F-4D97-AF65-F5344CB8AC3E}">
        <p14:creationId xmlns:p14="http://schemas.microsoft.com/office/powerpoint/2010/main" val="247729015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5_Chapter B">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1D9A6B6-8677-CB3B-ABF0-7F3C2E9EE084}"/>
              </a:ext>
            </a:extLst>
          </p:cNvPr>
          <p:cNvSpPr/>
          <p:nvPr userDrawn="1"/>
        </p:nvSpPr>
        <p:spPr>
          <a:xfrm>
            <a:off x="0" y="0"/>
            <a:ext cx="9315777" cy="6857999"/>
          </a:xfrm>
          <a:prstGeom prst="rect">
            <a:avLst/>
          </a:prstGeom>
          <a:gradFill>
            <a:gsLst>
              <a:gs pos="23000">
                <a:srgbClr val="000000">
                  <a:alpha val="75000"/>
                </a:srgbClr>
              </a:gs>
              <a:gs pos="82000">
                <a:srgbClr val="000000">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3" name="Freeform 1">
            <a:extLst>
              <a:ext uri="{FF2B5EF4-FFF2-40B4-BE49-F238E27FC236}">
                <a16:creationId xmlns:a16="http://schemas.microsoft.com/office/drawing/2014/main" id="{52EAEF8B-46F8-1159-F95C-5F8169A0CDF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14" name="Espace réservé du pied de page 3">
            <a:extLst>
              <a:ext uri="{FF2B5EF4-FFF2-40B4-BE49-F238E27FC236}">
                <a16:creationId xmlns:a16="http://schemas.microsoft.com/office/drawing/2014/main" id="{81F44602-097B-9A0A-1A22-92408DD88ACA}"/>
              </a:ext>
            </a:extLst>
          </p:cNvPr>
          <p:cNvSpPr>
            <a:spLocks noGrp="1"/>
          </p:cNvSpPr>
          <p:nvPr>
            <p:ph type="ftr" sz="quarter" idx="10"/>
          </p:nvPr>
        </p:nvSpPr>
        <p:spPr>
          <a:xfrm>
            <a:off x="1511300" y="6386349"/>
            <a:ext cx="7099300" cy="365125"/>
          </a:xfrm>
        </p:spPr>
        <p:txBody>
          <a:bodyPr/>
          <a:lstStyle>
            <a:lvl1pPr>
              <a:defRPr>
                <a:solidFill>
                  <a:schemeClr val="bg1"/>
                </a:solidFill>
              </a:defRPr>
            </a:lvl1pPr>
          </a:lstStyle>
          <a:p>
            <a:r>
              <a:rPr lang="fr-FR"/>
              <a:t>Name of the document</a:t>
            </a:r>
            <a:endParaRPr lang="en-US" dirty="0"/>
          </a:p>
        </p:txBody>
      </p:sp>
      <p:cxnSp>
        <p:nvCxnSpPr>
          <p:cNvPr id="16" name="Connecteur droit 15">
            <a:extLst>
              <a:ext uri="{FF2B5EF4-FFF2-40B4-BE49-F238E27FC236}">
                <a16:creationId xmlns:a16="http://schemas.microsoft.com/office/drawing/2014/main" id="{97A4BFBD-9D3C-CC63-B729-09F369ECE260}"/>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5">
            <a:extLst>
              <a:ext uri="{FF2B5EF4-FFF2-40B4-BE49-F238E27FC236}">
                <a16:creationId xmlns:a16="http://schemas.microsoft.com/office/drawing/2014/main" id="{A3A649BD-3A61-C1E8-BC62-CFFA8F7AFAC3}"/>
              </a:ext>
            </a:extLst>
          </p:cNvPr>
          <p:cNvSpPr>
            <a:spLocks noGrp="1"/>
          </p:cNvSpPr>
          <p:nvPr>
            <p:ph type="sldNum" sz="quarter" idx="4"/>
          </p:nvPr>
        </p:nvSpPr>
        <p:spPr>
          <a:xfrm>
            <a:off x="9220776" y="6386349"/>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8" name="Espace réservé du texte 4">
            <a:extLst>
              <a:ext uri="{FF2B5EF4-FFF2-40B4-BE49-F238E27FC236}">
                <a16:creationId xmlns:a16="http://schemas.microsoft.com/office/drawing/2014/main" id="{4C4E7B3B-180D-C6F8-9D15-CBDE1930AAF9}"/>
              </a:ext>
            </a:extLst>
          </p:cNvPr>
          <p:cNvSpPr>
            <a:spLocks noGrp="1"/>
          </p:cNvSpPr>
          <p:nvPr>
            <p:ph type="body" sz="quarter" idx="12" hasCustomPrompt="1"/>
          </p:nvPr>
        </p:nvSpPr>
        <p:spPr>
          <a:xfrm>
            <a:off x="1804107" y="2850471"/>
            <a:ext cx="3956860" cy="1144929"/>
          </a:xfrm>
        </p:spPr>
        <p:txBody>
          <a:bodyPr>
            <a:noAutofit/>
          </a:bodyPr>
          <a:lstStyle>
            <a:lvl1pPr marL="0" indent="0">
              <a:lnSpc>
                <a:spcPct val="90000"/>
              </a:lnSpc>
              <a:spcBef>
                <a:spcPts val="0"/>
              </a:spcBef>
              <a:buNone/>
              <a:defRPr sz="38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Insert title </a:t>
            </a:r>
            <a:br>
              <a:rPr lang="en-US" dirty="0"/>
            </a:br>
            <a:r>
              <a:rPr lang="en-US" dirty="0"/>
              <a:t>of the chapter</a:t>
            </a:r>
            <a:endParaRPr lang="fr-FR" dirty="0"/>
          </a:p>
        </p:txBody>
      </p:sp>
      <p:sp>
        <p:nvSpPr>
          <p:cNvPr id="9" name="Espace réservé du texte 4">
            <a:extLst>
              <a:ext uri="{FF2B5EF4-FFF2-40B4-BE49-F238E27FC236}">
                <a16:creationId xmlns:a16="http://schemas.microsoft.com/office/drawing/2014/main" id="{799E9E1F-C856-93CC-B54A-EE4C9D34B598}"/>
              </a:ext>
            </a:extLst>
          </p:cNvPr>
          <p:cNvSpPr>
            <a:spLocks noGrp="1"/>
          </p:cNvSpPr>
          <p:nvPr>
            <p:ph type="body" sz="quarter" idx="13" hasCustomPrompt="1"/>
          </p:nvPr>
        </p:nvSpPr>
        <p:spPr>
          <a:xfrm>
            <a:off x="-740135" y="2233289"/>
            <a:ext cx="2208939" cy="2391424"/>
          </a:xfrm>
        </p:spPr>
        <p:txBody>
          <a:bodyPr wrap="none" anchor="ctr">
            <a:spAutoFit/>
          </a:bodyPr>
          <a:lstStyle>
            <a:lvl1pPr marL="0" indent="0" algn="r">
              <a:lnSpc>
                <a:spcPct val="90000"/>
              </a:lnSpc>
              <a:spcBef>
                <a:spcPts val="0"/>
              </a:spcBef>
              <a:buNone/>
              <a:defRPr sz="16600" b="1" spc="-800" baseline="0">
                <a:solidFill>
                  <a:schemeClr val="bg1"/>
                </a:solidFill>
                <a:latin typeface="+mn-lt"/>
                <a:ea typeface="Source Sans Pro SemiBold" panose="020B0603030403020204" pitchFamily="34" charset="0"/>
              </a:defRPr>
            </a:lvl1pPr>
          </a:lstStyle>
          <a:p>
            <a:pPr lvl="0"/>
            <a:r>
              <a:rPr lang="fr-FR" dirty="0"/>
              <a:t>XX</a:t>
            </a:r>
          </a:p>
        </p:txBody>
      </p:sp>
    </p:spTree>
    <p:extLst>
      <p:ext uri="{BB962C8B-B14F-4D97-AF65-F5344CB8AC3E}">
        <p14:creationId xmlns:p14="http://schemas.microsoft.com/office/powerpoint/2010/main" val="299230739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tx1"/>
        </a:solidFill>
        <a:effectLst/>
      </p:bgPr>
    </p:bg>
    <p:spTree>
      <p:nvGrpSpPr>
        <p:cNvPr id="1" name=""/>
        <p:cNvGrpSpPr/>
        <p:nvPr/>
      </p:nvGrpSpPr>
      <p:grpSpPr>
        <a:xfrm>
          <a:off x="0" y="0"/>
          <a:ext cx="0" cy="0"/>
          <a:chOff x="0" y="0"/>
          <a:chExt cx="0" cy="0"/>
        </a:xfrm>
      </p:grpSpPr>
      <p:sp>
        <p:nvSpPr>
          <p:cNvPr id="3" name="Freeform 1">
            <a:extLst>
              <a:ext uri="{FF2B5EF4-FFF2-40B4-BE49-F238E27FC236}">
                <a16:creationId xmlns:a16="http://schemas.microsoft.com/office/drawing/2014/main" id="{6CC83162-20EB-0DA9-7286-4EF6795D20E1}"/>
              </a:ext>
            </a:extLst>
          </p:cNvPr>
          <p:cNvSpPr/>
          <p:nvPr userDrawn="1"/>
        </p:nvSpPr>
        <p:spPr>
          <a:xfrm>
            <a:off x="342324" y="6453665"/>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1078"/>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1078"/>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Graphique 2">
            <a:extLst>
              <a:ext uri="{FF2B5EF4-FFF2-40B4-BE49-F238E27FC236}">
                <a16:creationId xmlns:a16="http://schemas.microsoft.com/office/drawing/2014/main" id="{EEF37BE6-DB53-268F-3A07-049AA4A03B79}"/>
              </a:ext>
            </a:extLst>
          </p:cNvPr>
          <p:cNvSpPr>
            <a:spLocks/>
          </p:cNvSpPr>
          <p:nvPr userDrawn="1"/>
        </p:nvSpPr>
        <p:spPr>
          <a:xfrm rot="16200000">
            <a:off x="9371670" y="2254766"/>
            <a:ext cx="2718062" cy="235393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9" name="Graphique 2">
            <a:extLst>
              <a:ext uri="{FF2B5EF4-FFF2-40B4-BE49-F238E27FC236}">
                <a16:creationId xmlns:a16="http://schemas.microsoft.com/office/drawing/2014/main" id="{4B403D4B-C518-E251-6249-A131A8EBA6EF}"/>
              </a:ext>
            </a:extLst>
          </p:cNvPr>
          <p:cNvSpPr>
            <a:spLocks/>
          </p:cNvSpPr>
          <p:nvPr userDrawn="1"/>
        </p:nvSpPr>
        <p:spPr>
          <a:xfrm rot="16200000">
            <a:off x="10560236" y="5578986"/>
            <a:ext cx="650124" cy="563029"/>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15" name="Forme libre : forme 14">
            <a:extLst>
              <a:ext uri="{FF2B5EF4-FFF2-40B4-BE49-F238E27FC236}">
                <a16:creationId xmlns:a16="http://schemas.microsoft.com/office/drawing/2014/main" id="{FFFC529A-BC3C-C5DB-D824-44A02F777A26}"/>
              </a:ext>
            </a:extLst>
          </p:cNvPr>
          <p:cNvSpPr>
            <a:spLocks/>
          </p:cNvSpPr>
          <p:nvPr userDrawn="1"/>
        </p:nvSpPr>
        <p:spPr>
          <a:xfrm rot="16200000">
            <a:off x="8048727" y="-669110"/>
            <a:ext cx="1856036" cy="3194255"/>
          </a:xfrm>
          <a:custGeom>
            <a:avLst/>
            <a:gdLst>
              <a:gd name="connsiteX0" fmla="*/ 1856036 w 1856036"/>
              <a:gd name="connsiteY0" fmla="*/ 20521 h 3194255"/>
              <a:gd name="connsiteX1" fmla="*/ 1856036 w 1856036"/>
              <a:gd name="connsiteY1" fmla="*/ 3194255 h 3194255"/>
              <a:gd name="connsiteX2" fmla="*/ 1844189 w 1856036"/>
              <a:gd name="connsiteY2" fmla="*/ 3194255 h 3194255"/>
              <a:gd name="connsiteX3" fmla="*/ 0 w 1856036"/>
              <a:gd name="connsiteY3" fmla="*/ 3194255 h 3194255"/>
              <a:gd name="connsiteX4" fmla="*/ 922024 w 1856036"/>
              <a:gd name="connsiteY4" fmla="*/ 1597128 h 3194255"/>
              <a:gd name="connsiteX5" fmla="*/ 1844189 w 1856036"/>
              <a:gd name="connsiteY5" fmla="*/ 0 h 319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6036" h="3194255">
                <a:moveTo>
                  <a:pt x="1856036" y="20521"/>
                </a:moveTo>
                <a:lnTo>
                  <a:pt x="1856036" y="3194255"/>
                </a:lnTo>
                <a:lnTo>
                  <a:pt x="1844189" y="3194255"/>
                </a:lnTo>
                <a:lnTo>
                  <a:pt x="0" y="3194255"/>
                </a:lnTo>
                <a:lnTo>
                  <a:pt x="922024" y="1597128"/>
                </a:lnTo>
                <a:lnTo>
                  <a:pt x="1844189"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sp>
        <p:nvSpPr>
          <p:cNvPr id="17" name="Espace réservé du texte 4">
            <a:extLst>
              <a:ext uri="{FF2B5EF4-FFF2-40B4-BE49-F238E27FC236}">
                <a16:creationId xmlns:a16="http://schemas.microsoft.com/office/drawing/2014/main" id="{88999DAE-650E-3F3B-22D9-0CF1B3FD6765}"/>
              </a:ext>
            </a:extLst>
          </p:cNvPr>
          <p:cNvSpPr>
            <a:spLocks noGrp="1"/>
          </p:cNvSpPr>
          <p:nvPr>
            <p:ph type="body" sz="quarter" idx="12" hasCustomPrompt="1"/>
          </p:nvPr>
        </p:nvSpPr>
        <p:spPr>
          <a:xfrm>
            <a:off x="1889832" y="1566394"/>
            <a:ext cx="4118184" cy="881532"/>
          </a:xfrm>
        </p:spPr>
        <p:txBody>
          <a:bodyPr>
            <a:noAutofit/>
          </a:bodyPr>
          <a:lstStyle>
            <a:lvl1pPr marL="0" indent="0">
              <a:lnSpc>
                <a:spcPct val="90000"/>
              </a:lnSpc>
              <a:spcBef>
                <a:spcPts val="0"/>
              </a:spcBef>
              <a:buNone/>
              <a:defRPr sz="6600" b="0">
                <a:solidFill>
                  <a:schemeClr val="bg1"/>
                </a:solidFill>
                <a:latin typeface="+mj-lt"/>
                <a:ea typeface="Source Sans Pro SemiBold" panose="020B0603030403020204" pitchFamily="34" charset="0"/>
              </a:defRPr>
            </a:lvl1pPr>
          </a:lstStyle>
          <a:p>
            <a:pPr lvl="0"/>
            <a:r>
              <a:rPr lang="fr-FR" dirty="0"/>
              <a:t>Agenda</a:t>
            </a:r>
          </a:p>
        </p:txBody>
      </p:sp>
      <p:sp>
        <p:nvSpPr>
          <p:cNvPr id="18" name="Espace réservé du texte 4">
            <a:extLst>
              <a:ext uri="{FF2B5EF4-FFF2-40B4-BE49-F238E27FC236}">
                <a16:creationId xmlns:a16="http://schemas.microsoft.com/office/drawing/2014/main" id="{30D40860-FF80-E2AD-EC31-F3BBA6E0379F}"/>
              </a:ext>
            </a:extLst>
          </p:cNvPr>
          <p:cNvSpPr>
            <a:spLocks noGrp="1"/>
          </p:cNvSpPr>
          <p:nvPr>
            <p:ph type="body" sz="quarter" idx="13" hasCustomPrompt="1"/>
          </p:nvPr>
        </p:nvSpPr>
        <p:spPr>
          <a:xfrm>
            <a:off x="2840223" y="2852025"/>
            <a:ext cx="2345150" cy="276999"/>
          </a:xfrm>
        </p:spPr>
        <p:txBody>
          <a:bodyPr wrap="square" tIns="0" bIns="0">
            <a:spAutoFit/>
          </a:bodyPr>
          <a:lstStyle>
            <a:lvl1pPr marL="0" indent="0">
              <a:lnSpc>
                <a:spcPct val="90000"/>
              </a:lnSpc>
              <a:spcBef>
                <a:spcPts val="0"/>
              </a:spcBef>
              <a:buNone/>
              <a:defRPr sz="20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Title of the chapter</a:t>
            </a:r>
            <a:endParaRPr lang="fr-FR" dirty="0"/>
          </a:p>
        </p:txBody>
      </p:sp>
      <p:sp>
        <p:nvSpPr>
          <p:cNvPr id="19" name="Espace réservé du texte 4">
            <a:extLst>
              <a:ext uri="{FF2B5EF4-FFF2-40B4-BE49-F238E27FC236}">
                <a16:creationId xmlns:a16="http://schemas.microsoft.com/office/drawing/2014/main" id="{DFD19984-92CC-2F99-2FB1-FCFF6DE9C711}"/>
              </a:ext>
            </a:extLst>
          </p:cNvPr>
          <p:cNvSpPr>
            <a:spLocks noGrp="1"/>
          </p:cNvSpPr>
          <p:nvPr>
            <p:ph type="body" sz="quarter" idx="14" hasCustomPrompt="1"/>
          </p:nvPr>
        </p:nvSpPr>
        <p:spPr>
          <a:xfrm>
            <a:off x="1889832" y="2775825"/>
            <a:ext cx="567463" cy="674031"/>
          </a:xfrm>
        </p:spPr>
        <p:txBody>
          <a:bodyPr wrap="none" anchor="ctr">
            <a:spAutoFit/>
          </a:bodyPr>
          <a:lstStyle>
            <a:lvl1pPr marL="0" indent="0" algn="r">
              <a:lnSpc>
                <a:spcPct val="90000"/>
              </a:lnSpc>
              <a:spcBef>
                <a:spcPts val="0"/>
              </a:spcBef>
              <a:buNone/>
              <a:defRPr sz="4200" b="1" spc="0" baseline="0">
                <a:solidFill>
                  <a:schemeClr val="accent5"/>
                </a:solidFill>
                <a:latin typeface="+mn-lt"/>
                <a:ea typeface="Source Sans Pro SemiBold" panose="020B0603030403020204" pitchFamily="34" charset="0"/>
              </a:defRPr>
            </a:lvl1pPr>
          </a:lstStyle>
          <a:p>
            <a:pPr lvl="0"/>
            <a:r>
              <a:rPr lang="fr-FR" dirty="0"/>
              <a:t>01</a:t>
            </a:r>
          </a:p>
        </p:txBody>
      </p:sp>
      <p:sp>
        <p:nvSpPr>
          <p:cNvPr id="20" name="Espace réservé du texte 4">
            <a:extLst>
              <a:ext uri="{FF2B5EF4-FFF2-40B4-BE49-F238E27FC236}">
                <a16:creationId xmlns:a16="http://schemas.microsoft.com/office/drawing/2014/main" id="{BC2A9034-65BB-1F3C-0E22-928BCECE47CC}"/>
              </a:ext>
            </a:extLst>
          </p:cNvPr>
          <p:cNvSpPr>
            <a:spLocks noGrp="1"/>
          </p:cNvSpPr>
          <p:nvPr>
            <p:ph type="body" sz="quarter" idx="15" hasCustomPrompt="1"/>
          </p:nvPr>
        </p:nvSpPr>
        <p:spPr>
          <a:xfrm>
            <a:off x="2840223" y="3089895"/>
            <a:ext cx="2353931" cy="258532"/>
          </a:xfrm>
        </p:spPr>
        <p:txBody>
          <a:bodyPr wrap="square">
            <a:spAutoFit/>
          </a:bodyPr>
          <a:lstStyle>
            <a:lvl1pPr marL="0" indent="0">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err="1"/>
              <a:t>Subtitle</a:t>
            </a:r>
            <a:r>
              <a:rPr lang="fr-FR" dirty="0"/>
              <a:t> of the </a:t>
            </a:r>
            <a:r>
              <a:rPr lang="fr-FR" dirty="0" err="1"/>
              <a:t>chapter</a:t>
            </a:r>
            <a:endParaRPr lang="fr-FR" dirty="0"/>
          </a:p>
        </p:txBody>
      </p:sp>
      <p:sp>
        <p:nvSpPr>
          <p:cNvPr id="21" name="Espace réservé du texte 4">
            <a:extLst>
              <a:ext uri="{FF2B5EF4-FFF2-40B4-BE49-F238E27FC236}">
                <a16:creationId xmlns:a16="http://schemas.microsoft.com/office/drawing/2014/main" id="{6A7DF4EC-D5F6-8AB6-24D1-F83878B3731C}"/>
              </a:ext>
            </a:extLst>
          </p:cNvPr>
          <p:cNvSpPr>
            <a:spLocks noGrp="1"/>
          </p:cNvSpPr>
          <p:nvPr>
            <p:ph type="body" sz="quarter" idx="16" hasCustomPrompt="1"/>
          </p:nvPr>
        </p:nvSpPr>
        <p:spPr>
          <a:xfrm>
            <a:off x="2840223" y="3766425"/>
            <a:ext cx="2345150" cy="276999"/>
          </a:xfrm>
        </p:spPr>
        <p:txBody>
          <a:bodyPr wrap="square" tIns="0" bIns="0">
            <a:spAutoFit/>
          </a:bodyPr>
          <a:lstStyle>
            <a:lvl1pPr marL="0" indent="0">
              <a:lnSpc>
                <a:spcPct val="90000"/>
              </a:lnSpc>
              <a:spcBef>
                <a:spcPts val="0"/>
              </a:spcBef>
              <a:buNone/>
              <a:defRPr sz="20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Title of the chapter</a:t>
            </a:r>
            <a:endParaRPr lang="fr-FR" dirty="0"/>
          </a:p>
        </p:txBody>
      </p:sp>
      <p:sp>
        <p:nvSpPr>
          <p:cNvPr id="22" name="Espace réservé du texte 4">
            <a:extLst>
              <a:ext uri="{FF2B5EF4-FFF2-40B4-BE49-F238E27FC236}">
                <a16:creationId xmlns:a16="http://schemas.microsoft.com/office/drawing/2014/main" id="{B20A3760-1477-79AA-BA52-D6020034F7A4}"/>
              </a:ext>
            </a:extLst>
          </p:cNvPr>
          <p:cNvSpPr>
            <a:spLocks noGrp="1"/>
          </p:cNvSpPr>
          <p:nvPr>
            <p:ph type="body" sz="quarter" idx="17" hasCustomPrompt="1"/>
          </p:nvPr>
        </p:nvSpPr>
        <p:spPr>
          <a:xfrm>
            <a:off x="1889832" y="3690225"/>
            <a:ext cx="567463" cy="674031"/>
          </a:xfrm>
        </p:spPr>
        <p:txBody>
          <a:bodyPr wrap="none" anchor="ctr">
            <a:spAutoFit/>
          </a:bodyPr>
          <a:lstStyle>
            <a:lvl1pPr marL="0" indent="0" algn="r">
              <a:lnSpc>
                <a:spcPct val="90000"/>
              </a:lnSpc>
              <a:spcBef>
                <a:spcPts val="0"/>
              </a:spcBef>
              <a:buNone/>
              <a:defRPr sz="4200" b="1" spc="0" baseline="0">
                <a:solidFill>
                  <a:schemeClr val="accent5"/>
                </a:solidFill>
                <a:latin typeface="+mn-lt"/>
                <a:ea typeface="Source Sans Pro SemiBold" panose="020B0603030403020204" pitchFamily="34" charset="0"/>
              </a:defRPr>
            </a:lvl1pPr>
          </a:lstStyle>
          <a:p>
            <a:pPr lvl="0"/>
            <a:r>
              <a:rPr lang="fr-FR" dirty="0"/>
              <a:t>02</a:t>
            </a:r>
          </a:p>
        </p:txBody>
      </p:sp>
      <p:sp>
        <p:nvSpPr>
          <p:cNvPr id="23" name="Espace réservé du texte 4">
            <a:extLst>
              <a:ext uri="{FF2B5EF4-FFF2-40B4-BE49-F238E27FC236}">
                <a16:creationId xmlns:a16="http://schemas.microsoft.com/office/drawing/2014/main" id="{902D3B71-FCDE-142D-88A5-A28EA68C8C3A}"/>
              </a:ext>
            </a:extLst>
          </p:cNvPr>
          <p:cNvSpPr>
            <a:spLocks noGrp="1"/>
          </p:cNvSpPr>
          <p:nvPr>
            <p:ph type="body" sz="quarter" idx="18" hasCustomPrompt="1"/>
          </p:nvPr>
        </p:nvSpPr>
        <p:spPr>
          <a:xfrm>
            <a:off x="2840223" y="4004295"/>
            <a:ext cx="2353931" cy="258532"/>
          </a:xfrm>
        </p:spPr>
        <p:txBody>
          <a:bodyPr wrap="square">
            <a:spAutoFit/>
          </a:bodyPr>
          <a:lstStyle>
            <a:lvl1pPr marL="0" indent="0">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err="1"/>
              <a:t>Subtitle</a:t>
            </a:r>
            <a:r>
              <a:rPr lang="fr-FR" dirty="0"/>
              <a:t> of the </a:t>
            </a:r>
            <a:r>
              <a:rPr lang="fr-FR" dirty="0" err="1"/>
              <a:t>chapter</a:t>
            </a:r>
            <a:endParaRPr lang="fr-FR" dirty="0"/>
          </a:p>
        </p:txBody>
      </p:sp>
      <p:sp>
        <p:nvSpPr>
          <p:cNvPr id="24" name="Espace réservé du texte 4">
            <a:extLst>
              <a:ext uri="{FF2B5EF4-FFF2-40B4-BE49-F238E27FC236}">
                <a16:creationId xmlns:a16="http://schemas.microsoft.com/office/drawing/2014/main" id="{FCE5FD38-4B78-0381-870B-D166E7767A98}"/>
              </a:ext>
            </a:extLst>
          </p:cNvPr>
          <p:cNvSpPr>
            <a:spLocks noGrp="1"/>
          </p:cNvSpPr>
          <p:nvPr>
            <p:ph type="body" sz="quarter" idx="19" hasCustomPrompt="1"/>
          </p:nvPr>
        </p:nvSpPr>
        <p:spPr>
          <a:xfrm>
            <a:off x="2840223" y="4680825"/>
            <a:ext cx="2345150" cy="276999"/>
          </a:xfrm>
        </p:spPr>
        <p:txBody>
          <a:bodyPr wrap="square" tIns="0" bIns="0">
            <a:spAutoFit/>
          </a:bodyPr>
          <a:lstStyle>
            <a:lvl1pPr marL="0" indent="0">
              <a:lnSpc>
                <a:spcPct val="90000"/>
              </a:lnSpc>
              <a:spcBef>
                <a:spcPts val="0"/>
              </a:spcBef>
              <a:buNone/>
              <a:defRPr sz="20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Title of the chapter</a:t>
            </a:r>
            <a:endParaRPr lang="fr-FR" dirty="0"/>
          </a:p>
        </p:txBody>
      </p:sp>
      <p:sp>
        <p:nvSpPr>
          <p:cNvPr id="25" name="Espace réservé du texte 4">
            <a:extLst>
              <a:ext uri="{FF2B5EF4-FFF2-40B4-BE49-F238E27FC236}">
                <a16:creationId xmlns:a16="http://schemas.microsoft.com/office/drawing/2014/main" id="{BB439509-52F7-EEEB-D9B7-9F9537DBEFAD}"/>
              </a:ext>
            </a:extLst>
          </p:cNvPr>
          <p:cNvSpPr>
            <a:spLocks noGrp="1"/>
          </p:cNvSpPr>
          <p:nvPr>
            <p:ph type="body" sz="quarter" idx="20" hasCustomPrompt="1"/>
          </p:nvPr>
        </p:nvSpPr>
        <p:spPr>
          <a:xfrm>
            <a:off x="1889832" y="4604625"/>
            <a:ext cx="567463" cy="674031"/>
          </a:xfrm>
        </p:spPr>
        <p:txBody>
          <a:bodyPr wrap="none" anchor="ctr">
            <a:spAutoFit/>
          </a:bodyPr>
          <a:lstStyle>
            <a:lvl1pPr marL="0" indent="0" algn="r">
              <a:lnSpc>
                <a:spcPct val="90000"/>
              </a:lnSpc>
              <a:spcBef>
                <a:spcPts val="0"/>
              </a:spcBef>
              <a:buNone/>
              <a:defRPr sz="4200" b="1" spc="0" baseline="0">
                <a:solidFill>
                  <a:schemeClr val="accent5"/>
                </a:solidFill>
                <a:latin typeface="+mn-lt"/>
                <a:ea typeface="Source Sans Pro SemiBold" panose="020B0603030403020204" pitchFamily="34" charset="0"/>
              </a:defRPr>
            </a:lvl1pPr>
          </a:lstStyle>
          <a:p>
            <a:pPr lvl="0"/>
            <a:r>
              <a:rPr lang="fr-FR" dirty="0"/>
              <a:t>03</a:t>
            </a:r>
          </a:p>
        </p:txBody>
      </p:sp>
      <p:sp>
        <p:nvSpPr>
          <p:cNvPr id="26" name="Espace réservé du texte 4">
            <a:extLst>
              <a:ext uri="{FF2B5EF4-FFF2-40B4-BE49-F238E27FC236}">
                <a16:creationId xmlns:a16="http://schemas.microsoft.com/office/drawing/2014/main" id="{5AB4AF32-35C0-C5D7-D31C-B9DB9B6A6765}"/>
              </a:ext>
            </a:extLst>
          </p:cNvPr>
          <p:cNvSpPr>
            <a:spLocks noGrp="1"/>
          </p:cNvSpPr>
          <p:nvPr>
            <p:ph type="body" sz="quarter" idx="21" hasCustomPrompt="1"/>
          </p:nvPr>
        </p:nvSpPr>
        <p:spPr>
          <a:xfrm>
            <a:off x="2840223" y="4918695"/>
            <a:ext cx="2353931" cy="258532"/>
          </a:xfrm>
        </p:spPr>
        <p:txBody>
          <a:bodyPr wrap="square">
            <a:spAutoFit/>
          </a:bodyPr>
          <a:lstStyle>
            <a:lvl1pPr marL="0" indent="0">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err="1"/>
              <a:t>Subtitle</a:t>
            </a:r>
            <a:r>
              <a:rPr lang="fr-FR" dirty="0"/>
              <a:t> of the </a:t>
            </a:r>
            <a:r>
              <a:rPr lang="fr-FR" dirty="0" err="1"/>
              <a:t>chapter</a:t>
            </a:r>
            <a:endParaRPr lang="fr-FR" dirty="0"/>
          </a:p>
        </p:txBody>
      </p:sp>
      <p:sp>
        <p:nvSpPr>
          <p:cNvPr id="27" name="Espace réservé du texte 4">
            <a:extLst>
              <a:ext uri="{FF2B5EF4-FFF2-40B4-BE49-F238E27FC236}">
                <a16:creationId xmlns:a16="http://schemas.microsoft.com/office/drawing/2014/main" id="{2D96B977-731E-1E88-ECE4-D1D5B9AEAE31}"/>
              </a:ext>
            </a:extLst>
          </p:cNvPr>
          <p:cNvSpPr>
            <a:spLocks noGrp="1"/>
          </p:cNvSpPr>
          <p:nvPr>
            <p:ph type="body" sz="quarter" idx="22" hasCustomPrompt="1"/>
          </p:nvPr>
        </p:nvSpPr>
        <p:spPr>
          <a:xfrm>
            <a:off x="7516998" y="2852025"/>
            <a:ext cx="2345150" cy="276999"/>
          </a:xfrm>
        </p:spPr>
        <p:txBody>
          <a:bodyPr wrap="square" tIns="0" bIns="0">
            <a:spAutoFit/>
          </a:bodyPr>
          <a:lstStyle>
            <a:lvl1pPr marL="0" indent="0">
              <a:lnSpc>
                <a:spcPct val="90000"/>
              </a:lnSpc>
              <a:spcBef>
                <a:spcPts val="0"/>
              </a:spcBef>
              <a:buNone/>
              <a:defRPr sz="20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Title of the chapter</a:t>
            </a:r>
            <a:endParaRPr lang="fr-FR" dirty="0"/>
          </a:p>
        </p:txBody>
      </p:sp>
      <p:sp>
        <p:nvSpPr>
          <p:cNvPr id="28" name="Espace réservé du texte 4">
            <a:extLst>
              <a:ext uri="{FF2B5EF4-FFF2-40B4-BE49-F238E27FC236}">
                <a16:creationId xmlns:a16="http://schemas.microsoft.com/office/drawing/2014/main" id="{EF7EE348-3DC3-AB94-4CEA-587A0F42246C}"/>
              </a:ext>
            </a:extLst>
          </p:cNvPr>
          <p:cNvSpPr>
            <a:spLocks noGrp="1"/>
          </p:cNvSpPr>
          <p:nvPr>
            <p:ph type="body" sz="quarter" idx="23" hasCustomPrompt="1"/>
          </p:nvPr>
        </p:nvSpPr>
        <p:spPr>
          <a:xfrm>
            <a:off x="6566607" y="2775825"/>
            <a:ext cx="567463" cy="674031"/>
          </a:xfrm>
        </p:spPr>
        <p:txBody>
          <a:bodyPr wrap="none" anchor="ctr">
            <a:spAutoFit/>
          </a:bodyPr>
          <a:lstStyle>
            <a:lvl1pPr marL="0" indent="0" algn="r">
              <a:lnSpc>
                <a:spcPct val="90000"/>
              </a:lnSpc>
              <a:spcBef>
                <a:spcPts val="0"/>
              </a:spcBef>
              <a:buNone/>
              <a:defRPr sz="4200" b="1" spc="0" baseline="0">
                <a:solidFill>
                  <a:schemeClr val="accent5"/>
                </a:solidFill>
                <a:latin typeface="+mn-lt"/>
                <a:ea typeface="Source Sans Pro SemiBold" panose="020B0603030403020204" pitchFamily="34" charset="0"/>
              </a:defRPr>
            </a:lvl1pPr>
          </a:lstStyle>
          <a:p>
            <a:pPr lvl="0"/>
            <a:r>
              <a:rPr lang="fr-FR" dirty="0"/>
              <a:t>04</a:t>
            </a:r>
          </a:p>
        </p:txBody>
      </p:sp>
      <p:sp>
        <p:nvSpPr>
          <p:cNvPr id="29" name="Espace réservé du texte 4">
            <a:extLst>
              <a:ext uri="{FF2B5EF4-FFF2-40B4-BE49-F238E27FC236}">
                <a16:creationId xmlns:a16="http://schemas.microsoft.com/office/drawing/2014/main" id="{86853D2D-963C-DB92-5203-0955BD8CC630}"/>
              </a:ext>
            </a:extLst>
          </p:cNvPr>
          <p:cNvSpPr>
            <a:spLocks noGrp="1"/>
          </p:cNvSpPr>
          <p:nvPr>
            <p:ph type="body" sz="quarter" idx="24" hasCustomPrompt="1"/>
          </p:nvPr>
        </p:nvSpPr>
        <p:spPr>
          <a:xfrm>
            <a:off x="7516998" y="3089895"/>
            <a:ext cx="2353931" cy="258532"/>
          </a:xfrm>
        </p:spPr>
        <p:txBody>
          <a:bodyPr wrap="square">
            <a:spAutoFit/>
          </a:bodyPr>
          <a:lstStyle>
            <a:lvl1pPr marL="0" indent="0">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err="1"/>
              <a:t>Subtitle</a:t>
            </a:r>
            <a:r>
              <a:rPr lang="fr-FR" dirty="0"/>
              <a:t> of the </a:t>
            </a:r>
            <a:r>
              <a:rPr lang="fr-FR" dirty="0" err="1"/>
              <a:t>chapter</a:t>
            </a:r>
            <a:endParaRPr lang="fr-FR" dirty="0"/>
          </a:p>
        </p:txBody>
      </p:sp>
      <p:sp>
        <p:nvSpPr>
          <p:cNvPr id="30" name="Espace réservé du texte 4">
            <a:extLst>
              <a:ext uri="{FF2B5EF4-FFF2-40B4-BE49-F238E27FC236}">
                <a16:creationId xmlns:a16="http://schemas.microsoft.com/office/drawing/2014/main" id="{94C67188-5032-173F-AAA0-0C29C31AEB1B}"/>
              </a:ext>
            </a:extLst>
          </p:cNvPr>
          <p:cNvSpPr>
            <a:spLocks noGrp="1"/>
          </p:cNvSpPr>
          <p:nvPr>
            <p:ph type="body" sz="quarter" idx="25" hasCustomPrompt="1"/>
          </p:nvPr>
        </p:nvSpPr>
        <p:spPr>
          <a:xfrm>
            <a:off x="7516998" y="3766425"/>
            <a:ext cx="2345150" cy="276999"/>
          </a:xfrm>
        </p:spPr>
        <p:txBody>
          <a:bodyPr wrap="square" tIns="0" bIns="0">
            <a:spAutoFit/>
          </a:bodyPr>
          <a:lstStyle>
            <a:lvl1pPr marL="0" indent="0">
              <a:lnSpc>
                <a:spcPct val="90000"/>
              </a:lnSpc>
              <a:spcBef>
                <a:spcPts val="0"/>
              </a:spcBef>
              <a:buNone/>
              <a:defRPr sz="20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Title of the chapter</a:t>
            </a:r>
            <a:endParaRPr lang="fr-FR" dirty="0"/>
          </a:p>
        </p:txBody>
      </p:sp>
      <p:sp>
        <p:nvSpPr>
          <p:cNvPr id="31" name="Espace réservé du texte 4">
            <a:extLst>
              <a:ext uri="{FF2B5EF4-FFF2-40B4-BE49-F238E27FC236}">
                <a16:creationId xmlns:a16="http://schemas.microsoft.com/office/drawing/2014/main" id="{0FCB3175-3405-D08B-97EC-31DFF52EA478}"/>
              </a:ext>
            </a:extLst>
          </p:cNvPr>
          <p:cNvSpPr>
            <a:spLocks noGrp="1"/>
          </p:cNvSpPr>
          <p:nvPr>
            <p:ph type="body" sz="quarter" idx="26" hasCustomPrompt="1"/>
          </p:nvPr>
        </p:nvSpPr>
        <p:spPr>
          <a:xfrm>
            <a:off x="6566607" y="3690225"/>
            <a:ext cx="567463" cy="674031"/>
          </a:xfrm>
        </p:spPr>
        <p:txBody>
          <a:bodyPr wrap="none" anchor="ctr">
            <a:spAutoFit/>
          </a:bodyPr>
          <a:lstStyle>
            <a:lvl1pPr marL="0" indent="0" algn="r">
              <a:lnSpc>
                <a:spcPct val="90000"/>
              </a:lnSpc>
              <a:spcBef>
                <a:spcPts val="0"/>
              </a:spcBef>
              <a:buNone/>
              <a:defRPr sz="4200" b="1" spc="0" baseline="0">
                <a:solidFill>
                  <a:schemeClr val="accent5"/>
                </a:solidFill>
                <a:latin typeface="+mn-lt"/>
                <a:ea typeface="Source Sans Pro SemiBold" panose="020B0603030403020204" pitchFamily="34" charset="0"/>
              </a:defRPr>
            </a:lvl1pPr>
          </a:lstStyle>
          <a:p>
            <a:pPr lvl="0"/>
            <a:r>
              <a:rPr lang="fr-FR" dirty="0"/>
              <a:t>05</a:t>
            </a:r>
          </a:p>
        </p:txBody>
      </p:sp>
      <p:sp>
        <p:nvSpPr>
          <p:cNvPr id="32" name="Espace réservé du texte 4">
            <a:extLst>
              <a:ext uri="{FF2B5EF4-FFF2-40B4-BE49-F238E27FC236}">
                <a16:creationId xmlns:a16="http://schemas.microsoft.com/office/drawing/2014/main" id="{22EEC058-6DEB-52E6-1614-3A8BACA276B0}"/>
              </a:ext>
            </a:extLst>
          </p:cNvPr>
          <p:cNvSpPr>
            <a:spLocks noGrp="1"/>
          </p:cNvSpPr>
          <p:nvPr>
            <p:ph type="body" sz="quarter" idx="27" hasCustomPrompt="1"/>
          </p:nvPr>
        </p:nvSpPr>
        <p:spPr>
          <a:xfrm>
            <a:off x="7516998" y="4004295"/>
            <a:ext cx="2353931" cy="258532"/>
          </a:xfrm>
        </p:spPr>
        <p:txBody>
          <a:bodyPr wrap="square">
            <a:spAutoFit/>
          </a:bodyPr>
          <a:lstStyle>
            <a:lvl1pPr marL="0" indent="0">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err="1"/>
              <a:t>Subtitle</a:t>
            </a:r>
            <a:r>
              <a:rPr lang="fr-FR" dirty="0"/>
              <a:t> of the </a:t>
            </a:r>
            <a:r>
              <a:rPr lang="fr-FR" dirty="0" err="1"/>
              <a:t>chapter</a:t>
            </a:r>
            <a:endParaRPr lang="fr-FR" dirty="0"/>
          </a:p>
        </p:txBody>
      </p:sp>
      <p:sp>
        <p:nvSpPr>
          <p:cNvPr id="33" name="Espace réservé du texte 4">
            <a:extLst>
              <a:ext uri="{FF2B5EF4-FFF2-40B4-BE49-F238E27FC236}">
                <a16:creationId xmlns:a16="http://schemas.microsoft.com/office/drawing/2014/main" id="{A251C72F-DF92-280B-06F3-F56FA1608342}"/>
              </a:ext>
            </a:extLst>
          </p:cNvPr>
          <p:cNvSpPr>
            <a:spLocks noGrp="1"/>
          </p:cNvSpPr>
          <p:nvPr>
            <p:ph type="body" sz="quarter" idx="28" hasCustomPrompt="1"/>
          </p:nvPr>
        </p:nvSpPr>
        <p:spPr>
          <a:xfrm>
            <a:off x="7516998" y="4680825"/>
            <a:ext cx="2345150" cy="276999"/>
          </a:xfrm>
        </p:spPr>
        <p:txBody>
          <a:bodyPr wrap="square" tIns="0" bIns="0">
            <a:spAutoFit/>
          </a:bodyPr>
          <a:lstStyle>
            <a:lvl1pPr marL="0" indent="0">
              <a:lnSpc>
                <a:spcPct val="90000"/>
              </a:lnSpc>
              <a:spcBef>
                <a:spcPts val="0"/>
              </a:spcBef>
              <a:buNone/>
              <a:defRPr sz="2000" b="0">
                <a:solidFill>
                  <a:schemeClr val="bg1"/>
                </a:solidFill>
                <a:latin typeface="Source Sans Pro SemiBold" panose="020B0603030403020204" pitchFamily="34" charset="0"/>
                <a:ea typeface="Source Sans Pro SemiBold" panose="020B0603030403020204" pitchFamily="34" charset="0"/>
              </a:defRPr>
            </a:lvl1pPr>
          </a:lstStyle>
          <a:p>
            <a:pPr lvl="0"/>
            <a:r>
              <a:rPr lang="en-US" dirty="0"/>
              <a:t>Title of the chapter</a:t>
            </a:r>
            <a:endParaRPr lang="fr-FR" dirty="0"/>
          </a:p>
        </p:txBody>
      </p:sp>
      <p:sp>
        <p:nvSpPr>
          <p:cNvPr id="34" name="Espace réservé du texte 4">
            <a:extLst>
              <a:ext uri="{FF2B5EF4-FFF2-40B4-BE49-F238E27FC236}">
                <a16:creationId xmlns:a16="http://schemas.microsoft.com/office/drawing/2014/main" id="{040D9B6D-2F85-6888-2276-F6AB25791643}"/>
              </a:ext>
            </a:extLst>
          </p:cNvPr>
          <p:cNvSpPr>
            <a:spLocks noGrp="1"/>
          </p:cNvSpPr>
          <p:nvPr>
            <p:ph type="body" sz="quarter" idx="29" hasCustomPrompt="1"/>
          </p:nvPr>
        </p:nvSpPr>
        <p:spPr>
          <a:xfrm>
            <a:off x="6566607" y="4604625"/>
            <a:ext cx="567463" cy="674031"/>
          </a:xfrm>
        </p:spPr>
        <p:txBody>
          <a:bodyPr wrap="none" anchor="ctr">
            <a:spAutoFit/>
          </a:bodyPr>
          <a:lstStyle>
            <a:lvl1pPr marL="0" indent="0" algn="r">
              <a:lnSpc>
                <a:spcPct val="90000"/>
              </a:lnSpc>
              <a:spcBef>
                <a:spcPts val="0"/>
              </a:spcBef>
              <a:buNone/>
              <a:defRPr sz="4200" b="1" spc="0" baseline="0">
                <a:solidFill>
                  <a:schemeClr val="accent5"/>
                </a:solidFill>
                <a:latin typeface="+mn-lt"/>
                <a:ea typeface="Source Sans Pro SemiBold" panose="020B0603030403020204" pitchFamily="34" charset="0"/>
              </a:defRPr>
            </a:lvl1pPr>
          </a:lstStyle>
          <a:p>
            <a:pPr lvl="0"/>
            <a:r>
              <a:rPr lang="fr-FR" dirty="0"/>
              <a:t>06</a:t>
            </a:r>
          </a:p>
        </p:txBody>
      </p:sp>
      <p:sp>
        <p:nvSpPr>
          <p:cNvPr id="35" name="Espace réservé du texte 4">
            <a:extLst>
              <a:ext uri="{FF2B5EF4-FFF2-40B4-BE49-F238E27FC236}">
                <a16:creationId xmlns:a16="http://schemas.microsoft.com/office/drawing/2014/main" id="{BB2DE84C-BD52-7578-7960-42F66B255673}"/>
              </a:ext>
            </a:extLst>
          </p:cNvPr>
          <p:cNvSpPr>
            <a:spLocks noGrp="1"/>
          </p:cNvSpPr>
          <p:nvPr>
            <p:ph type="body" sz="quarter" idx="30" hasCustomPrompt="1"/>
          </p:nvPr>
        </p:nvSpPr>
        <p:spPr>
          <a:xfrm>
            <a:off x="7516998" y="4918695"/>
            <a:ext cx="2353931" cy="258532"/>
          </a:xfrm>
        </p:spPr>
        <p:txBody>
          <a:bodyPr wrap="square">
            <a:spAutoFit/>
          </a:bodyPr>
          <a:lstStyle>
            <a:lvl1pPr marL="0" indent="0">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err="1"/>
              <a:t>Subtitle</a:t>
            </a:r>
            <a:r>
              <a:rPr lang="fr-FR" dirty="0"/>
              <a:t> of the </a:t>
            </a:r>
            <a:r>
              <a:rPr lang="fr-FR" dirty="0" err="1"/>
              <a:t>chapter</a:t>
            </a:r>
            <a:endParaRPr lang="fr-FR" dirty="0"/>
          </a:p>
        </p:txBody>
      </p:sp>
    </p:spTree>
    <p:extLst>
      <p:ext uri="{BB962C8B-B14F-4D97-AF65-F5344CB8AC3E}">
        <p14:creationId xmlns:p14="http://schemas.microsoft.com/office/powerpoint/2010/main" val="24401008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Executive Summary">
    <p:bg>
      <p:bgPr>
        <a:solidFill>
          <a:schemeClr val="tx1"/>
        </a:solidFill>
        <a:effectLst/>
      </p:bgPr>
    </p:bg>
    <p:spTree>
      <p:nvGrpSpPr>
        <p:cNvPr id="1" name=""/>
        <p:cNvGrpSpPr/>
        <p:nvPr/>
      </p:nvGrpSpPr>
      <p:grpSpPr>
        <a:xfrm>
          <a:off x="0" y="0"/>
          <a:ext cx="0" cy="0"/>
          <a:chOff x="0" y="0"/>
          <a:chExt cx="0" cy="0"/>
        </a:xfrm>
      </p:grpSpPr>
      <p:sp>
        <p:nvSpPr>
          <p:cNvPr id="3" name="Freeform 1">
            <a:extLst>
              <a:ext uri="{FF2B5EF4-FFF2-40B4-BE49-F238E27FC236}">
                <a16:creationId xmlns:a16="http://schemas.microsoft.com/office/drawing/2014/main" id="{6CC83162-20EB-0DA9-7286-4EF6795D20E1}"/>
              </a:ext>
            </a:extLst>
          </p:cNvPr>
          <p:cNvSpPr/>
          <p:nvPr userDrawn="1"/>
        </p:nvSpPr>
        <p:spPr>
          <a:xfrm>
            <a:off x="342324" y="6453665"/>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1078"/>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1078"/>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Graphique 2">
            <a:extLst>
              <a:ext uri="{FF2B5EF4-FFF2-40B4-BE49-F238E27FC236}">
                <a16:creationId xmlns:a16="http://schemas.microsoft.com/office/drawing/2014/main" id="{EEF37BE6-DB53-268F-3A07-049AA4A03B79}"/>
              </a:ext>
            </a:extLst>
          </p:cNvPr>
          <p:cNvSpPr>
            <a:spLocks/>
          </p:cNvSpPr>
          <p:nvPr userDrawn="1"/>
        </p:nvSpPr>
        <p:spPr>
          <a:xfrm rot="16200000">
            <a:off x="7786710" y="384472"/>
            <a:ext cx="2718062" cy="235393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9" name="Graphique 2">
            <a:extLst>
              <a:ext uri="{FF2B5EF4-FFF2-40B4-BE49-F238E27FC236}">
                <a16:creationId xmlns:a16="http://schemas.microsoft.com/office/drawing/2014/main" id="{4B403D4B-C518-E251-6249-A131A8EBA6EF}"/>
              </a:ext>
            </a:extLst>
          </p:cNvPr>
          <p:cNvSpPr>
            <a:spLocks/>
          </p:cNvSpPr>
          <p:nvPr userDrawn="1"/>
        </p:nvSpPr>
        <p:spPr>
          <a:xfrm rot="16200000">
            <a:off x="8106596" y="885066"/>
            <a:ext cx="650124" cy="563029"/>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15" name="Forme libre : forme 14">
            <a:extLst>
              <a:ext uri="{FF2B5EF4-FFF2-40B4-BE49-F238E27FC236}">
                <a16:creationId xmlns:a16="http://schemas.microsoft.com/office/drawing/2014/main" id="{FFFC529A-BC3C-C5DB-D824-44A02F777A26}"/>
              </a:ext>
            </a:extLst>
          </p:cNvPr>
          <p:cNvSpPr>
            <a:spLocks/>
          </p:cNvSpPr>
          <p:nvPr userDrawn="1"/>
        </p:nvSpPr>
        <p:spPr>
          <a:xfrm rot="5400000" flipH="1">
            <a:off x="669110" y="-669110"/>
            <a:ext cx="1856036" cy="3194255"/>
          </a:xfrm>
          <a:custGeom>
            <a:avLst/>
            <a:gdLst>
              <a:gd name="connsiteX0" fmla="*/ 1856036 w 1856036"/>
              <a:gd name="connsiteY0" fmla="*/ 20521 h 3194255"/>
              <a:gd name="connsiteX1" fmla="*/ 1856036 w 1856036"/>
              <a:gd name="connsiteY1" fmla="*/ 3194255 h 3194255"/>
              <a:gd name="connsiteX2" fmla="*/ 1844189 w 1856036"/>
              <a:gd name="connsiteY2" fmla="*/ 3194255 h 3194255"/>
              <a:gd name="connsiteX3" fmla="*/ 0 w 1856036"/>
              <a:gd name="connsiteY3" fmla="*/ 3194255 h 3194255"/>
              <a:gd name="connsiteX4" fmla="*/ 922024 w 1856036"/>
              <a:gd name="connsiteY4" fmla="*/ 1597128 h 3194255"/>
              <a:gd name="connsiteX5" fmla="*/ 1844189 w 1856036"/>
              <a:gd name="connsiteY5" fmla="*/ 0 h 319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6036" h="3194255">
                <a:moveTo>
                  <a:pt x="1856036" y="20521"/>
                </a:moveTo>
                <a:lnTo>
                  <a:pt x="1856036" y="3194255"/>
                </a:lnTo>
                <a:lnTo>
                  <a:pt x="1844189" y="3194255"/>
                </a:lnTo>
                <a:lnTo>
                  <a:pt x="0" y="3194255"/>
                </a:lnTo>
                <a:lnTo>
                  <a:pt x="922024" y="1597128"/>
                </a:lnTo>
                <a:lnTo>
                  <a:pt x="1844189"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sp>
        <p:nvSpPr>
          <p:cNvPr id="17" name="Espace réservé du texte 4">
            <a:extLst>
              <a:ext uri="{FF2B5EF4-FFF2-40B4-BE49-F238E27FC236}">
                <a16:creationId xmlns:a16="http://schemas.microsoft.com/office/drawing/2014/main" id="{88999DAE-650E-3F3B-22D9-0CF1B3FD6765}"/>
              </a:ext>
            </a:extLst>
          </p:cNvPr>
          <p:cNvSpPr>
            <a:spLocks noGrp="1"/>
          </p:cNvSpPr>
          <p:nvPr>
            <p:ph type="body" sz="quarter" idx="12" hasCustomPrompt="1"/>
          </p:nvPr>
        </p:nvSpPr>
        <p:spPr>
          <a:xfrm>
            <a:off x="548712" y="446254"/>
            <a:ext cx="11094576" cy="881532"/>
          </a:xfrm>
        </p:spPr>
        <p:txBody>
          <a:bodyPr>
            <a:noAutofit/>
          </a:bodyPr>
          <a:lstStyle>
            <a:lvl1pPr marL="0" indent="0">
              <a:lnSpc>
                <a:spcPct val="90000"/>
              </a:lnSpc>
              <a:spcBef>
                <a:spcPts val="0"/>
              </a:spcBef>
              <a:buNone/>
              <a:defRPr sz="3600" b="0">
                <a:solidFill>
                  <a:schemeClr val="bg1"/>
                </a:solidFill>
                <a:latin typeface="+mj-lt"/>
                <a:ea typeface="Source Sans Pro SemiBold" panose="020B0603030403020204" pitchFamily="34" charset="0"/>
              </a:defRPr>
            </a:lvl1pPr>
          </a:lstStyle>
          <a:p>
            <a:pPr lvl="0"/>
            <a:r>
              <a:rPr lang="fr-FR" dirty="0" err="1"/>
              <a:t>Executive</a:t>
            </a:r>
            <a:r>
              <a:rPr lang="fr-FR" dirty="0"/>
              <a:t> summary</a:t>
            </a:r>
          </a:p>
        </p:txBody>
      </p:sp>
      <p:sp>
        <p:nvSpPr>
          <p:cNvPr id="8" name="Espace réservé du texte 5">
            <a:extLst>
              <a:ext uri="{FF2B5EF4-FFF2-40B4-BE49-F238E27FC236}">
                <a16:creationId xmlns:a16="http://schemas.microsoft.com/office/drawing/2014/main" id="{A928263D-F443-897B-BBFA-379ACE285813}"/>
              </a:ext>
            </a:extLst>
          </p:cNvPr>
          <p:cNvSpPr>
            <a:spLocks noGrp="1"/>
          </p:cNvSpPr>
          <p:nvPr>
            <p:ph type="body" sz="quarter" idx="14" hasCustomPrompt="1"/>
          </p:nvPr>
        </p:nvSpPr>
        <p:spPr>
          <a:xfrm>
            <a:off x="548712" y="1561437"/>
            <a:ext cx="4109012" cy="2029488"/>
          </a:xfrm>
          <a:ln w="6350">
            <a:gradFill flip="none" rotWithShape="1">
              <a:gsLst>
                <a:gs pos="50000">
                  <a:schemeClr val="accent5">
                    <a:alpha val="83000"/>
                  </a:schemeClr>
                </a:gs>
                <a:gs pos="74000">
                  <a:schemeClr val="accent3"/>
                </a:gs>
                <a:gs pos="100000">
                  <a:schemeClr val="accent4"/>
                </a:gs>
                <a:gs pos="0">
                  <a:schemeClr val="accent3">
                    <a:alpha val="23000"/>
                  </a:schemeClr>
                </a:gs>
              </a:gsLst>
              <a:lin ang="13500000" scaled="1"/>
              <a:tileRect/>
            </a:gradFill>
          </a:ln>
        </p:spPr>
        <p:txBody>
          <a:bodyPr tIns="180000" rIns="180000" bIns="180000"/>
          <a:lstStyle>
            <a:lvl1pPr marL="447675" indent="-247650">
              <a:buFont typeface="+mj-lt"/>
              <a:buAutoNum type="arabicPeriod"/>
              <a:defRPr sz="1400">
                <a:solidFill>
                  <a:schemeClr val="bg1"/>
                </a:solidFill>
              </a:defRPr>
            </a:lvl1pPr>
            <a:lvl2pPr marL="228600" indent="-204788">
              <a:defRPr sz="1200">
                <a:solidFill>
                  <a:schemeClr val="bg1"/>
                </a:solidFill>
              </a:defRPr>
            </a:lvl2pPr>
            <a:lvl3pPr marL="447675" indent="-219075">
              <a:defRPr sz="1050">
                <a:solidFill>
                  <a:schemeClr val="bg1"/>
                </a:solidFill>
              </a:defRPr>
            </a:lvl3pPr>
          </a:lstStyle>
          <a:p>
            <a:pPr lvl="0"/>
            <a:r>
              <a:rPr lang="fr-FR" dirty="0" err="1"/>
              <a:t>Resume</a:t>
            </a:r>
            <a:endParaRPr lang="fr-FR" dirty="0"/>
          </a:p>
          <a:p>
            <a:pPr lvl="1"/>
            <a:r>
              <a:rPr lang="fr-FR" dirty="0"/>
              <a:t>Click </a:t>
            </a:r>
            <a:r>
              <a:rPr lang="fr-FR" dirty="0" err="1"/>
              <a:t>here</a:t>
            </a:r>
            <a:r>
              <a:rPr lang="fr-FR" dirty="0"/>
              <a:t> to </a:t>
            </a:r>
            <a:r>
              <a:rPr lang="fr-FR" dirty="0" err="1"/>
              <a:t>add</a:t>
            </a:r>
            <a:r>
              <a:rPr lang="fr-FR" dirty="0"/>
              <a:t> </a:t>
            </a:r>
            <a:r>
              <a:rPr lang="fr-FR" dirty="0" err="1"/>
              <a:t>your</a:t>
            </a:r>
            <a:r>
              <a:rPr lang="fr-FR" dirty="0"/>
              <a:t> 02 </a:t>
            </a:r>
            <a:r>
              <a:rPr lang="fr-FR" dirty="0" err="1"/>
              <a:t>level</a:t>
            </a:r>
            <a:r>
              <a:rPr lang="fr-FR" dirty="0"/>
              <a:t> </a:t>
            </a:r>
            <a:r>
              <a:rPr lang="fr-FR" dirty="0" err="1"/>
              <a:t>text</a:t>
            </a:r>
            <a:endParaRPr lang="fr-FR" dirty="0"/>
          </a:p>
          <a:p>
            <a:pPr lvl="2"/>
            <a:r>
              <a:rPr lang="fr-FR" dirty="0"/>
              <a:t>Click </a:t>
            </a:r>
            <a:r>
              <a:rPr lang="fr-FR" dirty="0" err="1"/>
              <a:t>here</a:t>
            </a:r>
            <a:r>
              <a:rPr lang="fr-FR" dirty="0"/>
              <a:t> to </a:t>
            </a:r>
            <a:r>
              <a:rPr lang="fr-FR" dirty="0" err="1"/>
              <a:t>add</a:t>
            </a:r>
            <a:r>
              <a:rPr lang="fr-FR" dirty="0"/>
              <a:t> </a:t>
            </a:r>
            <a:r>
              <a:rPr lang="fr-FR" dirty="0" err="1"/>
              <a:t>your</a:t>
            </a:r>
            <a:r>
              <a:rPr lang="fr-FR" dirty="0"/>
              <a:t> 03 </a:t>
            </a:r>
            <a:r>
              <a:rPr lang="fr-FR" dirty="0" err="1"/>
              <a:t>level</a:t>
            </a:r>
            <a:r>
              <a:rPr lang="fr-FR" dirty="0"/>
              <a:t> </a:t>
            </a:r>
            <a:r>
              <a:rPr lang="fr-FR" dirty="0" err="1"/>
              <a:t>text</a:t>
            </a:r>
            <a:endParaRPr lang="fr-FR" dirty="0"/>
          </a:p>
        </p:txBody>
      </p:sp>
      <p:sp>
        <p:nvSpPr>
          <p:cNvPr id="16" name="Espace réservé du texte 5">
            <a:extLst>
              <a:ext uri="{FF2B5EF4-FFF2-40B4-BE49-F238E27FC236}">
                <a16:creationId xmlns:a16="http://schemas.microsoft.com/office/drawing/2014/main" id="{29442FEE-4980-A9CD-3E39-C4559FA7ED6A}"/>
              </a:ext>
            </a:extLst>
          </p:cNvPr>
          <p:cNvSpPr>
            <a:spLocks noGrp="1"/>
          </p:cNvSpPr>
          <p:nvPr>
            <p:ph type="body" sz="quarter" idx="15" hasCustomPrompt="1"/>
          </p:nvPr>
        </p:nvSpPr>
        <p:spPr>
          <a:xfrm>
            <a:off x="548712" y="3828378"/>
            <a:ext cx="4109012" cy="2029488"/>
          </a:xfrm>
          <a:ln w="6350">
            <a:gradFill flip="none" rotWithShape="1">
              <a:gsLst>
                <a:gs pos="50000">
                  <a:schemeClr val="accent5">
                    <a:alpha val="83000"/>
                  </a:schemeClr>
                </a:gs>
                <a:gs pos="74000">
                  <a:schemeClr val="accent3"/>
                </a:gs>
                <a:gs pos="100000">
                  <a:schemeClr val="accent4"/>
                </a:gs>
                <a:gs pos="0">
                  <a:schemeClr val="accent3">
                    <a:alpha val="23000"/>
                  </a:schemeClr>
                </a:gs>
              </a:gsLst>
              <a:lin ang="13500000" scaled="1"/>
              <a:tileRect/>
            </a:gradFill>
          </a:ln>
        </p:spPr>
        <p:txBody>
          <a:bodyPr tIns="180000" rIns="180000" bIns="180000"/>
          <a:lstStyle>
            <a:lvl1pPr marL="447675" indent="-247650">
              <a:buFont typeface="+mj-lt"/>
              <a:buAutoNum type="arabicPeriod" startAt="2"/>
              <a:defRPr sz="1400">
                <a:solidFill>
                  <a:schemeClr val="bg1"/>
                </a:solidFill>
              </a:defRPr>
            </a:lvl1pPr>
            <a:lvl2pPr marL="228600" indent="-204788">
              <a:defRPr sz="1200">
                <a:solidFill>
                  <a:schemeClr val="bg1"/>
                </a:solidFill>
              </a:defRPr>
            </a:lvl2pPr>
            <a:lvl3pPr marL="447675" indent="-219075">
              <a:defRPr sz="1050">
                <a:solidFill>
                  <a:schemeClr val="bg1"/>
                </a:solidFill>
              </a:defRPr>
            </a:lvl3pPr>
          </a:lstStyle>
          <a:p>
            <a:pPr lvl="0"/>
            <a:r>
              <a:rPr lang="fr-FR" dirty="0" err="1"/>
              <a:t>Context</a:t>
            </a:r>
            <a:r>
              <a:rPr lang="fr-FR" dirty="0"/>
              <a:t> / Key Fact</a:t>
            </a:r>
          </a:p>
          <a:p>
            <a:pPr lvl="1"/>
            <a:r>
              <a:rPr lang="fr-FR" dirty="0"/>
              <a:t>Click </a:t>
            </a:r>
            <a:r>
              <a:rPr lang="fr-FR" dirty="0" err="1"/>
              <a:t>here</a:t>
            </a:r>
            <a:r>
              <a:rPr lang="fr-FR" dirty="0"/>
              <a:t> to </a:t>
            </a:r>
            <a:r>
              <a:rPr lang="fr-FR" dirty="0" err="1"/>
              <a:t>add</a:t>
            </a:r>
            <a:r>
              <a:rPr lang="fr-FR" dirty="0"/>
              <a:t> </a:t>
            </a:r>
            <a:r>
              <a:rPr lang="fr-FR" dirty="0" err="1"/>
              <a:t>your</a:t>
            </a:r>
            <a:r>
              <a:rPr lang="fr-FR" dirty="0"/>
              <a:t> 02 </a:t>
            </a:r>
            <a:r>
              <a:rPr lang="fr-FR" dirty="0" err="1"/>
              <a:t>level</a:t>
            </a:r>
            <a:r>
              <a:rPr lang="fr-FR" dirty="0"/>
              <a:t> </a:t>
            </a:r>
            <a:r>
              <a:rPr lang="fr-FR" dirty="0" err="1"/>
              <a:t>text</a:t>
            </a:r>
            <a:endParaRPr lang="fr-FR" dirty="0"/>
          </a:p>
          <a:p>
            <a:pPr lvl="2"/>
            <a:r>
              <a:rPr lang="fr-FR" dirty="0"/>
              <a:t>Click </a:t>
            </a:r>
            <a:r>
              <a:rPr lang="fr-FR" dirty="0" err="1"/>
              <a:t>here</a:t>
            </a:r>
            <a:r>
              <a:rPr lang="fr-FR" dirty="0"/>
              <a:t> to </a:t>
            </a:r>
            <a:r>
              <a:rPr lang="fr-FR" dirty="0" err="1"/>
              <a:t>add</a:t>
            </a:r>
            <a:r>
              <a:rPr lang="fr-FR" dirty="0"/>
              <a:t> </a:t>
            </a:r>
            <a:r>
              <a:rPr lang="fr-FR" dirty="0" err="1"/>
              <a:t>your</a:t>
            </a:r>
            <a:r>
              <a:rPr lang="fr-FR" dirty="0"/>
              <a:t> 03 </a:t>
            </a:r>
            <a:r>
              <a:rPr lang="fr-FR" dirty="0" err="1"/>
              <a:t>level</a:t>
            </a:r>
            <a:r>
              <a:rPr lang="fr-FR" dirty="0"/>
              <a:t> </a:t>
            </a:r>
            <a:r>
              <a:rPr lang="fr-FR" dirty="0" err="1"/>
              <a:t>text</a:t>
            </a:r>
            <a:endParaRPr lang="fr-FR" dirty="0"/>
          </a:p>
        </p:txBody>
      </p:sp>
      <p:sp>
        <p:nvSpPr>
          <p:cNvPr id="36" name="Espace réservé du texte 5">
            <a:extLst>
              <a:ext uri="{FF2B5EF4-FFF2-40B4-BE49-F238E27FC236}">
                <a16:creationId xmlns:a16="http://schemas.microsoft.com/office/drawing/2014/main" id="{B366681E-4D3E-E4B6-FE12-C49180BD198A}"/>
              </a:ext>
            </a:extLst>
          </p:cNvPr>
          <p:cNvSpPr>
            <a:spLocks noGrp="1"/>
          </p:cNvSpPr>
          <p:nvPr>
            <p:ph type="body" sz="quarter" idx="16" hasCustomPrompt="1"/>
          </p:nvPr>
        </p:nvSpPr>
        <p:spPr>
          <a:xfrm>
            <a:off x="4888734" y="1561437"/>
            <a:ext cx="4109012" cy="2029488"/>
          </a:xfrm>
          <a:ln w="6350">
            <a:gradFill flip="none" rotWithShape="1">
              <a:gsLst>
                <a:gs pos="50000">
                  <a:schemeClr val="accent5">
                    <a:alpha val="83000"/>
                  </a:schemeClr>
                </a:gs>
                <a:gs pos="74000">
                  <a:schemeClr val="accent3"/>
                </a:gs>
                <a:gs pos="100000">
                  <a:schemeClr val="accent4"/>
                </a:gs>
                <a:gs pos="0">
                  <a:schemeClr val="accent3">
                    <a:alpha val="23000"/>
                  </a:schemeClr>
                </a:gs>
              </a:gsLst>
              <a:lin ang="13500000" scaled="1"/>
              <a:tileRect/>
            </a:gradFill>
          </a:ln>
        </p:spPr>
        <p:txBody>
          <a:bodyPr tIns="180000" rIns="180000" bIns="180000"/>
          <a:lstStyle>
            <a:lvl1pPr marL="447675" indent="-247650">
              <a:buFont typeface="+mj-lt"/>
              <a:buAutoNum type="arabicPeriod" startAt="3"/>
              <a:defRPr sz="1400">
                <a:solidFill>
                  <a:schemeClr val="bg1"/>
                </a:solidFill>
              </a:defRPr>
            </a:lvl1pPr>
            <a:lvl2pPr marL="228600" indent="-204788">
              <a:defRPr sz="1200">
                <a:solidFill>
                  <a:schemeClr val="bg1"/>
                </a:solidFill>
              </a:defRPr>
            </a:lvl2pPr>
            <a:lvl3pPr marL="447675" indent="-219075">
              <a:defRPr sz="1050">
                <a:solidFill>
                  <a:schemeClr val="bg1"/>
                </a:solidFill>
              </a:defRPr>
            </a:lvl3pPr>
          </a:lstStyle>
          <a:p>
            <a:pPr lvl="0"/>
            <a:r>
              <a:rPr lang="fr-FR" dirty="0"/>
              <a:t>Objectifs</a:t>
            </a:r>
          </a:p>
          <a:p>
            <a:pPr lvl="1"/>
            <a:r>
              <a:rPr lang="fr-FR" dirty="0"/>
              <a:t>Click </a:t>
            </a:r>
            <a:r>
              <a:rPr lang="fr-FR" dirty="0" err="1"/>
              <a:t>here</a:t>
            </a:r>
            <a:r>
              <a:rPr lang="fr-FR" dirty="0"/>
              <a:t> to </a:t>
            </a:r>
            <a:r>
              <a:rPr lang="fr-FR" dirty="0" err="1"/>
              <a:t>add</a:t>
            </a:r>
            <a:r>
              <a:rPr lang="fr-FR" dirty="0"/>
              <a:t> </a:t>
            </a:r>
            <a:r>
              <a:rPr lang="fr-FR" dirty="0" err="1"/>
              <a:t>your</a:t>
            </a:r>
            <a:r>
              <a:rPr lang="fr-FR" dirty="0"/>
              <a:t> 02 </a:t>
            </a:r>
            <a:r>
              <a:rPr lang="fr-FR" dirty="0" err="1"/>
              <a:t>level</a:t>
            </a:r>
            <a:r>
              <a:rPr lang="fr-FR" dirty="0"/>
              <a:t> </a:t>
            </a:r>
            <a:r>
              <a:rPr lang="fr-FR" dirty="0" err="1"/>
              <a:t>text</a:t>
            </a:r>
            <a:endParaRPr lang="fr-FR" dirty="0"/>
          </a:p>
          <a:p>
            <a:pPr lvl="2"/>
            <a:r>
              <a:rPr lang="fr-FR" dirty="0"/>
              <a:t>Click </a:t>
            </a:r>
            <a:r>
              <a:rPr lang="fr-FR" dirty="0" err="1"/>
              <a:t>here</a:t>
            </a:r>
            <a:r>
              <a:rPr lang="fr-FR" dirty="0"/>
              <a:t> to </a:t>
            </a:r>
            <a:r>
              <a:rPr lang="fr-FR" dirty="0" err="1"/>
              <a:t>add</a:t>
            </a:r>
            <a:r>
              <a:rPr lang="fr-FR" dirty="0"/>
              <a:t> </a:t>
            </a:r>
            <a:r>
              <a:rPr lang="fr-FR" dirty="0" err="1"/>
              <a:t>your</a:t>
            </a:r>
            <a:r>
              <a:rPr lang="fr-FR" dirty="0"/>
              <a:t> 03 </a:t>
            </a:r>
            <a:r>
              <a:rPr lang="fr-FR" dirty="0" err="1"/>
              <a:t>level</a:t>
            </a:r>
            <a:r>
              <a:rPr lang="fr-FR" dirty="0"/>
              <a:t> </a:t>
            </a:r>
            <a:r>
              <a:rPr lang="fr-FR" dirty="0" err="1"/>
              <a:t>text</a:t>
            </a:r>
            <a:endParaRPr lang="fr-FR" dirty="0"/>
          </a:p>
        </p:txBody>
      </p:sp>
      <p:sp>
        <p:nvSpPr>
          <p:cNvPr id="37" name="Espace réservé du texte 5">
            <a:extLst>
              <a:ext uri="{FF2B5EF4-FFF2-40B4-BE49-F238E27FC236}">
                <a16:creationId xmlns:a16="http://schemas.microsoft.com/office/drawing/2014/main" id="{674F44E5-C76B-3C82-B8DB-E8C34A8F66FF}"/>
              </a:ext>
            </a:extLst>
          </p:cNvPr>
          <p:cNvSpPr>
            <a:spLocks noGrp="1"/>
          </p:cNvSpPr>
          <p:nvPr>
            <p:ph type="body" sz="quarter" idx="17" hasCustomPrompt="1"/>
          </p:nvPr>
        </p:nvSpPr>
        <p:spPr>
          <a:xfrm>
            <a:off x="4888734" y="3828378"/>
            <a:ext cx="4109012" cy="2029488"/>
          </a:xfrm>
          <a:ln w="6350">
            <a:gradFill flip="none" rotWithShape="1">
              <a:gsLst>
                <a:gs pos="50000">
                  <a:schemeClr val="accent5">
                    <a:alpha val="83000"/>
                  </a:schemeClr>
                </a:gs>
                <a:gs pos="74000">
                  <a:schemeClr val="accent3"/>
                </a:gs>
                <a:gs pos="100000">
                  <a:schemeClr val="accent4"/>
                </a:gs>
                <a:gs pos="0">
                  <a:schemeClr val="accent3">
                    <a:alpha val="23000"/>
                  </a:schemeClr>
                </a:gs>
              </a:gsLst>
              <a:lin ang="13500000" scaled="1"/>
              <a:tileRect/>
            </a:gradFill>
          </a:ln>
        </p:spPr>
        <p:txBody>
          <a:bodyPr tIns="180000" rIns="180000" bIns="180000"/>
          <a:lstStyle>
            <a:lvl1pPr marL="447675" indent="-247650">
              <a:buFont typeface="+mj-lt"/>
              <a:buAutoNum type="arabicPeriod" startAt="4"/>
              <a:defRPr sz="1400">
                <a:solidFill>
                  <a:schemeClr val="bg1"/>
                </a:solidFill>
              </a:defRPr>
            </a:lvl1pPr>
            <a:lvl2pPr marL="228600" indent="-204788">
              <a:defRPr sz="1200">
                <a:solidFill>
                  <a:schemeClr val="bg1"/>
                </a:solidFill>
              </a:defRPr>
            </a:lvl2pPr>
            <a:lvl3pPr marL="447675" indent="-219075">
              <a:defRPr sz="1050">
                <a:solidFill>
                  <a:schemeClr val="bg1"/>
                </a:solidFill>
              </a:defRPr>
            </a:lvl3pPr>
          </a:lstStyle>
          <a:p>
            <a:pPr lvl="0"/>
            <a:r>
              <a:rPr lang="fr-FR" dirty="0"/>
              <a:t>KPIs</a:t>
            </a:r>
          </a:p>
          <a:p>
            <a:pPr lvl="1"/>
            <a:r>
              <a:rPr lang="fr-FR" dirty="0"/>
              <a:t>Click </a:t>
            </a:r>
            <a:r>
              <a:rPr lang="fr-FR" dirty="0" err="1"/>
              <a:t>here</a:t>
            </a:r>
            <a:r>
              <a:rPr lang="fr-FR" dirty="0"/>
              <a:t> to </a:t>
            </a:r>
            <a:r>
              <a:rPr lang="fr-FR" dirty="0" err="1"/>
              <a:t>add</a:t>
            </a:r>
            <a:r>
              <a:rPr lang="fr-FR" dirty="0"/>
              <a:t> </a:t>
            </a:r>
            <a:r>
              <a:rPr lang="fr-FR" dirty="0" err="1"/>
              <a:t>your</a:t>
            </a:r>
            <a:r>
              <a:rPr lang="fr-FR" dirty="0"/>
              <a:t> 02 </a:t>
            </a:r>
            <a:r>
              <a:rPr lang="fr-FR" dirty="0" err="1"/>
              <a:t>level</a:t>
            </a:r>
            <a:r>
              <a:rPr lang="fr-FR" dirty="0"/>
              <a:t> </a:t>
            </a:r>
            <a:r>
              <a:rPr lang="fr-FR" dirty="0" err="1"/>
              <a:t>text</a:t>
            </a:r>
            <a:endParaRPr lang="fr-FR" dirty="0"/>
          </a:p>
          <a:p>
            <a:pPr lvl="2"/>
            <a:r>
              <a:rPr lang="fr-FR" dirty="0"/>
              <a:t>Click </a:t>
            </a:r>
            <a:r>
              <a:rPr lang="fr-FR" dirty="0" err="1"/>
              <a:t>here</a:t>
            </a:r>
            <a:r>
              <a:rPr lang="fr-FR" dirty="0"/>
              <a:t> to </a:t>
            </a:r>
            <a:r>
              <a:rPr lang="fr-FR" dirty="0" err="1"/>
              <a:t>add</a:t>
            </a:r>
            <a:r>
              <a:rPr lang="fr-FR" dirty="0"/>
              <a:t> </a:t>
            </a:r>
            <a:r>
              <a:rPr lang="fr-FR" dirty="0" err="1"/>
              <a:t>your</a:t>
            </a:r>
            <a:r>
              <a:rPr lang="fr-FR" dirty="0"/>
              <a:t> 03 </a:t>
            </a:r>
            <a:r>
              <a:rPr lang="fr-FR" dirty="0" err="1"/>
              <a:t>level</a:t>
            </a:r>
            <a:r>
              <a:rPr lang="fr-FR" dirty="0"/>
              <a:t> </a:t>
            </a:r>
            <a:r>
              <a:rPr lang="fr-FR" dirty="0" err="1"/>
              <a:t>text</a:t>
            </a:r>
            <a:endParaRPr lang="fr-FR" dirty="0"/>
          </a:p>
        </p:txBody>
      </p:sp>
      <p:sp>
        <p:nvSpPr>
          <p:cNvPr id="38" name="Espace réservé du texte 5">
            <a:extLst>
              <a:ext uri="{FF2B5EF4-FFF2-40B4-BE49-F238E27FC236}">
                <a16:creationId xmlns:a16="http://schemas.microsoft.com/office/drawing/2014/main" id="{C0F05155-9CA6-A309-CF21-2EBC6AAB8072}"/>
              </a:ext>
            </a:extLst>
          </p:cNvPr>
          <p:cNvSpPr>
            <a:spLocks noGrp="1"/>
          </p:cNvSpPr>
          <p:nvPr>
            <p:ph type="body" sz="quarter" idx="18" hasCustomPrompt="1"/>
          </p:nvPr>
        </p:nvSpPr>
        <p:spPr>
          <a:xfrm>
            <a:off x="9228756" y="1561436"/>
            <a:ext cx="2414532" cy="4306618"/>
          </a:xfrm>
          <a:ln w="6350">
            <a:gradFill flip="none" rotWithShape="1">
              <a:gsLst>
                <a:gs pos="50000">
                  <a:schemeClr val="accent5">
                    <a:alpha val="83000"/>
                  </a:schemeClr>
                </a:gs>
                <a:gs pos="74000">
                  <a:schemeClr val="accent3"/>
                </a:gs>
                <a:gs pos="100000">
                  <a:schemeClr val="accent4"/>
                </a:gs>
                <a:gs pos="0">
                  <a:schemeClr val="accent3">
                    <a:alpha val="23000"/>
                  </a:schemeClr>
                </a:gs>
              </a:gsLst>
              <a:lin ang="13500000" scaled="1"/>
              <a:tileRect/>
            </a:gradFill>
          </a:ln>
        </p:spPr>
        <p:txBody>
          <a:bodyPr tIns="180000" rIns="180000" bIns="180000"/>
          <a:lstStyle>
            <a:lvl1pPr marL="447675" indent="-247650">
              <a:buFont typeface="+mj-lt"/>
              <a:buAutoNum type="arabicPeriod" startAt="5"/>
              <a:defRPr sz="1400">
                <a:solidFill>
                  <a:schemeClr val="bg1"/>
                </a:solidFill>
              </a:defRPr>
            </a:lvl1pPr>
            <a:lvl2pPr marL="228600" indent="-204788">
              <a:defRPr sz="1200">
                <a:solidFill>
                  <a:schemeClr val="bg1"/>
                </a:solidFill>
              </a:defRPr>
            </a:lvl2pPr>
            <a:lvl3pPr marL="447675" indent="-219075">
              <a:defRPr sz="1050">
                <a:solidFill>
                  <a:schemeClr val="bg1"/>
                </a:solidFill>
              </a:defRPr>
            </a:lvl3pPr>
          </a:lstStyle>
          <a:p>
            <a:pPr lvl="0"/>
            <a:r>
              <a:rPr lang="fr-FR" dirty="0"/>
              <a:t>Next </a:t>
            </a:r>
            <a:r>
              <a:rPr lang="fr-FR" dirty="0" err="1"/>
              <a:t>steps</a:t>
            </a:r>
            <a:endParaRPr lang="fr-FR" dirty="0"/>
          </a:p>
          <a:p>
            <a:pPr lvl="1"/>
            <a:r>
              <a:rPr lang="fr-FR" dirty="0"/>
              <a:t>Click </a:t>
            </a:r>
            <a:r>
              <a:rPr lang="fr-FR" dirty="0" err="1"/>
              <a:t>here</a:t>
            </a:r>
            <a:r>
              <a:rPr lang="fr-FR" dirty="0"/>
              <a:t> to </a:t>
            </a:r>
            <a:r>
              <a:rPr lang="fr-FR" dirty="0" err="1"/>
              <a:t>add</a:t>
            </a:r>
            <a:r>
              <a:rPr lang="fr-FR" dirty="0"/>
              <a:t> </a:t>
            </a:r>
            <a:r>
              <a:rPr lang="fr-FR" dirty="0" err="1"/>
              <a:t>your</a:t>
            </a:r>
            <a:r>
              <a:rPr lang="fr-FR" dirty="0"/>
              <a:t> 02 </a:t>
            </a:r>
            <a:r>
              <a:rPr lang="fr-FR" dirty="0" err="1"/>
              <a:t>level</a:t>
            </a:r>
            <a:r>
              <a:rPr lang="fr-FR" dirty="0"/>
              <a:t> </a:t>
            </a:r>
            <a:r>
              <a:rPr lang="fr-FR" dirty="0" err="1"/>
              <a:t>text</a:t>
            </a:r>
            <a:endParaRPr lang="fr-FR" dirty="0"/>
          </a:p>
          <a:p>
            <a:pPr lvl="2"/>
            <a:r>
              <a:rPr lang="fr-FR" dirty="0"/>
              <a:t>Click </a:t>
            </a:r>
            <a:r>
              <a:rPr lang="fr-FR" dirty="0" err="1"/>
              <a:t>here</a:t>
            </a:r>
            <a:r>
              <a:rPr lang="fr-FR" dirty="0"/>
              <a:t> to </a:t>
            </a:r>
            <a:r>
              <a:rPr lang="fr-FR" dirty="0" err="1"/>
              <a:t>add</a:t>
            </a:r>
            <a:r>
              <a:rPr lang="fr-FR" dirty="0"/>
              <a:t> </a:t>
            </a:r>
            <a:r>
              <a:rPr lang="fr-FR" dirty="0" err="1"/>
              <a:t>your</a:t>
            </a:r>
            <a:r>
              <a:rPr lang="fr-FR" dirty="0"/>
              <a:t> 03 </a:t>
            </a:r>
            <a:r>
              <a:rPr lang="fr-FR" dirty="0" err="1"/>
              <a:t>level</a:t>
            </a:r>
            <a:r>
              <a:rPr lang="fr-FR" dirty="0"/>
              <a:t> </a:t>
            </a:r>
            <a:r>
              <a:rPr lang="fr-FR" dirty="0" err="1"/>
              <a:t>text</a:t>
            </a:r>
            <a:endParaRPr lang="fr-FR" dirty="0"/>
          </a:p>
        </p:txBody>
      </p:sp>
    </p:spTree>
    <p:extLst>
      <p:ext uri="{BB962C8B-B14F-4D97-AF65-F5344CB8AC3E}">
        <p14:creationId xmlns:p14="http://schemas.microsoft.com/office/powerpoint/2010/main" val="42513237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x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8" y="542925"/>
            <a:ext cx="10728324"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6145"/>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6145"/>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508000" y="1612900"/>
            <a:ext cx="10952162" cy="4521200"/>
          </a:xfrm>
        </p:spPr>
        <p:txBody>
          <a:bodyPr/>
          <a:lstStyle>
            <a:lvl1pPr>
              <a:defRPr/>
            </a:lvl1pPr>
          </a:lstStyle>
          <a:p>
            <a:pPr lvl="0"/>
            <a:r>
              <a:rPr lang="fr-FR" dirty="0"/>
              <a:t>Click </a:t>
            </a:r>
            <a:r>
              <a:rPr lang="fr-FR" dirty="0" err="1"/>
              <a:t>here</a:t>
            </a:r>
            <a:r>
              <a:rPr lang="fr-FR" dirty="0"/>
              <a:t> to </a:t>
            </a:r>
            <a:r>
              <a:rPr lang="fr-FR" dirty="0" err="1"/>
              <a:t>add</a:t>
            </a:r>
            <a:r>
              <a:rPr lang="fr-FR" dirty="0"/>
              <a:t> </a:t>
            </a:r>
            <a:r>
              <a:rPr lang="fr-FR" dirty="0" err="1"/>
              <a:t>your</a:t>
            </a:r>
            <a:r>
              <a:rPr lang="fr-FR" dirty="0"/>
              <a:t> 01 </a:t>
            </a:r>
            <a:r>
              <a:rPr lang="fr-FR" dirty="0" err="1"/>
              <a:t>level</a:t>
            </a:r>
            <a:r>
              <a:rPr lang="fr-FR" dirty="0"/>
              <a:t> </a:t>
            </a:r>
            <a:r>
              <a:rPr lang="fr-FR" dirty="0" err="1"/>
              <a:t>text</a:t>
            </a:r>
            <a:endParaRPr lang="fr-FR" dirty="0"/>
          </a:p>
          <a:p>
            <a:pPr lvl="1"/>
            <a:r>
              <a:rPr lang="fr-FR" dirty="0"/>
              <a:t>Click </a:t>
            </a:r>
            <a:r>
              <a:rPr lang="fr-FR" dirty="0" err="1"/>
              <a:t>here</a:t>
            </a:r>
            <a:r>
              <a:rPr lang="fr-FR" dirty="0"/>
              <a:t> to </a:t>
            </a:r>
            <a:r>
              <a:rPr lang="fr-FR" dirty="0" err="1"/>
              <a:t>add</a:t>
            </a:r>
            <a:r>
              <a:rPr lang="fr-FR" dirty="0"/>
              <a:t> </a:t>
            </a:r>
            <a:r>
              <a:rPr lang="fr-FR" dirty="0" err="1"/>
              <a:t>your</a:t>
            </a:r>
            <a:r>
              <a:rPr lang="fr-FR" dirty="0"/>
              <a:t> 02 </a:t>
            </a:r>
            <a:r>
              <a:rPr lang="fr-FR" dirty="0" err="1"/>
              <a:t>level</a:t>
            </a:r>
            <a:r>
              <a:rPr lang="fr-FR" dirty="0"/>
              <a:t> </a:t>
            </a:r>
            <a:r>
              <a:rPr lang="fr-FR" dirty="0" err="1"/>
              <a:t>text</a:t>
            </a:r>
            <a:endParaRPr lang="fr-FR" dirty="0"/>
          </a:p>
          <a:p>
            <a:pPr lvl="2"/>
            <a:r>
              <a:rPr lang="fr-FR" dirty="0"/>
              <a:t>Click </a:t>
            </a:r>
            <a:r>
              <a:rPr lang="fr-FR" dirty="0" err="1"/>
              <a:t>here</a:t>
            </a:r>
            <a:r>
              <a:rPr lang="fr-FR" dirty="0"/>
              <a:t> to </a:t>
            </a:r>
            <a:r>
              <a:rPr lang="fr-FR" dirty="0" err="1"/>
              <a:t>add</a:t>
            </a:r>
            <a:r>
              <a:rPr lang="fr-FR" dirty="0"/>
              <a:t> </a:t>
            </a:r>
            <a:r>
              <a:rPr lang="fr-FR" dirty="0" err="1"/>
              <a:t>your</a:t>
            </a:r>
            <a:r>
              <a:rPr lang="fr-FR" dirty="0"/>
              <a:t> 03 </a:t>
            </a:r>
            <a:r>
              <a:rPr lang="fr-FR" dirty="0" err="1"/>
              <a:t>level</a:t>
            </a:r>
            <a:r>
              <a:rPr lang="fr-FR" dirty="0"/>
              <a:t> </a:t>
            </a:r>
            <a:r>
              <a:rPr lang="fr-FR" dirty="0" err="1"/>
              <a:t>text</a:t>
            </a:r>
            <a:endParaRPr lang="fr-FR" dirty="0"/>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8" y="966984"/>
            <a:ext cx="10728324" cy="313932"/>
          </a:xfrm>
        </p:spPr>
        <p:txBody>
          <a:bodyPr wrap="square">
            <a:spAutoFit/>
          </a:bodyPr>
          <a:lstStyle>
            <a:lvl1pPr marL="0" indent="0">
              <a:buNone/>
              <a:defRPr b="0"/>
            </a:lvl1pPr>
          </a:lstStyle>
          <a:p>
            <a:pPr lvl="0"/>
            <a:r>
              <a:rPr lang="fr-FR"/>
              <a:t>Subtitle of the slide</a:t>
            </a:r>
            <a:endParaRPr lang="fr-FR" dirty="0"/>
          </a:p>
        </p:txBody>
      </p:sp>
    </p:spTree>
    <p:extLst>
      <p:ext uri="{BB962C8B-B14F-4D97-AF65-F5344CB8AC3E}">
        <p14:creationId xmlns:p14="http://schemas.microsoft.com/office/powerpoint/2010/main" val="11045277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 Txt Block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8" y="542925"/>
            <a:ext cx="10728324"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6145"/>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6145"/>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508000" y="1612900"/>
            <a:ext cx="5588000" cy="4521200"/>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8" y="966984"/>
            <a:ext cx="10728324" cy="313932"/>
          </a:xfrm>
        </p:spPr>
        <p:txBody>
          <a:bodyPr wrap="square">
            <a:spAutoFit/>
          </a:bodyPr>
          <a:lstStyle>
            <a:lvl1pPr marL="0" indent="0">
              <a:buNone/>
              <a:defRPr b="0"/>
            </a:lvl1pPr>
          </a:lstStyle>
          <a:p>
            <a:pPr lvl="0"/>
            <a:r>
              <a:rPr lang="fr-FR"/>
              <a:t>Subtitle of the slide</a:t>
            </a:r>
            <a:endParaRPr lang="fr-FR" dirty="0"/>
          </a:p>
        </p:txBody>
      </p:sp>
      <p:sp>
        <p:nvSpPr>
          <p:cNvPr id="5" name="Espace réservé du texte 5">
            <a:extLst>
              <a:ext uri="{FF2B5EF4-FFF2-40B4-BE49-F238E27FC236}">
                <a16:creationId xmlns:a16="http://schemas.microsoft.com/office/drawing/2014/main" id="{27AC9D12-4F73-202B-51BC-9B0108C899E0}"/>
              </a:ext>
            </a:extLst>
          </p:cNvPr>
          <p:cNvSpPr>
            <a:spLocks noGrp="1"/>
          </p:cNvSpPr>
          <p:nvPr>
            <p:ph type="body" sz="quarter" idx="14" hasCustomPrompt="1"/>
          </p:nvPr>
        </p:nvSpPr>
        <p:spPr>
          <a:xfrm>
            <a:off x="6228556" y="1612900"/>
            <a:ext cx="5231606" cy="4521200"/>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Tree>
    <p:extLst>
      <p:ext uri="{BB962C8B-B14F-4D97-AF65-F5344CB8AC3E}">
        <p14:creationId xmlns:p14="http://schemas.microsoft.com/office/powerpoint/2010/main" val="423090046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3 Txt Block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8" y="542925"/>
            <a:ext cx="10729380"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6145"/>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6145"/>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508000" y="1612900"/>
            <a:ext cx="3312054" cy="4521200"/>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8" y="966984"/>
            <a:ext cx="10729380" cy="313932"/>
          </a:xfrm>
        </p:spPr>
        <p:txBody>
          <a:bodyPr wrap="square">
            <a:spAutoFit/>
          </a:bodyPr>
          <a:lstStyle>
            <a:lvl1pPr marL="0" indent="0">
              <a:buNone/>
              <a:defRPr b="0"/>
            </a:lvl1pPr>
          </a:lstStyle>
          <a:p>
            <a:pPr lvl="0"/>
            <a:r>
              <a:rPr lang="fr-FR"/>
              <a:t>Subtitle of the slide</a:t>
            </a:r>
            <a:endParaRPr lang="fr-FR" dirty="0"/>
          </a:p>
        </p:txBody>
      </p:sp>
      <p:sp>
        <p:nvSpPr>
          <p:cNvPr id="5" name="Espace réservé du texte 5">
            <a:extLst>
              <a:ext uri="{FF2B5EF4-FFF2-40B4-BE49-F238E27FC236}">
                <a16:creationId xmlns:a16="http://schemas.microsoft.com/office/drawing/2014/main" id="{27AC9D12-4F73-202B-51BC-9B0108C899E0}"/>
              </a:ext>
            </a:extLst>
          </p:cNvPr>
          <p:cNvSpPr>
            <a:spLocks noGrp="1"/>
          </p:cNvSpPr>
          <p:nvPr>
            <p:ph type="body" sz="quarter" idx="14" hasCustomPrompt="1"/>
          </p:nvPr>
        </p:nvSpPr>
        <p:spPr>
          <a:xfrm>
            <a:off x="4328053" y="1612900"/>
            <a:ext cx="3312053" cy="4521200"/>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
        <p:nvSpPr>
          <p:cNvPr id="12" name="Espace réservé du texte 5">
            <a:extLst>
              <a:ext uri="{FF2B5EF4-FFF2-40B4-BE49-F238E27FC236}">
                <a16:creationId xmlns:a16="http://schemas.microsoft.com/office/drawing/2014/main" id="{EB2F4915-4E34-86B5-4420-67A1115B31BF}"/>
              </a:ext>
            </a:extLst>
          </p:cNvPr>
          <p:cNvSpPr>
            <a:spLocks noGrp="1"/>
          </p:cNvSpPr>
          <p:nvPr>
            <p:ph type="body" sz="quarter" idx="15" hasCustomPrompt="1"/>
          </p:nvPr>
        </p:nvSpPr>
        <p:spPr>
          <a:xfrm>
            <a:off x="8149165" y="1612900"/>
            <a:ext cx="3312053" cy="4521200"/>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Tree>
    <p:extLst>
      <p:ext uri="{BB962C8B-B14F-4D97-AF65-F5344CB8AC3E}">
        <p14:creationId xmlns:p14="http://schemas.microsoft.com/office/powerpoint/2010/main" val="28085642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4 Txt Block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8" y="542925"/>
            <a:ext cx="10728324" cy="452432"/>
          </a:xfrm>
        </p:spPr>
        <p:txBody>
          <a:bodyPr/>
          <a:lstStyle>
            <a:lvl1pPr>
              <a:defRPr/>
            </a:lvl1pPr>
          </a:lstStyle>
          <a:p>
            <a:r>
              <a:rPr lang="fr-FR" dirty="0" err="1"/>
              <a:t>Title</a:t>
            </a:r>
            <a:r>
              <a:rPr lang="fr-FR" dirty="0"/>
              <a:t>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5202"/>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5202"/>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508000" y="1612900"/>
            <a:ext cx="5588000" cy="2082800"/>
          </a:xfrm>
        </p:spPr>
        <p:txBody>
          <a:bodyPr/>
          <a:lstStyle/>
          <a:p>
            <a:pPr lvl="0"/>
            <a:r>
              <a:rPr lang="fr-FR" dirty="0"/>
              <a:t>Click </a:t>
            </a:r>
            <a:r>
              <a:rPr lang="fr-FR" dirty="0" err="1"/>
              <a:t>here</a:t>
            </a:r>
            <a:r>
              <a:rPr lang="fr-FR" dirty="0"/>
              <a:t> to </a:t>
            </a:r>
            <a:r>
              <a:rPr lang="fr-FR" dirty="0" err="1"/>
              <a:t>add</a:t>
            </a:r>
            <a:r>
              <a:rPr lang="fr-FR" dirty="0"/>
              <a:t> </a:t>
            </a:r>
            <a:r>
              <a:rPr lang="fr-FR" dirty="0" err="1"/>
              <a:t>your</a:t>
            </a:r>
            <a:r>
              <a:rPr lang="fr-FR" dirty="0"/>
              <a:t> 01 </a:t>
            </a:r>
            <a:r>
              <a:rPr lang="fr-FR" dirty="0" err="1"/>
              <a:t>level</a:t>
            </a:r>
            <a:r>
              <a:rPr lang="fr-FR" dirty="0"/>
              <a:t> </a:t>
            </a:r>
            <a:r>
              <a:rPr lang="fr-FR" dirty="0" err="1"/>
              <a:t>text</a:t>
            </a:r>
            <a:endParaRPr lang="fr-FR" dirty="0"/>
          </a:p>
          <a:p>
            <a:pPr lvl="1"/>
            <a:r>
              <a:rPr lang="fr-FR" dirty="0"/>
              <a:t>Click </a:t>
            </a:r>
            <a:r>
              <a:rPr lang="fr-FR" dirty="0" err="1"/>
              <a:t>here</a:t>
            </a:r>
            <a:r>
              <a:rPr lang="fr-FR" dirty="0"/>
              <a:t> to </a:t>
            </a:r>
            <a:r>
              <a:rPr lang="fr-FR" dirty="0" err="1"/>
              <a:t>add</a:t>
            </a:r>
            <a:r>
              <a:rPr lang="fr-FR" dirty="0"/>
              <a:t> </a:t>
            </a:r>
            <a:r>
              <a:rPr lang="fr-FR" dirty="0" err="1"/>
              <a:t>your</a:t>
            </a:r>
            <a:r>
              <a:rPr lang="fr-FR" dirty="0"/>
              <a:t> 02 </a:t>
            </a:r>
            <a:r>
              <a:rPr lang="fr-FR" dirty="0" err="1"/>
              <a:t>level</a:t>
            </a:r>
            <a:r>
              <a:rPr lang="fr-FR" dirty="0"/>
              <a:t> </a:t>
            </a:r>
            <a:r>
              <a:rPr lang="fr-FR" dirty="0" err="1"/>
              <a:t>text</a:t>
            </a:r>
            <a:endParaRPr lang="fr-FR" dirty="0"/>
          </a:p>
          <a:p>
            <a:pPr lvl="2"/>
            <a:r>
              <a:rPr lang="fr-FR" dirty="0"/>
              <a:t>Click </a:t>
            </a:r>
            <a:r>
              <a:rPr lang="fr-FR" dirty="0" err="1"/>
              <a:t>here</a:t>
            </a:r>
            <a:r>
              <a:rPr lang="fr-FR" dirty="0"/>
              <a:t> to </a:t>
            </a:r>
            <a:r>
              <a:rPr lang="fr-FR" dirty="0" err="1"/>
              <a:t>add</a:t>
            </a:r>
            <a:r>
              <a:rPr lang="fr-FR" dirty="0"/>
              <a:t> </a:t>
            </a:r>
            <a:r>
              <a:rPr lang="fr-FR" dirty="0" err="1"/>
              <a:t>your</a:t>
            </a:r>
            <a:r>
              <a:rPr lang="fr-FR" dirty="0"/>
              <a:t> 03 </a:t>
            </a:r>
            <a:r>
              <a:rPr lang="fr-FR" dirty="0" err="1"/>
              <a:t>level</a:t>
            </a:r>
            <a:r>
              <a:rPr lang="fr-FR" dirty="0"/>
              <a:t> </a:t>
            </a:r>
            <a:r>
              <a:rPr lang="fr-FR" dirty="0" err="1"/>
              <a:t>text</a:t>
            </a:r>
            <a:endParaRPr lang="fr-FR" dirty="0"/>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8" y="966984"/>
            <a:ext cx="10728324" cy="313932"/>
          </a:xfrm>
        </p:spPr>
        <p:txBody>
          <a:bodyPr wrap="square">
            <a:spAutoFit/>
          </a:bodyPr>
          <a:lstStyle>
            <a:lvl1pPr marL="0" indent="0">
              <a:buNone/>
              <a:defRPr b="0"/>
            </a:lvl1pPr>
          </a:lstStyle>
          <a:p>
            <a:pPr lvl="0"/>
            <a:r>
              <a:rPr lang="fr-FR"/>
              <a:t>Subtitle of the slide</a:t>
            </a:r>
            <a:endParaRPr lang="fr-FR" dirty="0"/>
          </a:p>
        </p:txBody>
      </p:sp>
      <p:sp>
        <p:nvSpPr>
          <p:cNvPr id="5" name="Espace réservé du texte 5">
            <a:extLst>
              <a:ext uri="{FF2B5EF4-FFF2-40B4-BE49-F238E27FC236}">
                <a16:creationId xmlns:a16="http://schemas.microsoft.com/office/drawing/2014/main" id="{27AC9D12-4F73-202B-51BC-9B0108C899E0}"/>
              </a:ext>
            </a:extLst>
          </p:cNvPr>
          <p:cNvSpPr>
            <a:spLocks noGrp="1"/>
          </p:cNvSpPr>
          <p:nvPr>
            <p:ph type="body" sz="quarter" idx="14" hasCustomPrompt="1"/>
          </p:nvPr>
        </p:nvSpPr>
        <p:spPr>
          <a:xfrm>
            <a:off x="6228556" y="1612900"/>
            <a:ext cx="5231606" cy="2082800"/>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
        <p:nvSpPr>
          <p:cNvPr id="8" name="Espace réservé du texte 5">
            <a:extLst>
              <a:ext uri="{FF2B5EF4-FFF2-40B4-BE49-F238E27FC236}">
                <a16:creationId xmlns:a16="http://schemas.microsoft.com/office/drawing/2014/main" id="{79C3447C-64F0-8089-4CF0-0600D42D5C45}"/>
              </a:ext>
            </a:extLst>
          </p:cNvPr>
          <p:cNvSpPr>
            <a:spLocks noGrp="1"/>
          </p:cNvSpPr>
          <p:nvPr>
            <p:ph type="body" sz="quarter" idx="15" hasCustomPrompt="1"/>
          </p:nvPr>
        </p:nvSpPr>
        <p:spPr>
          <a:xfrm>
            <a:off x="508000" y="4013200"/>
            <a:ext cx="5588000" cy="2082800"/>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
        <p:nvSpPr>
          <p:cNvPr id="9" name="Espace réservé du texte 5">
            <a:extLst>
              <a:ext uri="{FF2B5EF4-FFF2-40B4-BE49-F238E27FC236}">
                <a16:creationId xmlns:a16="http://schemas.microsoft.com/office/drawing/2014/main" id="{ED159B82-984F-3C73-6EF9-5863F6F256E2}"/>
              </a:ext>
            </a:extLst>
          </p:cNvPr>
          <p:cNvSpPr>
            <a:spLocks noGrp="1"/>
          </p:cNvSpPr>
          <p:nvPr>
            <p:ph type="body" sz="quarter" idx="16" hasCustomPrompt="1"/>
          </p:nvPr>
        </p:nvSpPr>
        <p:spPr>
          <a:xfrm>
            <a:off x="6228556" y="4013200"/>
            <a:ext cx="5231606" cy="2082800"/>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Tree>
    <p:extLst>
      <p:ext uri="{BB962C8B-B14F-4D97-AF65-F5344CB8AC3E}">
        <p14:creationId xmlns:p14="http://schemas.microsoft.com/office/powerpoint/2010/main" val="32694825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xt + Pict R">
    <p:spTree>
      <p:nvGrpSpPr>
        <p:cNvPr id="1" name=""/>
        <p:cNvGrpSpPr/>
        <p:nvPr/>
      </p:nvGrpSpPr>
      <p:grpSpPr>
        <a:xfrm>
          <a:off x="0" y="0"/>
          <a:ext cx="0" cy="0"/>
          <a:chOff x="0" y="0"/>
          <a:chExt cx="0" cy="0"/>
        </a:xfrm>
      </p:grpSpPr>
      <p:sp>
        <p:nvSpPr>
          <p:cNvPr id="10" name="Espace réservé pour une image  9">
            <a:extLst>
              <a:ext uri="{FF2B5EF4-FFF2-40B4-BE49-F238E27FC236}">
                <a16:creationId xmlns:a16="http://schemas.microsoft.com/office/drawing/2014/main" id="{12C97B0F-E7D7-FC17-57C5-F402866962BD}"/>
              </a:ext>
            </a:extLst>
          </p:cNvPr>
          <p:cNvSpPr>
            <a:spLocks noGrp="1"/>
          </p:cNvSpPr>
          <p:nvPr>
            <p:ph type="pic" sz="quarter" idx="14" hasCustomPrompt="1"/>
          </p:nvPr>
        </p:nvSpPr>
        <p:spPr>
          <a:xfrm>
            <a:off x="7203376" y="0"/>
            <a:ext cx="4988625" cy="6858000"/>
          </a:xfrm>
          <a:custGeom>
            <a:avLst/>
            <a:gdLst>
              <a:gd name="connsiteX0" fmla="*/ 0 w 4988625"/>
              <a:gd name="connsiteY0" fmla="*/ 0 h 6858000"/>
              <a:gd name="connsiteX1" fmla="*/ 4988625 w 4988625"/>
              <a:gd name="connsiteY1" fmla="*/ 0 h 6858000"/>
              <a:gd name="connsiteX2" fmla="*/ 4988625 w 4988625"/>
              <a:gd name="connsiteY2" fmla="*/ 6858000 h 6858000"/>
              <a:gd name="connsiteX3" fmla="*/ 0 w 498862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988625" h="6858000">
                <a:moveTo>
                  <a:pt x="0" y="0"/>
                </a:moveTo>
                <a:lnTo>
                  <a:pt x="4988625" y="0"/>
                </a:lnTo>
                <a:lnTo>
                  <a:pt x="4988625" y="6858000"/>
                </a:lnTo>
                <a:lnTo>
                  <a:pt x="0" y="6858000"/>
                </a:lnTo>
                <a:close/>
              </a:path>
            </a:pathLst>
          </a:custGeom>
          <a:solidFill>
            <a:schemeClr val="tx2"/>
          </a:solidFill>
        </p:spPr>
        <p:txBody>
          <a:bodyPr wrap="square" bIns="540000" anchor="ctr">
            <a:noAutofit/>
          </a:bodyPr>
          <a:lstStyle>
            <a:lvl1pPr marL="0" indent="0" algn="ctr">
              <a:buNone/>
              <a:defRPr sz="1200" b="0">
                <a:solidFill>
                  <a:schemeClr val="accent3"/>
                </a:solidFill>
              </a:defRPr>
            </a:lvl1pPr>
          </a:lstStyle>
          <a:p>
            <a:r>
              <a:rPr lang="fr-FR"/>
              <a:t>Click here to add your picture</a:t>
            </a:r>
          </a:p>
        </p:txBody>
      </p:sp>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8" y="542925"/>
            <a:ext cx="5883274"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6145"/>
            <a:ext cx="53467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6145"/>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8" y="966984"/>
            <a:ext cx="5883274" cy="313932"/>
          </a:xfrm>
        </p:spPr>
        <p:txBody>
          <a:bodyPr wrap="square">
            <a:spAutoFit/>
          </a:bodyPr>
          <a:lstStyle>
            <a:lvl1pPr marL="0" indent="0">
              <a:buNone/>
              <a:defRPr b="0"/>
            </a:lvl1pPr>
          </a:lstStyle>
          <a:p>
            <a:pPr lvl="0"/>
            <a:r>
              <a:rPr lang="fr-FR"/>
              <a:t>Subtitle of the slide</a:t>
            </a:r>
            <a:endParaRPr lang="fr-FR" dirty="0"/>
          </a:p>
        </p:txBody>
      </p:sp>
      <p:sp>
        <p:nvSpPr>
          <p:cNvPr id="5" name="Espace réservé du texte 5">
            <a:extLst>
              <a:ext uri="{FF2B5EF4-FFF2-40B4-BE49-F238E27FC236}">
                <a16:creationId xmlns:a16="http://schemas.microsoft.com/office/drawing/2014/main" id="{062FBD9B-6342-E40D-D68E-D0ADDB2F2832}"/>
              </a:ext>
            </a:extLst>
          </p:cNvPr>
          <p:cNvSpPr>
            <a:spLocks noGrp="1"/>
          </p:cNvSpPr>
          <p:nvPr>
            <p:ph type="body" sz="quarter" idx="12" hasCustomPrompt="1"/>
          </p:nvPr>
        </p:nvSpPr>
        <p:spPr>
          <a:xfrm>
            <a:off x="508000" y="1612899"/>
            <a:ext cx="6107112" cy="4457891"/>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Tree>
    <p:extLst>
      <p:ext uri="{BB962C8B-B14F-4D97-AF65-F5344CB8AC3E}">
        <p14:creationId xmlns:p14="http://schemas.microsoft.com/office/powerpoint/2010/main" val="8953152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Txt + Pict L">
    <p:spTree>
      <p:nvGrpSpPr>
        <p:cNvPr id="1" name=""/>
        <p:cNvGrpSpPr/>
        <p:nvPr/>
      </p:nvGrpSpPr>
      <p:grpSpPr>
        <a:xfrm>
          <a:off x="0" y="0"/>
          <a:ext cx="0" cy="0"/>
          <a:chOff x="0" y="0"/>
          <a:chExt cx="0" cy="0"/>
        </a:xfrm>
      </p:grpSpPr>
      <p:sp>
        <p:nvSpPr>
          <p:cNvPr id="9" name="Espace réservé pour une image  8">
            <a:extLst>
              <a:ext uri="{FF2B5EF4-FFF2-40B4-BE49-F238E27FC236}">
                <a16:creationId xmlns:a16="http://schemas.microsoft.com/office/drawing/2014/main" id="{BCD27021-3B00-99FD-7383-537F139B3C66}"/>
              </a:ext>
            </a:extLst>
          </p:cNvPr>
          <p:cNvSpPr>
            <a:spLocks noGrp="1"/>
          </p:cNvSpPr>
          <p:nvPr>
            <p:ph type="pic" sz="quarter" idx="14" hasCustomPrompt="1"/>
          </p:nvPr>
        </p:nvSpPr>
        <p:spPr>
          <a:xfrm>
            <a:off x="0" y="0"/>
            <a:ext cx="4988625" cy="6858000"/>
          </a:xfrm>
          <a:custGeom>
            <a:avLst/>
            <a:gdLst>
              <a:gd name="connsiteX0" fmla="*/ 1290143 w 4988625"/>
              <a:gd name="connsiteY0" fmla="*/ 6522736 h 6858000"/>
              <a:gd name="connsiteX1" fmla="*/ 1313210 w 4988625"/>
              <a:gd name="connsiteY1" fmla="*/ 6538125 h 6858000"/>
              <a:gd name="connsiteX2" fmla="*/ 1313210 w 4988625"/>
              <a:gd name="connsiteY2" fmla="*/ 6562246 h 6858000"/>
              <a:gd name="connsiteX3" fmla="*/ 1290143 w 4988625"/>
              <a:gd name="connsiteY3" fmla="*/ 6586565 h 6858000"/>
              <a:gd name="connsiteX4" fmla="*/ 1265462 w 4988625"/>
              <a:gd name="connsiteY4" fmla="*/ 6554568 h 6858000"/>
              <a:gd name="connsiteX5" fmla="*/ 1290143 w 4988625"/>
              <a:gd name="connsiteY5" fmla="*/ 6522736 h 6858000"/>
              <a:gd name="connsiteX6" fmla="*/ 1120965 w 4988625"/>
              <a:gd name="connsiteY6" fmla="*/ 6522736 h 6858000"/>
              <a:gd name="connsiteX7" fmla="*/ 1146339 w 4988625"/>
              <a:gd name="connsiteY7" fmla="*/ 6554568 h 6858000"/>
              <a:gd name="connsiteX8" fmla="*/ 1146470 w 4988625"/>
              <a:gd name="connsiteY8" fmla="*/ 6554568 h 6858000"/>
              <a:gd name="connsiteX9" fmla="*/ 1120965 w 4988625"/>
              <a:gd name="connsiteY9" fmla="*/ 6586565 h 6858000"/>
              <a:gd name="connsiteX10" fmla="*/ 1095625 w 4988625"/>
              <a:gd name="connsiteY10" fmla="*/ 6554568 h 6858000"/>
              <a:gd name="connsiteX11" fmla="*/ 1120965 w 4988625"/>
              <a:gd name="connsiteY11" fmla="*/ 6522736 h 6858000"/>
              <a:gd name="connsiteX12" fmla="*/ 1178861 w 4988625"/>
              <a:gd name="connsiteY12" fmla="*/ 6513641 h 6858000"/>
              <a:gd name="connsiteX13" fmla="*/ 1173458 w 4988625"/>
              <a:gd name="connsiteY13" fmla="*/ 6519243 h 6858000"/>
              <a:gd name="connsiteX14" fmla="*/ 1173458 w 4988625"/>
              <a:gd name="connsiteY14" fmla="*/ 6564883 h 6858000"/>
              <a:gd name="connsiteX15" fmla="*/ 1205982 w 4988625"/>
              <a:gd name="connsiteY15" fmla="*/ 6596714 h 6858000"/>
              <a:gd name="connsiteX16" fmla="*/ 1238539 w 4988625"/>
              <a:gd name="connsiteY16" fmla="*/ 6564883 h 6858000"/>
              <a:gd name="connsiteX17" fmla="*/ 1238539 w 4988625"/>
              <a:gd name="connsiteY17" fmla="*/ 6519243 h 6858000"/>
              <a:gd name="connsiteX18" fmla="*/ 1238540 w 4988625"/>
              <a:gd name="connsiteY18" fmla="*/ 6519209 h 6858000"/>
              <a:gd name="connsiteX19" fmla="*/ 1233102 w 4988625"/>
              <a:gd name="connsiteY19" fmla="*/ 6513641 h 6858000"/>
              <a:gd name="connsiteX20" fmla="*/ 1233068 w 4988625"/>
              <a:gd name="connsiteY20" fmla="*/ 6513641 h 6858000"/>
              <a:gd name="connsiteX21" fmla="*/ 1227336 w 4988625"/>
              <a:gd name="connsiteY21" fmla="*/ 6519243 h 6858000"/>
              <a:gd name="connsiteX22" fmla="*/ 1227336 w 4988625"/>
              <a:gd name="connsiteY22" fmla="*/ 6564883 h 6858000"/>
              <a:gd name="connsiteX23" fmla="*/ 1205982 w 4988625"/>
              <a:gd name="connsiteY23" fmla="*/ 6586038 h 6858000"/>
              <a:gd name="connsiteX24" fmla="*/ 1184662 w 4988625"/>
              <a:gd name="connsiteY24" fmla="*/ 6564883 h 6858000"/>
              <a:gd name="connsiteX25" fmla="*/ 1184662 w 4988625"/>
              <a:gd name="connsiteY25" fmla="*/ 6519243 h 6858000"/>
              <a:gd name="connsiteX26" fmla="*/ 1179060 w 4988625"/>
              <a:gd name="connsiteY26" fmla="*/ 6513641 h 6858000"/>
              <a:gd name="connsiteX27" fmla="*/ 1178861 w 4988625"/>
              <a:gd name="connsiteY27" fmla="*/ 6513641 h 6858000"/>
              <a:gd name="connsiteX28" fmla="*/ 1120965 w 4988625"/>
              <a:gd name="connsiteY28" fmla="*/ 6512587 h 6858000"/>
              <a:gd name="connsiteX29" fmla="*/ 1084256 w 4988625"/>
              <a:gd name="connsiteY29" fmla="*/ 6554568 h 6858000"/>
              <a:gd name="connsiteX30" fmla="*/ 1120965 w 4988625"/>
              <a:gd name="connsiteY30" fmla="*/ 6596714 h 6858000"/>
              <a:gd name="connsiteX31" fmla="*/ 1157707 w 4988625"/>
              <a:gd name="connsiteY31" fmla="*/ 6554568 h 6858000"/>
              <a:gd name="connsiteX32" fmla="*/ 1120965 w 4988625"/>
              <a:gd name="connsiteY32" fmla="*/ 6512587 h 6858000"/>
              <a:gd name="connsiteX33" fmla="*/ 1006587 w 4988625"/>
              <a:gd name="connsiteY33" fmla="*/ 6512587 h 6858000"/>
              <a:gd name="connsiteX34" fmla="*/ 970537 w 4988625"/>
              <a:gd name="connsiteY34" fmla="*/ 6554667 h 6858000"/>
              <a:gd name="connsiteX35" fmla="*/ 1006587 w 4988625"/>
              <a:gd name="connsiteY35" fmla="*/ 6596813 h 6858000"/>
              <a:gd name="connsiteX36" fmla="*/ 1032949 w 4988625"/>
              <a:gd name="connsiteY36" fmla="*/ 6587356 h 6858000"/>
              <a:gd name="connsiteX37" fmla="*/ 1035223 w 4988625"/>
              <a:gd name="connsiteY37" fmla="*/ 6583006 h 6858000"/>
              <a:gd name="connsiteX38" fmla="*/ 1030148 w 4988625"/>
              <a:gd name="connsiteY38" fmla="*/ 6577931 h 6858000"/>
              <a:gd name="connsiteX39" fmla="*/ 1026853 w 4988625"/>
              <a:gd name="connsiteY39" fmla="*/ 6579151 h 6858000"/>
              <a:gd name="connsiteX40" fmla="*/ 1006587 w 4988625"/>
              <a:gd name="connsiteY40" fmla="*/ 6586664 h 6858000"/>
              <a:gd name="connsiteX41" fmla="*/ 981906 w 4988625"/>
              <a:gd name="connsiteY41" fmla="*/ 6554667 h 6858000"/>
              <a:gd name="connsiteX42" fmla="*/ 1006587 w 4988625"/>
              <a:gd name="connsiteY42" fmla="*/ 6522835 h 6858000"/>
              <a:gd name="connsiteX43" fmla="*/ 1025469 w 4988625"/>
              <a:gd name="connsiteY43" fmla="*/ 6530908 h 6858000"/>
              <a:gd name="connsiteX44" fmla="*/ 1029654 w 4988625"/>
              <a:gd name="connsiteY44" fmla="*/ 6533017 h 6858000"/>
              <a:gd name="connsiteX45" fmla="*/ 1029854 w 4988625"/>
              <a:gd name="connsiteY45" fmla="*/ 6533017 h 6858000"/>
              <a:gd name="connsiteX46" fmla="*/ 1034729 w 4988625"/>
              <a:gd name="connsiteY46" fmla="*/ 6527943 h 6858000"/>
              <a:gd name="connsiteX47" fmla="*/ 1033510 w 4988625"/>
              <a:gd name="connsiteY47" fmla="*/ 6524647 h 6858000"/>
              <a:gd name="connsiteX48" fmla="*/ 1006587 w 4988625"/>
              <a:gd name="connsiteY48" fmla="*/ 6512587 h 6858000"/>
              <a:gd name="connsiteX49" fmla="*/ 697493 w 4988625"/>
              <a:gd name="connsiteY49" fmla="*/ 6485104 h 6858000"/>
              <a:gd name="connsiteX50" fmla="*/ 739804 w 4988625"/>
              <a:gd name="connsiteY50" fmla="*/ 6535686 h 6858000"/>
              <a:gd name="connsiteX51" fmla="*/ 697493 w 4988625"/>
              <a:gd name="connsiteY51" fmla="*/ 6586038 h 6858000"/>
              <a:gd name="connsiteX52" fmla="*/ 655149 w 4988625"/>
              <a:gd name="connsiteY52" fmla="*/ 6535686 h 6858000"/>
              <a:gd name="connsiteX53" fmla="*/ 697493 w 4988625"/>
              <a:gd name="connsiteY53" fmla="*/ 6485104 h 6858000"/>
              <a:gd name="connsiteX54" fmla="*/ 764550 w 4988625"/>
              <a:gd name="connsiteY54" fmla="*/ 6475318 h 6858000"/>
              <a:gd name="connsiteX55" fmla="*/ 758718 w 4988625"/>
              <a:gd name="connsiteY55" fmla="*/ 6481282 h 6858000"/>
              <a:gd name="connsiteX56" fmla="*/ 759246 w 4988625"/>
              <a:gd name="connsiteY56" fmla="*/ 6483885 h 6858000"/>
              <a:gd name="connsiteX57" fmla="*/ 800173 w 4988625"/>
              <a:gd name="connsiteY57" fmla="*/ 6591804 h 6858000"/>
              <a:gd name="connsiteX58" fmla="*/ 803967 w 4988625"/>
              <a:gd name="connsiteY58" fmla="*/ 6595599 h 6858000"/>
              <a:gd name="connsiteX59" fmla="*/ 811343 w 4988625"/>
              <a:gd name="connsiteY59" fmla="*/ 6591804 h 6858000"/>
              <a:gd name="connsiteX60" fmla="*/ 852270 w 4988625"/>
              <a:gd name="connsiteY60" fmla="*/ 6483885 h 6858000"/>
              <a:gd name="connsiteX61" fmla="*/ 852798 w 4988625"/>
              <a:gd name="connsiteY61" fmla="*/ 6481282 h 6858000"/>
              <a:gd name="connsiteX62" fmla="*/ 852798 w 4988625"/>
              <a:gd name="connsiteY62" fmla="*/ 6481183 h 6858000"/>
              <a:gd name="connsiteX63" fmla="*/ 846866 w 4988625"/>
              <a:gd name="connsiteY63" fmla="*/ 6475318 h 6858000"/>
              <a:gd name="connsiteX64" fmla="*/ 841264 w 4988625"/>
              <a:gd name="connsiteY64" fmla="*/ 6479173 h 6858000"/>
              <a:gd name="connsiteX65" fmla="*/ 805742 w 4988625"/>
              <a:gd name="connsiteY65" fmla="*/ 6573285 h 6858000"/>
              <a:gd name="connsiteX66" fmla="*/ 770252 w 4988625"/>
              <a:gd name="connsiteY66" fmla="*/ 6479173 h 6858000"/>
              <a:gd name="connsiteX67" fmla="*/ 764650 w 4988625"/>
              <a:gd name="connsiteY67" fmla="*/ 6475318 h 6858000"/>
              <a:gd name="connsiteX68" fmla="*/ 764550 w 4988625"/>
              <a:gd name="connsiteY68" fmla="*/ 6475318 h 6858000"/>
              <a:gd name="connsiteX69" fmla="*/ 871253 w 4988625"/>
              <a:gd name="connsiteY69" fmla="*/ 6474759 h 6858000"/>
              <a:gd name="connsiteX70" fmla="*/ 865748 w 4988625"/>
              <a:gd name="connsiteY70" fmla="*/ 6481150 h 6858000"/>
              <a:gd name="connsiteX71" fmla="*/ 865748 w 4988625"/>
              <a:gd name="connsiteY71" fmla="*/ 6589893 h 6858000"/>
              <a:gd name="connsiteX72" fmla="*/ 865748 w 4988625"/>
              <a:gd name="connsiteY72" fmla="*/ 6590779 h 6858000"/>
              <a:gd name="connsiteX73" fmla="*/ 872139 w 4988625"/>
              <a:gd name="connsiteY73" fmla="*/ 6596284 h 6858000"/>
              <a:gd name="connsiteX74" fmla="*/ 877644 w 4988625"/>
              <a:gd name="connsiteY74" fmla="*/ 6589893 h 6858000"/>
              <a:gd name="connsiteX75" fmla="*/ 877644 w 4988625"/>
              <a:gd name="connsiteY75" fmla="*/ 6539509 h 6858000"/>
              <a:gd name="connsiteX76" fmla="*/ 938540 w 4988625"/>
              <a:gd name="connsiteY76" fmla="*/ 6539509 h 6858000"/>
              <a:gd name="connsiteX77" fmla="*/ 938540 w 4988625"/>
              <a:gd name="connsiteY77" fmla="*/ 6590025 h 6858000"/>
              <a:gd name="connsiteX78" fmla="*/ 938540 w 4988625"/>
              <a:gd name="connsiteY78" fmla="*/ 6590911 h 6858000"/>
              <a:gd name="connsiteX79" fmla="*/ 944931 w 4988625"/>
              <a:gd name="connsiteY79" fmla="*/ 6596416 h 6858000"/>
              <a:gd name="connsiteX80" fmla="*/ 950436 w 4988625"/>
              <a:gd name="connsiteY80" fmla="*/ 6590025 h 6858000"/>
              <a:gd name="connsiteX81" fmla="*/ 950436 w 4988625"/>
              <a:gd name="connsiteY81" fmla="*/ 6481282 h 6858000"/>
              <a:gd name="connsiteX82" fmla="*/ 950436 w 4988625"/>
              <a:gd name="connsiteY82" fmla="*/ 6480396 h 6858000"/>
              <a:gd name="connsiteX83" fmla="*/ 944045 w 4988625"/>
              <a:gd name="connsiteY83" fmla="*/ 6474891 h 6858000"/>
              <a:gd name="connsiteX84" fmla="*/ 938540 w 4988625"/>
              <a:gd name="connsiteY84" fmla="*/ 6481282 h 6858000"/>
              <a:gd name="connsiteX85" fmla="*/ 938540 w 4988625"/>
              <a:gd name="connsiteY85" fmla="*/ 6528668 h 6858000"/>
              <a:gd name="connsiteX86" fmla="*/ 877644 w 4988625"/>
              <a:gd name="connsiteY86" fmla="*/ 6528668 h 6858000"/>
              <a:gd name="connsiteX87" fmla="*/ 877644 w 4988625"/>
              <a:gd name="connsiteY87" fmla="*/ 6481150 h 6858000"/>
              <a:gd name="connsiteX88" fmla="*/ 877644 w 4988625"/>
              <a:gd name="connsiteY88" fmla="*/ 6480264 h 6858000"/>
              <a:gd name="connsiteX89" fmla="*/ 871253 w 4988625"/>
              <a:gd name="connsiteY89" fmla="*/ 6474759 h 6858000"/>
              <a:gd name="connsiteX90" fmla="*/ 697493 w 4988625"/>
              <a:gd name="connsiteY90" fmla="*/ 6474263 h 6858000"/>
              <a:gd name="connsiteX91" fmla="*/ 642891 w 4988625"/>
              <a:gd name="connsiteY91" fmla="*/ 6535686 h 6858000"/>
              <a:gd name="connsiteX92" fmla="*/ 697493 w 4988625"/>
              <a:gd name="connsiteY92" fmla="*/ 6596879 h 6858000"/>
              <a:gd name="connsiteX93" fmla="*/ 752062 w 4988625"/>
              <a:gd name="connsiteY93" fmla="*/ 6535686 h 6858000"/>
              <a:gd name="connsiteX94" fmla="*/ 697493 w 4988625"/>
              <a:gd name="connsiteY94" fmla="*/ 6474263 h 6858000"/>
              <a:gd name="connsiteX95" fmla="*/ 1056774 w 4988625"/>
              <a:gd name="connsiteY95" fmla="*/ 6469913 h 6858000"/>
              <a:gd name="connsiteX96" fmla="*/ 1051172 w 4988625"/>
              <a:gd name="connsiteY96" fmla="*/ 6475483 h 6858000"/>
              <a:gd name="connsiteX97" fmla="*/ 1051172 w 4988625"/>
              <a:gd name="connsiteY97" fmla="*/ 6575493 h 6858000"/>
              <a:gd name="connsiteX98" fmla="*/ 1069361 w 4988625"/>
              <a:gd name="connsiteY98" fmla="*/ 6595957 h 6858000"/>
              <a:gd name="connsiteX99" fmla="*/ 1070195 w 4988625"/>
              <a:gd name="connsiteY99" fmla="*/ 6595957 h 6858000"/>
              <a:gd name="connsiteX100" fmla="*/ 1075034 w 4988625"/>
              <a:gd name="connsiteY100" fmla="*/ 6590284 h 6858000"/>
              <a:gd name="connsiteX101" fmla="*/ 1069361 w 4988625"/>
              <a:gd name="connsiteY101" fmla="*/ 6585445 h 6858000"/>
              <a:gd name="connsiteX102" fmla="*/ 1062376 w 4988625"/>
              <a:gd name="connsiteY102" fmla="*/ 6575559 h 6858000"/>
              <a:gd name="connsiteX103" fmla="*/ 1062376 w 4988625"/>
              <a:gd name="connsiteY103" fmla="*/ 6475483 h 6858000"/>
              <a:gd name="connsiteX104" fmla="*/ 1056774 w 4988625"/>
              <a:gd name="connsiteY104" fmla="*/ 6469913 h 6858000"/>
              <a:gd name="connsiteX105" fmla="*/ 1318812 w 4988625"/>
              <a:gd name="connsiteY105" fmla="*/ 6469880 h 6858000"/>
              <a:gd name="connsiteX106" fmla="*/ 1313210 w 4988625"/>
              <a:gd name="connsiteY106" fmla="*/ 6475482 h 6858000"/>
              <a:gd name="connsiteX107" fmla="*/ 1313210 w 4988625"/>
              <a:gd name="connsiteY107" fmla="*/ 6523955 h 6858000"/>
              <a:gd name="connsiteX108" fmla="*/ 1289418 w 4988625"/>
              <a:gd name="connsiteY108" fmla="*/ 6512718 h 6858000"/>
              <a:gd name="connsiteX109" fmla="*/ 1254258 w 4988625"/>
              <a:gd name="connsiteY109" fmla="*/ 6554700 h 6858000"/>
              <a:gd name="connsiteX110" fmla="*/ 1290143 w 4988625"/>
              <a:gd name="connsiteY110" fmla="*/ 6596846 h 6858000"/>
              <a:gd name="connsiteX111" fmla="*/ 1324414 w 4988625"/>
              <a:gd name="connsiteY111" fmla="*/ 6562378 h 6858000"/>
              <a:gd name="connsiteX112" fmla="*/ 1324414 w 4988625"/>
              <a:gd name="connsiteY112" fmla="*/ 6475482 h 6858000"/>
              <a:gd name="connsiteX113" fmla="*/ 1318812 w 4988625"/>
              <a:gd name="connsiteY113" fmla="*/ 6469880 h 6858000"/>
              <a:gd name="connsiteX114" fmla="*/ 583345 w 4988625"/>
              <a:gd name="connsiteY114" fmla="*/ 6461247 h 6858000"/>
              <a:gd name="connsiteX115" fmla="*/ 583345 w 4988625"/>
              <a:gd name="connsiteY115" fmla="*/ 6461312 h 6858000"/>
              <a:gd name="connsiteX116" fmla="*/ 556192 w 4988625"/>
              <a:gd name="connsiteY116" fmla="*/ 6509654 h 6858000"/>
              <a:gd name="connsiteX117" fmla="*/ 527260 w 4988625"/>
              <a:gd name="connsiteY117" fmla="*/ 6509654 h 6858000"/>
              <a:gd name="connsiteX118" fmla="*/ 493352 w 4988625"/>
              <a:gd name="connsiteY118" fmla="*/ 6569397 h 6858000"/>
              <a:gd name="connsiteX119" fmla="*/ 522119 w 4988625"/>
              <a:gd name="connsiteY119" fmla="*/ 6569397 h 6858000"/>
              <a:gd name="connsiteX120" fmla="*/ 500371 w 4988625"/>
              <a:gd name="connsiteY120" fmla="*/ 6607852 h 6858000"/>
              <a:gd name="connsiteX121" fmla="*/ 571021 w 4988625"/>
              <a:gd name="connsiteY121" fmla="*/ 6607852 h 6858000"/>
              <a:gd name="connsiteX122" fmla="*/ 583345 w 4988625"/>
              <a:gd name="connsiteY122" fmla="*/ 6461247 h 6858000"/>
              <a:gd name="connsiteX123" fmla="*/ 457533 w 4988625"/>
              <a:gd name="connsiteY123" fmla="*/ 6452382 h 6858000"/>
              <a:gd name="connsiteX124" fmla="*/ 406028 w 4988625"/>
              <a:gd name="connsiteY124" fmla="*/ 6542079 h 6858000"/>
              <a:gd name="connsiteX125" fmla="*/ 359301 w 4988625"/>
              <a:gd name="connsiteY125" fmla="*/ 6460917 h 6858000"/>
              <a:gd name="connsiteX126" fmla="*/ 371790 w 4988625"/>
              <a:gd name="connsiteY126" fmla="*/ 6607852 h 6858000"/>
              <a:gd name="connsiteX127" fmla="*/ 443824 w 4988625"/>
              <a:gd name="connsiteY127" fmla="*/ 6607852 h 6858000"/>
              <a:gd name="connsiteX128" fmla="*/ 443857 w 4988625"/>
              <a:gd name="connsiteY128" fmla="*/ 6607786 h 6858000"/>
              <a:gd name="connsiteX129" fmla="*/ 533323 w 4988625"/>
              <a:gd name="connsiteY129" fmla="*/ 6452382 h 6858000"/>
              <a:gd name="connsiteX130" fmla="*/ 0 w 4988625"/>
              <a:gd name="connsiteY130" fmla="*/ 0 h 6858000"/>
              <a:gd name="connsiteX131" fmla="*/ 4988625 w 4988625"/>
              <a:gd name="connsiteY131" fmla="*/ 0 h 6858000"/>
              <a:gd name="connsiteX132" fmla="*/ 4988625 w 4988625"/>
              <a:gd name="connsiteY132" fmla="*/ 6858000 h 6858000"/>
              <a:gd name="connsiteX133" fmla="*/ 0 w 4988625"/>
              <a:gd name="connsiteY13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4988625" h="6858000">
                <a:moveTo>
                  <a:pt x="1290143" y="6522736"/>
                </a:moveTo>
                <a:cubicBezTo>
                  <a:pt x="1306619" y="6522736"/>
                  <a:pt x="1313210" y="6538125"/>
                  <a:pt x="1313210" y="6538125"/>
                </a:cubicBezTo>
                <a:lnTo>
                  <a:pt x="1313210" y="6562246"/>
                </a:lnTo>
                <a:cubicBezTo>
                  <a:pt x="1313210" y="6578887"/>
                  <a:pt x="1303588" y="6586565"/>
                  <a:pt x="1290143" y="6586565"/>
                </a:cubicBezTo>
                <a:cubicBezTo>
                  <a:pt x="1274029" y="6586565"/>
                  <a:pt x="1265462" y="6576086"/>
                  <a:pt x="1265462" y="6554568"/>
                </a:cubicBezTo>
                <a:cubicBezTo>
                  <a:pt x="1265462" y="6533050"/>
                  <a:pt x="1273667" y="6522736"/>
                  <a:pt x="1290143" y="6522736"/>
                </a:cubicBezTo>
                <a:close/>
                <a:moveTo>
                  <a:pt x="1120965" y="6522736"/>
                </a:moveTo>
                <a:cubicBezTo>
                  <a:pt x="1137079" y="6522736"/>
                  <a:pt x="1146339" y="6532523"/>
                  <a:pt x="1146339" y="6554568"/>
                </a:cubicBezTo>
                <a:lnTo>
                  <a:pt x="1146470" y="6554568"/>
                </a:lnTo>
                <a:cubicBezTo>
                  <a:pt x="1146470" y="6576943"/>
                  <a:pt x="1137046" y="6586565"/>
                  <a:pt x="1120965" y="6586565"/>
                </a:cubicBezTo>
                <a:cubicBezTo>
                  <a:pt x="1104885" y="6586565"/>
                  <a:pt x="1095625" y="6576514"/>
                  <a:pt x="1095625" y="6554568"/>
                </a:cubicBezTo>
                <a:cubicBezTo>
                  <a:pt x="1095625" y="6532622"/>
                  <a:pt x="1104851" y="6522736"/>
                  <a:pt x="1120965" y="6522736"/>
                </a:cubicBezTo>
                <a:close/>
                <a:moveTo>
                  <a:pt x="1178861" y="6513641"/>
                </a:moveTo>
                <a:cubicBezTo>
                  <a:pt x="1175822" y="6513696"/>
                  <a:pt x="1173403" y="6516205"/>
                  <a:pt x="1173458" y="6519243"/>
                </a:cubicBezTo>
                <a:lnTo>
                  <a:pt x="1173458" y="6564883"/>
                </a:lnTo>
                <a:cubicBezTo>
                  <a:pt x="1173458" y="6581491"/>
                  <a:pt x="1178863" y="6596714"/>
                  <a:pt x="1205982" y="6596714"/>
                </a:cubicBezTo>
                <a:cubicBezTo>
                  <a:pt x="1233102" y="6596714"/>
                  <a:pt x="1238539" y="6581359"/>
                  <a:pt x="1238539" y="6564883"/>
                </a:cubicBezTo>
                <a:lnTo>
                  <a:pt x="1238539" y="6519243"/>
                </a:lnTo>
                <a:cubicBezTo>
                  <a:pt x="1238540" y="6519232"/>
                  <a:pt x="1238540" y="6519221"/>
                  <a:pt x="1238540" y="6519209"/>
                </a:cubicBezTo>
                <a:cubicBezTo>
                  <a:pt x="1238576" y="6516170"/>
                  <a:pt x="1236142" y="6513677"/>
                  <a:pt x="1233102" y="6513641"/>
                </a:cubicBezTo>
                <a:cubicBezTo>
                  <a:pt x="1233091" y="6513641"/>
                  <a:pt x="1233080" y="6513641"/>
                  <a:pt x="1233068" y="6513641"/>
                </a:cubicBezTo>
                <a:cubicBezTo>
                  <a:pt x="1229938" y="6513605"/>
                  <a:pt x="1227372" y="6516113"/>
                  <a:pt x="1227336" y="6519243"/>
                </a:cubicBezTo>
                <a:lnTo>
                  <a:pt x="1227336" y="6564883"/>
                </a:lnTo>
                <a:cubicBezTo>
                  <a:pt x="1227336" y="6576152"/>
                  <a:pt x="1223645" y="6586038"/>
                  <a:pt x="1205982" y="6586038"/>
                </a:cubicBezTo>
                <a:cubicBezTo>
                  <a:pt x="1188320" y="6586038"/>
                  <a:pt x="1184662" y="6576251"/>
                  <a:pt x="1184662" y="6564883"/>
                </a:cubicBezTo>
                <a:lnTo>
                  <a:pt x="1184662" y="6519243"/>
                </a:lnTo>
                <a:cubicBezTo>
                  <a:pt x="1184644" y="6516157"/>
                  <a:pt x="1182147" y="6513659"/>
                  <a:pt x="1179060" y="6513641"/>
                </a:cubicBezTo>
                <a:cubicBezTo>
                  <a:pt x="1178994" y="6513640"/>
                  <a:pt x="1178927" y="6513640"/>
                  <a:pt x="1178861" y="6513641"/>
                </a:cubicBezTo>
                <a:close/>
                <a:moveTo>
                  <a:pt x="1120965" y="6512587"/>
                </a:moveTo>
                <a:cubicBezTo>
                  <a:pt x="1098426" y="6512587"/>
                  <a:pt x="1084256" y="6525899"/>
                  <a:pt x="1084256" y="6554568"/>
                </a:cubicBezTo>
                <a:cubicBezTo>
                  <a:pt x="1084256" y="6583237"/>
                  <a:pt x="1098228" y="6596714"/>
                  <a:pt x="1120965" y="6596714"/>
                </a:cubicBezTo>
                <a:cubicBezTo>
                  <a:pt x="1143702" y="6596714"/>
                  <a:pt x="1157707" y="6583237"/>
                  <a:pt x="1157707" y="6554568"/>
                </a:cubicBezTo>
                <a:cubicBezTo>
                  <a:pt x="1157707" y="6525866"/>
                  <a:pt x="1143505" y="6512587"/>
                  <a:pt x="1120965" y="6512587"/>
                </a:cubicBezTo>
                <a:close/>
                <a:moveTo>
                  <a:pt x="1006587" y="6512587"/>
                </a:moveTo>
                <a:cubicBezTo>
                  <a:pt x="984015" y="6512587"/>
                  <a:pt x="970537" y="6525998"/>
                  <a:pt x="970537" y="6554667"/>
                </a:cubicBezTo>
                <a:cubicBezTo>
                  <a:pt x="970537" y="6583336"/>
                  <a:pt x="984015" y="6596813"/>
                  <a:pt x="1006587" y="6596813"/>
                </a:cubicBezTo>
                <a:cubicBezTo>
                  <a:pt x="1016231" y="6596964"/>
                  <a:pt x="1025601" y="6593603"/>
                  <a:pt x="1032949" y="6587356"/>
                </a:cubicBezTo>
                <a:cubicBezTo>
                  <a:pt x="1034364" y="6586357"/>
                  <a:pt x="1035211" y="6584738"/>
                  <a:pt x="1035223" y="6583006"/>
                </a:cubicBezTo>
                <a:cubicBezTo>
                  <a:pt x="1035223" y="6580203"/>
                  <a:pt x="1032951" y="6577931"/>
                  <a:pt x="1030148" y="6577931"/>
                </a:cubicBezTo>
                <a:cubicBezTo>
                  <a:pt x="1028941" y="6577938"/>
                  <a:pt x="1027774" y="6578370"/>
                  <a:pt x="1026853" y="6579151"/>
                </a:cubicBezTo>
                <a:cubicBezTo>
                  <a:pt x="1021178" y="6583937"/>
                  <a:pt x="1014011" y="6586594"/>
                  <a:pt x="1006587" y="6586664"/>
                </a:cubicBezTo>
                <a:cubicBezTo>
                  <a:pt x="990473" y="6586664"/>
                  <a:pt x="981906" y="6576185"/>
                  <a:pt x="981906" y="6554667"/>
                </a:cubicBezTo>
                <a:cubicBezTo>
                  <a:pt x="981906" y="6533149"/>
                  <a:pt x="990473" y="6522835"/>
                  <a:pt x="1006587" y="6522835"/>
                </a:cubicBezTo>
                <a:cubicBezTo>
                  <a:pt x="1013817" y="6522314"/>
                  <a:pt x="1020851" y="6525322"/>
                  <a:pt x="1025469" y="6530908"/>
                </a:cubicBezTo>
                <a:cubicBezTo>
                  <a:pt x="1026444" y="6532243"/>
                  <a:pt x="1028001" y="6533028"/>
                  <a:pt x="1029654" y="6533017"/>
                </a:cubicBezTo>
                <a:cubicBezTo>
                  <a:pt x="1029721" y="6533018"/>
                  <a:pt x="1029787" y="6533018"/>
                  <a:pt x="1029854" y="6533017"/>
                </a:cubicBezTo>
                <a:cubicBezTo>
                  <a:pt x="1032601" y="6532962"/>
                  <a:pt x="1034784" y="6530690"/>
                  <a:pt x="1034729" y="6527943"/>
                </a:cubicBezTo>
                <a:cubicBezTo>
                  <a:pt x="1034722" y="6526735"/>
                  <a:pt x="1034290" y="6525568"/>
                  <a:pt x="1033510" y="6524647"/>
                </a:cubicBezTo>
                <a:cubicBezTo>
                  <a:pt x="1026937" y="6516610"/>
                  <a:pt x="1016960" y="6512141"/>
                  <a:pt x="1006587" y="6512587"/>
                </a:cubicBezTo>
                <a:close/>
                <a:moveTo>
                  <a:pt x="697493" y="6485104"/>
                </a:moveTo>
                <a:cubicBezTo>
                  <a:pt x="724250" y="6485104"/>
                  <a:pt x="739804" y="6501581"/>
                  <a:pt x="739804" y="6535686"/>
                </a:cubicBezTo>
                <a:cubicBezTo>
                  <a:pt x="739804" y="6569792"/>
                  <a:pt x="724283" y="6586038"/>
                  <a:pt x="697493" y="6586038"/>
                </a:cubicBezTo>
                <a:cubicBezTo>
                  <a:pt x="670702" y="6586038"/>
                  <a:pt x="655149" y="6569792"/>
                  <a:pt x="655149" y="6535686"/>
                </a:cubicBezTo>
                <a:cubicBezTo>
                  <a:pt x="655149" y="6501383"/>
                  <a:pt x="670735" y="6485104"/>
                  <a:pt x="697493" y="6485104"/>
                </a:cubicBezTo>
                <a:close/>
                <a:moveTo>
                  <a:pt x="764550" y="6475318"/>
                </a:moveTo>
                <a:cubicBezTo>
                  <a:pt x="761293" y="6475354"/>
                  <a:pt x="758682" y="6478024"/>
                  <a:pt x="758718" y="6481282"/>
                </a:cubicBezTo>
                <a:cubicBezTo>
                  <a:pt x="758747" y="6482173"/>
                  <a:pt x="758926" y="6483053"/>
                  <a:pt x="759246" y="6483885"/>
                </a:cubicBezTo>
                <a:lnTo>
                  <a:pt x="800173" y="6591804"/>
                </a:lnTo>
                <a:cubicBezTo>
                  <a:pt x="800751" y="6593608"/>
                  <a:pt x="802164" y="6595021"/>
                  <a:pt x="803967" y="6595599"/>
                </a:cubicBezTo>
                <a:cubicBezTo>
                  <a:pt x="807052" y="6596588"/>
                  <a:pt x="810354" y="6594889"/>
                  <a:pt x="811343" y="6591804"/>
                </a:cubicBezTo>
                <a:lnTo>
                  <a:pt x="852270" y="6483885"/>
                </a:lnTo>
                <a:cubicBezTo>
                  <a:pt x="852590" y="6483053"/>
                  <a:pt x="852769" y="6482173"/>
                  <a:pt x="852798" y="6481282"/>
                </a:cubicBezTo>
                <a:cubicBezTo>
                  <a:pt x="852798" y="6481249"/>
                  <a:pt x="852798" y="6481216"/>
                  <a:pt x="852798" y="6481183"/>
                </a:cubicBezTo>
                <a:cubicBezTo>
                  <a:pt x="852779" y="6477925"/>
                  <a:pt x="850124" y="6475299"/>
                  <a:pt x="846866" y="6475318"/>
                </a:cubicBezTo>
                <a:cubicBezTo>
                  <a:pt x="844380" y="6475318"/>
                  <a:pt x="842152" y="6476851"/>
                  <a:pt x="841264" y="6479173"/>
                </a:cubicBezTo>
                <a:lnTo>
                  <a:pt x="805742" y="6573285"/>
                </a:lnTo>
                <a:lnTo>
                  <a:pt x="770252" y="6479173"/>
                </a:lnTo>
                <a:cubicBezTo>
                  <a:pt x="769364" y="6476851"/>
                  <a:pt x="767136" y="6475318"/>
                  <a:pt x="764650" y="6475318"/>
                </a:cubicBezTo>
                <a:cubicBezTo>
                  <a:pt x="764617" y="6475317"/>
                  <a:pt x="764584" y="6475317"/>
                  <a:pt x="764550" y="6475318"/>
                </a:cubicBezTo>
                <a:close/>
                <a:moveTo>
                  <a:pt x="871253" y="6474759"/>
                </a:moveTo>
                <a:cubicBezTo>
                  <a:pt x="867968" y="6475004"/>
                  <a:pt x="865503" y="6477865"/>
                  <a:pt x="865748" y="6481150"/>
                </a:cubicBezTo>
                <a:lnTo>
                  <a:pt x="865748" y="6589893"/>
                </a:lnTo>
                <a:cubicBezTo>
                  <a:pt x="865726" y="6590188"/>
                  <a:pt x="865726" y="6590484"/>
                  <a:pt x="865748" y="6590779"/>
                </a:cubicBezTo>
                <a:cubicBezTo>
                  <a:pt x="865993" y="6594064"/>
                  <a:pt x="868854" y="6596529"/>
                  <a:pt x="872139" y="6596284"/>
                </a:cubicBezTo>
                <a:cubicBezTo>
                  <a:pt x="875424" y="6596040"/>
                  <a:pt x="877889" y="6593178"/>
                  <a:pt x="877644" y="6589893"/>
                </a:cubicBezTo>
                <a:lnTo>
                  <a:pt x="877644" y="6539509"/>
                </a:lnTo>
                <a:lnTo>
                  <a:pt x="938540" y="6539509"/>
                </a:lnTo>
                <a:lnTo>
                  <a:pt x="938540" y="6590025"/>
                </a:lnTo>
                <a:cubicBezTo>
                  <a:pt x="938518" y="6590320"/>
                  <a:pt x="938518" y="6590616"/>
                  <a:pt x="938540" y="6590911"/>
                </a:cubicBezTo>
                <a:cubicBezTo>
                  <a:pt x="938785" y="6594196"/>
                  <a:pt x="941646" y="6596661"/>
                  <a:pt x="944931" y="6596416"/>
                </a:cubicBezTo>
                <a:cubicBezTo>
                  <a:pt x="948216" y="6596171"/>
                  <a:pt x="950681" y="6593310"/>
                  <a:pt x="950436" y="6590025"/>
                </a:cubicBezTo>
                <a:lnTo>
                  <a:pt x="950436" y="6481282"/>
                </a:lnTo>
                <a:cubicBezTo>
                  <a:pt x="950458" y="6480987"/>
                  <a:pt x="950458" y="6480691"/>
                  <a:pt x="950436" y="6480396"/>
                </a:cubicBezTo>
                <a:cubicBezTo>
                  <a:pt x="950192" y="6477111"/>
                  <a:pt x="947330" y="6474646"/>
                  <a:pt x="944045" y="6474891"/>
                </a:cubicBezTo>
                <a:cubicBezTo>
                  <a:pt x="940760" y="6475136"/>
                  <a:pt x="938295" y="6477997"/>
                  <a:pt x="938540" y="6481282"/>
                </a:cubicBezTo>
                <a:lnTo>
                  <a:pt x="938540" y="6528668"/>
                </a:lnTo>
                <a:lnTo>
                  <a:pt x="877644" y="6528668"/>
                </a:lnTo>
                <a:lnTo>
                  <a:pt x="877644" y="6481150"/>
                </a:lnTo>
                <a:cubicBezTo>
                  <a:pt x="877666" y="6480855"/>
                  <a:pt x="877666" y="6480559"/>
                  <a:pt x="877644" y="6480264"/>
                </a:cubicBezTo>
                <a:cubicBezTo>
                  <a:pt x="877399" y="6476979"/>
                  <a:pt x="874538" y="6474515"/>
                  <a:pt x="871253" y="6474759"/>
                </a:cubicBezTo>
                <a:close/>
                <a:moveTo>
                  <a:pt x="697493" y="6474263"/>
                </a:moveTo>
                <a:cubicBezTo>
                  <a:pt x="663552" y="6474263"/>
                  <a:pt x="642891" y="6494199"/>
                  <a:pt x="642891" y="6535686"/>
                </a:cubicBezTo>
                <a:cubicBezTo>
                  <a:pt x="642891" y="6576778"/>
                  <a:pt x="663717" y="6596879"/>
                  <a:pt x="697493" y="6596879"/>
                </a:cubicBezTo>
                <a:cubicBezTo>
                  <a:pt x="731269" y="6596879"/>
                  <a:pt x="752062" y="6577173"/>
                  <a:pt x="752062" y="6535686"/>
                </a:cubicBezTo>
                <a:cubicBezTo>
                  <a:pt x="752062" y="6494199"/>
                  <a:pt x="731434" y="6474263"/>
                  <a:pt x="697493" y="6474263"/>
                </a:cubicBezTo>
                <a:close/>
                <a:moveTo>
                  <a:pt x="1056774" y="6469913"/>
                </a:moveTo>
                <a:cubicBezTo>
                  <a:pt x="1053721" y="6469983"/>
                  <a:pt x="1051259" y="6472431"/>
                  <a:pt x="1051172" y="6475483"/>
                </a:cubicBezTo>
                <a:lnTo>
                  <a:pt x="1051172" y="6575493"/>
                </a:lnTo>
                <a:cubicBezTo>
                  <a:pt x="1051172" y="6588938"/>
                  <a:pt x="1057663" y="6595957"/>
                  <a:pt x="1069361" y="6595957"/>
                </a:cubicBezTo>
                <a:cubicBezTo>
                  <a:pt x="1069639" y="6595979"/>
                  <a:pt x="1069918" y="6595979"/>
                  <a:pt x="1070195" y="6595957"/>
                </a:cubicBezTo>
                <a:cubicBezTo>
                  <a:pt x="1073097" y="6595727"/>
                  <a:pt x="1075264" y="6593187"/>
                  <a:pt x="1075034" y="6590284"/>
                </a:cubicBezTo>
                <a:cubicBezTo>
                  <a:pt x="1074804" y="6587382"/>
                  <a:pt x="1072264" y="6585215"/>
                  <a:pt x="1069361" y="6585445"/>
                </a:cubicBezTo>
                <a:cubicBezTo>
                  <a:pt x="1064649" y="6585445"/>
                  <a:pt x="1062376" y="6582545"/>
                  <a:pt x="1062376" y="6575559"/>
                </a:cubicBezTo>
                <a:lnTo>
                  <a:pt x="1062376" y="6475483"/>
                </a:lnTo>
                <a:cubicBezTo>
                  <a:pt x="1062358" y="6472401"/>
                  <a:pt x="1059855" y="6469913"/>
                  <a:pt x="1056774" y="6469913"/>
                </a:cubicBezTo>
                <a:close/>
                <a:moveTo>
                  <a:pt x="1318812" y="6469880"/>
                </a:moveTo>
                <a:cubicBezTo>
                  <a:pt x="1315718" y="6469880"/>
                  <a:pt x="1313210" y="6472388"/>
                  <a:pt x="1313210" y="6475482"/>
                </a:cubicBezTo>
                <a:lnTo>
                  <a:pt x="1313210" y="6523955"/>
                </a:lnTo>
                <a:cubicBezTo>
                  <a:pt x="1307466" y="6516704"/>
                  <a:pt x="1298667" y="6512548"/>
                  <a:pt x="1289418" y="6512718"/>
                </a:cubicBezTo>
                <a:cubicBezTo>
                  <a:pt x="1266879" y="6512718"/>
                  <a:pt x="1254258" y="6526031"/>
                  <a:pt x="1254258" y="6554700"/>
                </a:cubicBezTo>
                <a:cubicBezTo>
                  <a:pt x="1254258" y="6583368"/>
                  <a:pt x="1267571" y="6596846"/>
                  <a:pt x="1290143" y="6596846"/>
                </a:cubicBezTo>
                <a:cubicBezTo>
                  <a:pt x="1310080" y="6596846"/>
                  <a:pt x="1324414" y="6585445"/>
                  <a:pt x="1324414" y="6562378"/>
                </a:cubicBezTo>
                <a:lnTo>
                  <a:pt x="1324414" y="6475482"/>
                </a:lnTo>
                <a:cubicBezTo>
                  <a:pt x="1324414" y="6472388"/>
                  <a:pt x="1321906" y="6469880"/>
                  <a:pt x="1318812" y="6469880"/>
                </a:cubicBezTo>
                <a:close/>
                <a:moveTo>
                  <a:pt x="583345" y="6461247"/>
                </a:moveTo>
                <a:lnTo>
                  <a:pt x="583345" y="6461312"/>
                </a:lnTo>
                <a:lnTo>
                  <a:pt x="556192" y="6509654"/>
                </a:lnTo>
                <a:lnTo>
                  <a:pt x="527260" y="6509654"/>
                </a:lnTo>
                <a:lnTo>
                  <a:pt x="493352" y="6569397"/>
                </a:lnTo>
                <a:lnTo>
                  <a:pt x="522119" y="6569397"/>
                </a:lnTo>
                <a:lnTo>
                  <a:pt x="500371" y="6607852"/>
                </a:lnTo>
                <a:lnTo>
                  <a:pt x="571021" y="6607852"/>
                </a:lnTo>
                <a:cubicBezTo>
                  <a:pt x="604470" y="6566001"/>
                  <a:pt x="609337" y="6508095"/>
                  <a:pt x="583345" y="6461247"/>
                </a:cubicBezTo>
                <a:close/>
                <a:moveTo>
                  <a:pt x="457533" y="6452382"/>
                </a:moveTo>
                <a:lnTo>
                  <a:pt x="406028" y="6542079"/>
                </a:lnTo>
                <a:lnTo>
                  <a:pt x="359301" y="6460917"/>
                </a:lnTo>
                <a:cubicBezTo>
                  <a:pt x="332729" y="6507776"/>
                  <a:pt x="337690" y="6566150"/>
                  <a:pt x="371790" y="6607852"/>
                </a:cubicBezTo>
                <a:lnTo>
                  <a:pt x="443824" y="6607852"/>
                </a:lnTo>
                <a:lnTo>
                  <a:pt x="443857" y="6607786"/>
                </a:lnTo>
                <a:lnTo>
                  <a:pt x="533323" y="6452382"/>
                </a:lnTo>
                <a:close/>
                <a:moveTo>
                  <a:pt x="0" y="0"/>
                </a:moveTo>
                <a:lnTo>
                  <a:pt x="4988625" y="0"/>
                </a:lnTo>
                <a:lnTo>
                  <a:pt x="4988625" y="6858000"/>
                </a:lnTo>
                <a:lnTo>
                  <a:pt x="0" y="6858000"/>
                </a:lnTo>
                <a:close/>
              </a:path>
            </a:pathLst>
          </a:custGeom>
          <a:solidFill>
            <a:schemeClr val="tx2"/>
          </a:solidFill>
        </p:spPr>
        <p:txBody>
          <a:bodyPr wrap="square" bIns="540000" anchor="ctr">
            <a:noAutofit/>
          </a:bodyPr>
          <a:lstStyle>
            <a:lvl1pPr marL="0" indent="0" algn="ctr">
              <a:buNone/>
              <a:defRPr sz="1200" b="0">
                <a:solidFill>
                  <a:schemeClr val="accent3"/>
                </a:solidFill>
              </a:defRPr>
            </a:lvl1pPr>
          </a:lstStyle>
          <a:p>
            <a:r>
              <a:rPr lang="fr-FR"/>
              <a:t>Click here to add your picture</a:t>
            </a:r>
          </a:p>
        </p:txBody>
      </p:sp>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5732463" y="542925"/>
            <a:ext cx="6126162"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53467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8101"/>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5732463" y="966984"/>
            <a:ext cx="6126162" cy="313932"/>
          </a:xfrm>
        </p:spPr>
        <p:txBody>
          <a:bodyPr wrap="square">
            <a:spAutoFit/>
          </a:bodyPr>
          <a:lstStyle>
            <a:lvl1pPr marL="0" indent="0">
              <a:buNone/>
              <a:defRPr b="0"/>
            </a:lvl1pPr>
          </a:lstStyle>
          <a:p>
            <a:pPr lvl="0"/>
            <a:r>
              <a:rPr lang="fr-FR"/>
              <a:t>Subtitle of the slide</a:t>
            </a:r>
            <a:endParaRPr lang="fr-FR" dirty="0"/>
          </a:p>
        </p:txBody>
      </p:sp>
      <p:sp>
        <p:nvSpPr>
          <p:cNvPr id="5" name="Espace réservé du texte 5">
            <a:extLst>
              <a:ext uri="{FF2B5EF4-FFF2-40B4-BE49-F238E27FC236}">
                <a16:creationId xmlns:a16="http://schemas.microsoft.com/office/drawing/2014/main" id="{B0504070-62C5-F362-4D05-E205BCE60ADA}"/>
              </a:ext>
            </a:extLst>
          </p:cNvPr>
          <p:cNvSpPr>
            <a:spLocks noGrp="1"/>
          </p:cNvSpPr>
          <p:nvPr>
            <p:ph type="body" sz="quarter" idx="12" hasCustomPrompt="1"/>
          </p:nvPr>
        </p:nvSpPr>
        <p:spPr>
          <a:xfrm>
            <a:off x="5508017" y="1612899"/>
            <a:ext cx="6350608" cy="4457891"/>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Tree>
    <p:extLst>
      <p:ext uri="{BB962C8B-B14F-4D97-AF65-F5344CB8AC3E}">
        <p14:creationId xmlns:p14="http://schemas.microsoft.com/office/powerpoint/2010/main" val="42276195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 Txt + Resul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731838" y="2199578"/>
            <a:ext cx="4998244" cy="3190875"/>
          </a:xfrm>
        </p:spPr>
        <p:txBody>
          <a:bodyPr/>
          <a:lstStyle/>
          <a:p>
            <a:pPr lvl="0"/>
            <a:r>
              <a:rPr lang="fr-FR" dirty="0"/>
              <a:t>Click </a:t>
            </a:r>
            <a:r>
              <a:rPr lang="fr-FR" dirty="0" err="1"/>
              <a:t>here</a:t>
            </a:r>
            <a:r>
              <a:rPr lang="fr-FR" dirty="0"/>
              <a:t> to </a:t>
            </a:r>
            <a:r>
              <a:rPr lang="fr-FR" dirty="0" err="1"/>
              <a:t>add</a:t>
            </a:r>
            <a:r>
              <a:rPr lang="fr-FR" dirty="0"/>
              <a:t> </a:t>
            </a:r>
            <a:r>
              <a:rPr lang="fr-FR" dirty="0" err="1"/>
              <a:t>your</a:t>
            </a:r>
            <a:r>
              <a:rPr lang="fr-FR" dirty="0"/>
              <a:t> 01 </a:t>
            </a:r>
            <a:r>
              <a:rPr lang="fr-FR" dirty="0" err="1"/>
              <a:t>level</a:t>
            </a:r>
            <a:r>
              <a:rPr lang="fr-FR" dirty="0"/>
              <a:t> </a:t>
            </a:r>
            <a:r>
              <a:rPr lang="fr-FR" dirty="0" err="1"/>
              <a:t>text</a:t>
            </a:r>
            <a:endParaRPr lang="fr-FR" dirty="0"/>
          </a:p>
          <a:p>
            <a:pPr lvl="1"/>
            <a:r>
              <a:rPr lang="fr-FR" dirty="0"/>
              <a:t>Click </a:t>
            </a:r>
            <a:r>
              <a:rPr lang="fr-FR" dirty="0" err="1"/>
              <a:t>here</a:t>
            </a:r>
            <a:r>
              <a:rPr lang="fr-FR" dirty="0"/>
              <a:t> to </a:t>
            </a:r>
            <a:r>
              <a:rPr lang="fr-FR" dirty="0" err="1"/>
              <a:t>add</a:t>
            </a:r>
            <a:r>
              <a:rPr lang="fr-FR" dirty="0"/>
              <a:t> </a:t>
            </a:r>
            <a:r>
              <a:rPr lang="fr-FR" dirty="0" err="1"/>
              <a:t>your</a:t>
            </a:r>
            <a:r>
              <a:rPr lang="fr-FR" dirty="0"/>
              <a:t> 02 </a:t>
            </a:r>
            <a:r>
              <a:rPr lang="fr-FR" dirty="0" err="1"/>
              <a:t>level</a:t>
            </a:r>
            <a:r>
              <a:rPr lang="fr-FR" dirty="0"/>
              <a:t> </a:t>
            </a:r>
            <a:r>
              <a:rPr lang="fr-FR" dirty="0" err="1"/>
              <a:t>text</a:t>
            </a:r>
            <a:endParaRPr lang="fr-FR" dirty="0"/>
          </a:p>
          <a:p>
            <a:pPr lvl="2"/>
            <a:r>
              <a:rPr lang="fr-FR" dirty="0"/>
              <a:t>Click </a:t>
            </a:r>
            <a:r>
              <a:rPr lang="fr-FR" dirty="0" err="1"/>
              <a:t>here</a:t>
            </a:r>
            <a:r>
              <a:rPr lang="fr-FR" dirty="0"/>
              <a:t> to </a:t>
            </a:r>
            <a:r>
              <a:rPr lang="fr-FR" dirty="0" err="1"/>
              <a:t>add</a:t>
            </a:r>
            <a:r>
              <a:rPr lang="fr-FR" dirty="0"/>
              <a:t> </a:t>
            </a:r>
            <a:r>
              <a:rPr lang="fr-FR" dirty="0" err="1"/>
              <a:t>your</a:t>
            </a:r>
            <a:r>
              <a:rPr lang="fr-FR" dirty="0"/>
              <a:t> 03 </a:t>
            </a:r>
            <a:r>
              <a:rPr lang="fr-FR" dirty="0" err="1"/>
              <a:t>level</a:t>
            </a:r>
            <a:r>
              <a:rPr lang="fr-FR" dirty="0"/>
              <a:t> </a:t>
            </a:r>
            <a:r>
              <a:rPr lang="fr-FR" dirty="0" err="1"/>
              <a:t>text</a:t>
            </a:r>
            <a:endParaRPr lang="fr-FR" dirty="0"/>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8" name="Espace réservé du texte 5">
            <a:extLst>
              <a:ext uri="{FF2B5EF4-FFF2-40B4-BE49-F238E27FC236}">
                <a16:creationId xmlns:a16="http://schemas.microsoft.com/office/drawing/2014/main" id="{0A7F3D12-F062-4578-E630-EDA719EABED7}"/>
              </a:ext>
            </a:extLst>
          </p:cNvPr>
          <p:cNvSpPr>
            <a:spLocks noGrp="1"/>
          </p:cNvSpPr>
          <p:nvPr>
            <p:ph type="body" sz="quarter" idx="16" hasCustomPrompt="1"/>
          </p:nvPr>
        </p:nvSpPr>
        <p:spPr>
          <a:xfrm>
            <a:off x="731837" y="1420859"/>
            <a:ext cx="499824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err="1"/>
              <a:t>Title</a:t>
            </a:r>
            <a:r>
              <a:rPr lang="fr-FR" dirty="0"/>
              <a:t> </a:t>
            </a:r>
            <a:br>
              <a:rPr lang="fr-FR" dirty="0"/>
            </a:br>
            <a:r>
              <a:rPr lang="fr-FR" dirty="0"/>
              <a:t>of the section</a:t>
            </a:r>
            <a:endParaRPr lang="en-US" dirty="0"/>
          </a:p>
        </p:txBody>
      </p:sp>
      <p:sp>
        <p:nvSpPr>
          <p:cNvPr id="15" name="Espace réservé du texte 14">
            <a:extLst>
              <a:ext uri="{FF2B5EF4-FFF2-40B4-BE49-F238E27FC236}">
                <a16:creationId xmlns:a16="http://schemas.microsoft.com/office/drawing/2014/main" id="{2E1283C5-C703-3A7E-B7EE-D55CFE1A3B04}"/>
              </a:ext>
            </a:extLst>
          </p:cNvPr>
          <p:cNvSpPr>
            <a:spLocks noGrp="1"/>
          </p:cNvSpPr>
          <p:nvPr>
            <p:ph type="body" sz="quarter" idx="19" hasCustomPrompt="1"/>
          </p:nvPr>
        </p:nvSpPr>
        <p:spPr>
          <a:xfrm>
            <a:off x="731838" y="5533718"/>
            <a:ext cx="10953216" cy="609602"/>
          </a:xfrm>
          <a:custGeom>
            <a:avLst/>
            <a:gdLst>
              <a:gd name="connsiteX0" fmla="*/ 0 w 10953216"/>
              <a:gd name="connsiteY0" fmla="*/ 0 h 609602"/>
              <a:gd name="connsiteX1" fmla="*/ 2419547 w 10953216"/>
              <a:gd name="connsiteY1" fmla="*/ 0 h 609602"/>
              <a:gd name="connsiteX2" fmla="*/ 2499121 w 10953216"/>
              <a:gd name="connsiteY2" fmla="*/ 137837 h 609602"/>
              <a:gd name="connsiteX3" fmla="*/ 2578706 w 10953216"/>
              <a:gd name="connsiteY3" fmla="*/ 0 h 609602"/>
              <a:gd name="connsiteX4" fmla="*/ 8374519 w 10953216"/>
              <a:gd name="connsiteY4" fmla="*/ 0 h 609602"/>
              <a:gd name="connsiteX5" fmla="*/ 8454093 w 10953216"/>
              <a:gd name="connsiteY5" fmla="*/ 137837 h 609602"/>
              <a:gd name="connsiteX6" fmla="*/ 8533679 w 10953216"/>
              <a:gd name="connsiteY6" fmla="*/ 0 h 609602"/>
              <a:gd name="connsiteX7" fmla="*/ 10953216 w 10953216"/>
              <a:gd name="connsiteY7" fmla="*/ 0 h 609602"/>
              <a:gd name="connsiteX8" fmla="*/ 10953216 w 10953216"/>
              <a:gd name="connsiteY8" fmla="*/ 609602 h 609602"/>
              <a:gd name="connsiteX9" fmla="*/ 0 w 10953216"/>
              <a:gd name="connsiteY9" fmla="*/ 609602 h 609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53216" h="609602">
                <a:moveTo>
                  <a:pt x="0" y="0"/>
                </a:moveTo>
                <a:lnTo>
                  <a:pt x="2419547" y="0"/>
                </a:lnTo>
                <a:lnTo>
                  <a:pt x="2499121" y="137837"/>
                </a:lnTo>
                <a:lnTo>
                  <a:pt x="2578706" y="0"/>
                </a:lnTo>
                <a:lnTo>
                  <a:pt x="8374519" y="0"/>
                </a:lnTo>
                <a:lnTo>
                  <a:pt x="8454093" y="137837"/>
                </a:lnTo>
                <a:lnTo>
                  <a:pt x="8533679" y="0"/>
                </a:lnTo>
                <a:lnTo>
                  <a:pt x="10953216" y="0"/>
                </a:lnTo>
                <a:lnTo>
                  <a:pt x="10953216" y="609602"/>
                </a:lnTo>
                <a:lnTo>
                  <a:pt x="0" y="609602"/>
                </a:lnTo>
                <a:close/>
              </a:path>
            </a:pathLst>
          </a:custGeom>
          <a:solidFill>
            <a:schemeClr val="tx1"/>
          </a:solidFill>
        </p:spPr>
        <p:txBody>
          <a:bodyPr wrap="square" anchor="ctr">
            <a:noAutofit/>
          </a:bodyPr>
          <a:lstStyle>
            <a:lvl1pPr marL="0" indent="0" algn="ctr">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here to add your text</a:t>
            </a:r>
            <a:endParaRPr lang="en-US" dirty="0"/>
          </a:p>
        </p:txBody>
      </p:sp>
      <p:sp>
        <p:nvSpPr>
          <p:cNvPr id="5" name="Espace réservé du texte 5">
            <a:extLst>
              <a:ext uri="{FF2B5EF4-FFF2-40B4-BE49-F238E27FC236}">
                <a16:creationId xmlns:a16="http://schemas.microsoft.com/office/drawing/2014/main" id="{04384224-40B1-0393-9A60-98BDA6CDE951}"/>
              </a:ext>
            </a:extLst>
          </p:cNvPr>
          <p:cNvSpPr>
            <a:spLocks noGrp="1"/>
          </p:cNvSpPr>
          <p:nvPr>
            <p:ph type="body" sz="quarter" idx="20" hasCustomPrompt="1"/>
          </p:nvPr>
        </p:nvSpPr>
        <p:spPr>
          <a:xfrm>
            <a:off x="6686810" y="2199578"/>
            <a:ext cx="4998244" cy="3190875"/>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
        <p:nvSpPr>
          <p:cNvPr id="9" name="Espace réservé du texte 5">
            <a:extLst>
              <a:ext uri="{FF2B5EF4-FFF2-40B4-BE49-F238E27FC236}">
                <a16:creationId xmlns:a16="http://schemas.microsoft.com/office/drawing/2014/main" id="{C7C944A3-2DFD-484E-2F2F-015FD9D97CD5}"/>
              </a:ext>
            </a:extLst>
          </p:cNvPr>
          <p:cNvSpPr>
            <a:spLocks noGrp="1"/>
          </p:cNvSpPr>
          <p:nvPr>
            <p:ph type="body" sz="quarter" idx="21" hasCustomPrompt="1"/>
          </p:nvPr>
        </p:nvSpPr>
        <p:spPr>
          <a:xfrm>
            <a:off x="6686810" y="1420858"/>
            <a:ext cx="499824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Tree>
    <p:extLst>
      <p:ext uri="{BB962C8B-B14F-4D97-AF65-F5344CB8AC3E}">
        <p14:creationId xmlns:p14="http://schemas.microsoft.com/office/powerpoint/2010/main" val="37724503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3 Txt + Resul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731838" y="2199578"/>
            <a:ext cx="3312054" cy="3190875"/>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5" name="Espace réservé du texte 5">
            <a:extLst>
              <a:ext uri="{FF2B5EF4-FFF2-40B4-BE49-F238E27FC236}">
                <a16:creationId xmlns:a16="http://schemas.microsoft.com/office/drawing/2014/main" id="{27AC9D12-4F73-202B-51BC-9B0108C899E0}"/>
              </a:ext>
            </a:extLst>
          </p:cNvPr>
          <p:cNvSpPr>
            <a:spLocks noGrp="1"/>
          </p:cNvSpPr>
          <p:nvPr>
            <p:ph type="body" sz="quarter" idx="14" hasCustomPrompt="1"/>
          </p:nvPr>
        </p:nvSpPr>
        <p:spPr>
          <a:xfrm>
            <a:off x="4551891" y="2199578"/>
            <a:ext cx="3312053" cy="3190875"/>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
        <p:nvSpPr>
          <p:cNvPr id="12" name="Espace réservé du texte 5">
            <a:extLst>
              <a:ext uri="{FF2B5EF4-FFF2-40B4-BE49-F238E27FC236}">
                <a16:creationId xmlns:a16="http://schemas.microsoft.com/office/drawing/2014/main" id="{EB2F4915-4E34-86B5-4420-67A1115B31BF}"/>
              </a:ext>
            </a:extLst>
          </p:cNvPr>
          <p:cNvSpPr>
            <a:spLocks noGrp="1"/>
          </p:cNvSpPr>
          <p:nvPr>
            <p:ph type="body" sz="quarter" idx="15" hasCustomPrompt="1"/>
          </p:nvPr>
        </p:nvSpPr>
        <p:spPr>
          <a:xfrm>
            <a:off x="8373003" y="2199578"/>
            <a:ext cx="3312053" cy="3190875"/>
          </a:xfrm>
        </p:spPr>
        <p:txBody>
          <a:bodyPr/>
          <a:lstStyle/>
          <a:p>
            <a:pPr lvl="0"/>
            <a:r>
              <a:rPr lang="fr-FR"/>
              <a:t>Click here to add your 01 level text</a:t>
            </a:r>
          </a:p>
          <a:p>
            <a:pPr lvl="1"/>
            <a:r>
              <a:rPr lang="fr-FR"/>
              <a:t>Click here to add your 02 level text</a:t>
            </a:r>
          </a:p>
          <a:p>
            <a:pPr lvl="2"/>
            <a:r>
              <a:rPr lang="fr-FR"/>
              <a:t>Click here to add your 03 level text</a:t>
            </a:r>
          </a:p>
        </p:txBody>
      </p:sp>
      <p:sp>
        <p:nvSpPr>
          <p:cNvPr id="8" name="Espace réservé du texte 5">
            <a:extLst>
              <a:ext uri="{FF2B5EF4-FFF2-40B4-BE49-F238E27FC236}">
                <a16:creationId xmlns:a16="http://schemas.microsoft.com/office/drawing/2014/main" id="{0A7F3D12-F062-4578-E630-EDA719EABED7}"/>
              </a:ext>
            </a:extLst>
          </p:cNvPr>
          <p:cNvSpPr>
            <a:spLocks noGrp="1"/>
          </p:cNvSpPr>
          <p:nvPr>
            <p:ph type="body" sz="quarter" idx="16" hasCustomPrompt="1"/>
          </p:nvPr>
        </p:nvSpPr>
        <p:spPr>
          <a:xfrm>
            <a:off x="731838" y="1420858"/>
            <a:ext cx="331205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9" name="Espace réservé du texte 5">
            <a:extLst>
              <a:ext uri="{FF2B5EF4-FFF2-40B4-BE49-F238E27FC236}">
                <a16:creationId xmlns:a16="http://schemas.microsoft.com/office/drawing/2014/main" id="{D817E342-F5A1-C116-DD0F-36ADE0EA8D79}"/>
              </a:ext>
            </a:extLst>
          </p:cNvPr>
          <p:cNvSpPr>
            <a:spLocks noGrp="1"/>
          </p:cNvSpPr>
          <p:nvPr>
            <p:ph type="body" sz="quarter" idx="17" hasCustomPrompt="1"/>
          </p:nvPr>
        </p:nvSpPr>
        <p:spPr>
          <a:xfrm>
            <a:off x="4551891" y="1420858"/>
            <a:ext cx="3312053"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10" name="Espace réservé du texte 5">
            <a:extLst>
              <a:ext uri="{FF2B5EF4-FFF2-40B4-BE49-F238E27FC236}">
                <a16:creationId xmlns:a16="http://schemas.microsoft.com/office/drawing/2014/main" id="{A1622C56-9A64-5BCC-6AAC-CBB27FCB2374}"/>
              </a:ext>
            </a:extLst>
          </p:cNvPr>
          <p:cNvSpPr>
            <a:spLocks noGrp="1"/>
          </p:cNvSpPr>
          <p:nvPr>
            <p:ph type="body" sz="quarter" idx="18" hasCustomPrompt="1"/>
          </p:nvPr>
        </p:nvSpPr>
        <p:spPr>
          <a:xfrm>
            <a:off x="8373003" y="1420858"/>
            <a:ext cx="3312053"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22" name="Espace réservé du texte 21">
            <a:extLst>
              <a:ext uri="{FF2B5EF4-FFF2-40B4-BE49-F238E27FC236}">
                <a16:creationId xmlns:a16="http://schemas.microsoft.com/office/drawing/2014/main" id="{F7CDD51B-82B1-A399-C562-9E6D13BFAE0E}"/>
              </a:ext>
            </a:extLst>
          </p:cNvPr>
          <p:cNvSpPr>
            <a:spLocks noGrp="1"/>
          </p:cNvSpPr>
          <p:nvPr>
            <p:ph type="body" sz="quarter" idx="19" hasCustomPrompt="1"/>
          </p:nvPr>
        </p:nvSpPr>
        <p:spPr>
          <a:xfrm>
            <a:off x="731838" y="5533720"/>
            <a:ext cx="10953218" cy="609601"/>
          </a:xfrm>
          <a:custGeom>
            <a:avLst/>
            <a:gdLst>
              <a:gd name="connsiteX0" fmla="*/ 0 w 10953218"/>
              <a:gd name="connsiteY0" fmla="*/ 0 h 609601"/>
              <a:gd name="connsiteX1" fmla="*/ 1585092 w 10953218"/>
              <a:gd name="connsiteY1" fmla="*/ 0 h 609601"/>
              <a:gd name="connsiteX2" fmla="*/ 1617592 w 10953218"/>
              <a:gd name="connsiteY2" fmla="*/ 56288 h 609601"/>
              <a:gd name="connsiteX3" fmla="*/ 1656028 w 10953218"/>
              <a:gd name="connsiteY3" fmla="*/ 122867 h 609601"/>
              <a:gd name="connsiteX4" fmla="*/ 1694470 w 10953218"/>
              <a:gd name="connsiteY4" fmla="*/ 56288 h 609601"/>
              <a:gd name="connsiteX5" fmla="*/ 1726965 w 10953218"/>
              <a:gd name="connsiteY5" fmla="*/ 0 h 609601"/>
              <a:gd name="connsiteX6" fmla="*/ 5517064 w 10953218"/>
              <a:gd name="connsiteY6" fmla="*/ 0 h 609601"/>
              <a:gd name="connsiteX7" fmla="*/ 5549563 w 10953218"/>
              <a:gd name="connsiteY7" fmla="*/ 56288 h 609601"/>
              <a:gd name="connsiteX8" fmla="*/ 5588000 w 10953218"/>
              <a:gd name="connsiteY8" fmla="*/ 122867 h 609601"/>
              <a:gd name="connsiteX9" fmla="*/ 5626442 w 10953218"/>
              <a:gd name="connsiteY9" fmla="*/ 56288 h 609601"/>
              <a:gd name="connsiteX10" fmla="*/ 5658937 w 10953218"/>
              <a:gd name="connsiteY10" fmla="*/ 0 h 609601"/>
              <a:gd name="connsiteX11" fmla="*/ 9226255 w 10953218"/>
              <a:gd name="connsiteY11" fmla="*/ 0 h 609601"/>
              <a:gd name="connsiteX12" fmla="*/ 9258755 w 10953218"/>
              <a:gd name="connsiteY12" fmla="*/ 56288 h 609601"/>
              <a:gd name="connsiteX13" fmla="*/ 9297191 w 10953218"/>
              <a:gd name="connsiteY13" fmla="*/ 122867 h 609601"/>
              <a:gd name="connsiteX14" fmla="*/ 9335634 w 10953218"/>
              <a:gd name="connsiteY14" fmla="*/ 56288 h 609601"/>
              <a:gd name="connsiteX15" fmla="*/ 9368128 w 10953218"/>
              <a:gd name="connsiteY15" fmla="*/ 0 h 609601"/>
              <a:gd name="connsiteX16" fmla="*/ 10953218 w 10953218"/>
              <a:gd name="connsiteY16" fmla="*/ 0 h 609601"/>
              <a:gd name="connsiteX17" fmla="*/ 10953218 w 10953218"/>
              <a:gd name="connsiteY17" fmla="*/ 609601 h 609601"/>
              <a:gd name="connsiteX18" fmla="*/ 0 w 10953218"/>
              <a:gd name="connsiteY18" fmla="*/ 609601 h 60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53218" h="609601">
                <a:moveTo>
                  <a:pt x="0" y="0"/>
                </a:moveTo>
                <a:lnTo>
                  <a:pt x="1585092" y="0"/>
                </a:lnTo>
                <a:lnTo>
                  <a:pt x="1617592" y="56288"/>
                </a:lnTo>
                <a:lnTo>
                  <a:pt x="1656028" y="122867"/>
                </a:lnTo>
                <a:lnTo>
                  <a:pt x="1694470" y="56288"/>
                </a:lnTo>
                <a:lnTo>
                  <a:pt x="1726965" y="0"/>
                </a:lnTo>
                <a:lnTo>
                  <a:pt x="5517064" y="0"/>
                </a:lnTo>
                <a:lnTo>
                  <a:pt x="5549563" y="56288"/>
                </a:lnTo>
                <a:lnTo>
                  <a:pt x="5588000" y="122867"/>
                </a:lnTo>
                <a:lnTo>
                  <a:pt x="5626442" y="56288"/>
                </a:lnTo>
                <a:lnTo>
                  <a:pt x="5658937" y="0"/>
                </a:lnTo>
                <a:lnTo>
                  <a:pt x="9226255" y="0"/>
                </a:lnTo>
                <a:lnTo>
                  <a:pt x="9258755" y="56288"/>
                </a:lnTo>
                <a:lnTo>
                  <a:pt x="9297191" y="122867"/>
                </a:lnTo>
                <a:lnTo>
                  <a:pt x="9335634" y="56288"/>
                </a:lnTo>
                <a:lnTo>
                  <a:pt x="9368128" y="0"/>
                </a:lnTo>
                <a:lnTo>
                  <a:pt x="10953218" y="0"/>
                </a:lnTo>
                <a:lnTo>
                  <a:pt x="10953218" y="609601"/>
                </a:lnTo>
                <a:lnTo>
                  <a:pt x="0" y="609601"/>
                </a:lnTo>
                <a:close/>
              </a:path>
            </a:pathLst>
          </a:custGeom>
          <a:solidFill>
            <a:schemeClr val="tx1"/>
          </a:solidFill>
        </p:spPr>
        <p:txBody>
          <a:bodyPr wrap="square" anchor="ctr">
            <a:noAutofit/>
          </a:bodyPr>
          <a:lstStyle>
            <a:lvl1pPr marL="0" indent="0" algn="ctr">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here to add your text</a:t>
            </a:r>
            <a:endParaRPr lang="en-US" dirty="0"/>
          </a:p>
        </p:txBody>
      </p:sp>
    </p:spTree>
    <p:extLst>
      <p:ext uri="{BB962C8B-B14F-4D97-AF65-F5344CB8AC3E}">
        <p14:creationId xmlns:p14="http://schemas.microsoft.com/office/powerpoint/2010/main" val="39214222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4 Txt + Resul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731838" y="2199578"/>
            <a:ext cx="2358094" cy="3190875"/>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8" name="Espace réservé du texte 5">
            <a:extLst>
              <a:ext uri="{FF2B5EF4-FFF2-40B4-BE49-F238E27FC236}">
                <a16:creationId xmlns:a16="http://schemas.microsoft.com/office/drawing/2014/main" id="{0A7F3D12-F062-4578-E630-EDA719EABED7}"/>
              </a:ext>
            </a:extLst>
          </p:cNvPr>
          <p:cNvSpPr>
            <a:spLocks noGrp="1"/>
          </p:cNvSpPr>
          <p:nvPr>
            <p:ph type="body" sz="quarter" idx="16" hasCustomPrompt="1"/>
          </p:nvPr>
        </p:nvSpPr>
        <p:spPr>
          <a:xfrm>
            <a:off x="731838" y="1420858"/>
            <a:ext cx="2358094" cy="661308"/>
          </a:xfrm>
          <a:solidFill>
            <a:schemeClr val="tx1"/>
          </a:solidFill>
        </p:spPr>
        <p:txBody>
          <a:bodyPr wrap="square"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14" name="Espace réservé du texte 13">
            <a:extLst>
              <a:ext uri="{FF2B5EF4-FFF2-40B4-BE49-F238E27FC236}">
                <a16:creationId xmlns:a16="http://schemas.microsoft.com/office/drawing/2014/main" id="{656373DF-249D-553B-8122-04756271BC6A}"/>
              </a:ext>
            </a:extLst>
          </p:cNvPr>
          <p:cNvSpPr>
            <a:spLocks noGrp="1"/>
          </p:cNvSpPr>
          <p:nvPr>
            <p:ph type="body" sz="quarter" idx="19" hasCustomPrompt="1"/>
          </p:nvPr>
        </p:nvSpPr>
        <p:spPr>
          <a:xfrm>
            <a:off x="731838" y="5533718"/>
            <a:ext cx="10953216" cy="609602"/>
          </a:xfrm>
          <a:custGeom>
            <a:avLst/>
            <a:gdLst>
              <a:gd name="connsiteX0" fmla="*/ 0 w 10953216"/>
              <a:gd name="connsiteY0" fmla="*/ 0 h 609602"/>
              <a:gd name="connsiteX1" fmla="*/ 1106156 w 10953216"/>
              <a:gd name="connsiteY1" fmla="*/ 0 h 609602"/>
              <a:gd name="connsiteX2" fmla="*/ 1179046 w 10953216"/>
              <a:gd name="connsiteY2" fmla="*/ 126260 h 609602"/>
              <a:gd name="connsiteX3" fmla="*/ 1251948 w 10953216"/>
              <a:gd name="connsiteY3" fmla="*/ 0 h 609602"/>
              <a:gd name="connsiteX4" fmla="*/ 3971198 w 10953216"/>
              <a:gd name="connsiteY4" fmla="*/ 0 h 609602"/>
              <a:gd name="connsiteX5" fmla="*/ 4044088 w 10953216"/>
              <a:gd name="connsiteY5" fmla="*/ 126260 h 609602"/>
              <a:gd name="connsiteX6" fmla="*/ 4116990 w 10953216"/>
              <a:gd name="connsiteY6" fmla="*/ 0 h 609602"/>
              <a:gd name="connsiteX7" fmla="*/ 6836238 w 10953216"/>
              <a:gd name="connsiteY7" fmla="*/ 0 h 609602"/>
              <a:gd name="connsiteX8" fmla="*/ 6909128 w 10953216"/>
              <a:gd name="connsiteY8" fmla="*/ 126260 h 609602"/>
              <a:gd name="connsiteX9" fmla="*/ 6982030 w 10953216"/>
              <a:gd name="connsiteY9" fmla="*/ 0 h 609602"/>
              <a:gd name="connsiteX10" fmla="*/ 9701279 w 10953216"/>
              <a:gd name="connsiteY10" fmla="*/ 0 h 609602"/>
              <a:gd name="connsiteX11" fmla="*/ 9774169 w 10953216"/>
              <a:gd name="connsiteY11" fmla="*/ 126260 h 609602"/>
              <a:gd name="connsiteX12" fmla="*/ 9847070 w 10953216"/>
              <a:gd name="connsiteY12" fmla="*/ 0 h 609602"/>
              <a:gd name="connsiteX13" fmla="*/ 10953216 w 10953216"/>
              <a:gd name="connsiteY13" fmla="*/ 0 h 609602"/>
              <a:gd name="connsiteX14" fmla="*/ 10953216 w 10953216"/>
              <a:gd name="connsiteY14" fmla="*/ 609602 h 609602"/>
              <a:gd name="connsiteX15" fmla="*/ 0 w 10953216"/>
              <a:gd name="connsiteY15" fmla="*/ 609602 h 609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53216" h="609602">
                <a:moveTo>
                  <a:pt x="0" y="0"/>
                </a:moveTo>
                <a:lnTo>
                  <a:pt x="1106156" y="0"/>
                </a:lnTo>
                <a:lnTo>
                  <a:pt x="1179046" y="126260"/>
                </a:lnTo>
                <a:lnTo>
                  <a:pt x="1251948" y="0"/>
                </a:lnTo>
                <a:lnTo>
                  <a:pt x="3971198" y="0"/>
                </a:lnTo>
                <a:lnTo>
                  <a:pt x="4044088" y="126260"/>
                </a:lnTo>
                <a:lnTo>
                  <a:pt x="4116990" y="0"/>
                </a:lnTo>
                <a:lnTo>
                  <a:pt x="6836238" y="0"/>
                </a:lnTo>
                <a:lnTo>
                  <a:pt x="6909128" y="126260"/>
                </a:lnTo>
                <a:lnTo>
                  <a:pt x="6982030" y="0"/>
                </a:lnTo>
                <a:lnTo>
                  <a:pt x="9701279" y="0"/>
                </a:lnTo>
                <a:lnTo>
                  <a:pt x="9774169" y="126260"/>
                </a:lnTo>
                <a:lnTo>
                  <a:pt x="9847070" y="0"/>
                </a:lnTo>
                <a:lnTo>
                  <a:pt x="10953216" y="0"/>
                </a:lnTo>
                <a:lnTo>
                  <a:pt x="10953216" y="609602"/>
                </a:lnTo>
                <a:lnTo>
                  <a:pt x="0" y="609602"/>
                </a:lnTo>
                <a:close/>
              </a:path>
            </a:pathLst>
          </a:custGeom>
          <a:solidFill>
            <a:schemeClr val="tx1"/>
          </a:solidFill>
        </p:spPr>
        <p:txBody>
          <a:bodyPr wrap="square" anchor="ctr">
            <a:noAutofit/>
          </a:bodyPr>
          <a:lstStyle>
            <a:lvl1pPr marL="0" indent="0" algn="ctr">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here to add your text</a:t>
            </a:r>
            <a:endParaRPr lang="en-US" dirty="0"/>
          </a:p>
        </p:txBody>
      </p:sp>
      <p:sp>
        <p:nvSpPr>
          <p:cNvPr id="15" name="Espace réservé du texte 5">
            <a:extLst>
              <a:ext uri="{FF2B5EF4-FFF2-40B4-BE49-F238E27FC236}">
                <a16:creationId xmlns:a16="http://schemas.microsoft.com/office/drawing/2014/main" id="{AECC97D7-9B12-3525-3596-38DEACF9B5D6}"/>
              </a:ext>
            </a:extLst>
          </p:cNvPr>
          <p:cNvSpPr>
            <a:spLocks noGrp="1"/>
          </p:cNvSpPr>
          <p:nvPr>
            <p:ph type="body" sz="quarter" idx="20" hasCustomPrompt="1"/>
          </p:nvPr>
        </p:nvSpPr>
        <p:spPr>
          <a:xfrm>
            <a:off x="3596879" y="2199578"/>
            <a:ext cx="2358094" cy="3190875"/>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16" name="Espace réservé du texte 5">
            <a:extLst>
              <a:ext uri="{FF2B5EF4-FFF2-40B4-BE49-F238E27FC236}">
                <a16:creationId xmlns:a16="http://schemas.microsoft.com/office/drawing/2014/main" id="{03819B19-66C4-36FF-0125-738E4EAA210A}"/>
              </a:ext>
            </a:extLst>
          </p:cNvPr>
          <p:cNvSpPr>
            <a:spLocks noGrp="1"/>
          </p:cNvSpPr>
          <p:nvPr>
            <p:ph type="body" sz="quarter" idx="21" hasCustomPrompt="1"/>
          </p:nvPr>
        </p:nvSpPr>
        <p:spPr>
          <a:xfrm>
            <a:off x="3596879" y="1420858"/>
            <a:ext cx="2358094" cy="661308"/>
          </a:xfrm>
          <a:solidFill>
            <a:schemeClr val="tx1"/>
          </a:solidFill>
        </p:spPr>
        <p:txBody>
          <a:bodyPr wrap="square"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17" name="Espace réservé du texte 5">
            <a:extLst>
              <a:ext uri="{FF2B5EF4-FFF2-40B4-BE49-F238E27FC236}">
                <a16:creationId xmlns:a16="http://schemas.microsoft.com/office/drawing/2014/main" id="{37E7C91D-A4D9-058C-FA1F-ECE9FFBBE872}"/>
              </a:ext>
            </a:extLst>
          </p:cNvPr>
          <p:cNvSpPr>
            <a:spLocks noGrp="1"/>
          </p:cNvSpPr>
          <p:nvPr>
            <p:ph type="body" sz="quarter" idx="22" hasCustomPrompt="1"/>
          </p:nvPr>
        </p:nvSpPr>
        <p:spPr>
          <a:xfrm>
            <a:off x="6461919" y="2199578"/>
            <a:ext cx="2358094" cy="3190875"/>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19" name="Espace réservé du texte 5">
            <a:extLst>
              <a:ext uri="{FF2B5EF4-FFF2-40B4-BE49-F238E27FC236}">
                <a16:creationId xmlns:a16="http://schemas.microsoft.com/office/drawing/2014/main" id="{9642EE79-61FF-7211-888D-345F97A0D8A6}"/>
              </a:ext>
            </a:extLst>
          </p:cNvPr>
          <p:cNvSpPr>
            <a:spLocks noGrp="1"/>
          </p:cNvSpPr>
          <p:nvPr>
            <p:ph type="body" sz="quarter" idx="23" hasCustomPrompt="1"/>
          </p:nvPr>
        </p:nvSpPr>
        <p:spPr>
          <a:xfrm>
            <a:off x="6461919" y="1420858"/>
            <a:ext cx="2358094" cy="661308"/>
          </a:xfrm>
          <a:solidFill>
            <a:schemeClr val="tx1"/>
          </a:solidFill>
        </p:spPr>
        <p:txBody>
          <a:bodyPr wrap="square"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20" name="Espace réservé du texte 5">
            <a:extLst>
              <a:ext uri="{FF2B5EF4-FFF2-40B4-BE49-F238E27FC236}">
                <a16:creationId xmlns:a16="http://schemas.microsoft.com/office/drawing/2014/main" id="{87B913BF-ED27-6A96-8AB3-FA783DEB5E30}"/>
              </a:ext>
            </a:extLst>
          </p:cNvPr>
          <p:cNvSpPr>
            <a:spLocks noGrp="1"/>
          </p:cNvSpPr>
          <p:nvPr>
            <p:ph type="body" sz="quarter" idx="24" hasCustomPrompt="1"/>
          </p:nvPr>
        </p:nvSpPr>
        <p:spPr>
          <a:xfrm>
            <a:off x="9326960" y="2199578"/>
            <a:ext cx="2358094" cy="3190875"/>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21" name="Espace réservé du texte 5">
            <a:extLst>
              <a:ext uri="{FF2B5EF4-FFF2-40B4-BE49-F238E27FC236}">
                <a16:creationId xmlns:a16="http://schemas.microsoft.com/office/drawing/2014/main" id="{A939348B-DD65-C1E3-B01D-FB455202AEC6}"/>
              </a:ext>
            </a:extLst>
          </p:cNvPr>
          <p:cNvSpPr>
            <a:spLocks noGrp="1"/>
          </p:cNvSpPr>
          <p:nvPr>
            <p:ph type="body" sz="quarter" idx="25" hasCustomPrompt="1"/>
          </p:nvPr>
        </p:nvSpPr>
        <p:spPr>
          <a:xfrm>
            <a:off x="9326960" y="1420858"/>
            <a:ext cx="2358094" cy="661308"/>
          </a:xfrm>
          <a:solidFill>
            <a:schemeClr val="tx1"/>
          </a:solidFill>
        </p:spPr>
        <p:txBody>
          <a:bodyPr wrap="square"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Tree>
    <p:extLst>
      <p:ext uri="{BB962C8B-B14F-4D97-AF65-F5344CB8AC3E}">
        <p14:creationId xmlns:p14="http://schemas.microsoft.com/office/powerpoint/2010/main" val="25348592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4 Txt sectio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731838" y="2199578"/>
            <a:ext cx="2358094" cy="3190875"/>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8" name="Espace réservé du texte 5">
            <a:extLst>
              <a:ext uri="{FF2B5EF4-FFF2-40B4-BE49-F238E27FC236}">
                <a16:creationId xmlns:a16="http://schemas.microsoft.com/office/drawing/2014/main" id="{0A7F3D12-F062-4578-E630-EDA719EABED7}"/>
              </a:ext>
            </a:extLst>
          </p:cNvPr>
          <p:cNvSpPr>
            <a:spLocks noGrp="1"/>
          </p:cNvSpPr>
          <p:nvPr>
            <p:ph type="body" sz="quarter" idx="16" hasCustomPrompt="1"/>
          </p:nvPr>
        </p:nvSpPr>
        <p:spPr>
          <a:xfrm>
            <a:off x="731838" y="1420858"/>
            <a:ext cx="2358094" cy="661308"/>
          </a:xfrm>
          <a:solidFill>
            <a:schemeClr val="tx1"/>
          </a:solidFill>
        </p:spPr>
        <p:txBody>
          <a:bodyPr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Picto or text</a:t>
            </a:r>
            <a:endParaRPr lang="en-US" dirty="0"/>
          </a:p>
        </p:txBody>
      </p:sp>
      <p:sp>
        <p:nvSpPr>
          <p:cNvPr id="15" name="Espace réservé du texte 5">
            <a:extLst>
              <a:ext uri="{FF2B5EF4-FFF2-40B4-BE49-F238E27FC236}">
                <a16:creationId xmlns:a16="http://schemas.microsoft.com/office/drawing/2014/main" id="{AECC97D7-9B12-3525-3596-38DEACF9B5D6}"/>
              </a:ext>
            </a:extLst>
          </p:cNvPr>
          <p:cNvSpPr>
            <a:spLocks noGrp="1"/>
          </p:cNvSpPr>
          <p:nvPr>
            <p:ph type="body" sz="quarter" idx="20" hasCustomPrompt="1"/>
          </p:nvPr>
        </p:nvSpPr>
        <p:spPr>
          <a:xfrm>
            <a:off x="3596879" y="2199578"/>
            <a:ext cx="2358094" cy="3190875"/>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16" name="Espace réservé du texte 5">
            <a:extLst>
              <a:ext uri="{FF2B5EF4-FFF2-40B4-BE49-F238E27FC236}">
                <a16:creationId xmlns:a16="http://schemas.microsoft.com/office/drawing/2014/main" id="{03819B19-66C4-36FF-0125-738E4EAA210A}"/>
              </a:ext>
            </a:extLst>
          </p:cNvPr>
          <p:cNvSpPr>
            <a:spLocks noGrp="1"/>
          </p:cNvSpPr>
          <p:nvPr>
            <p:ph type="body" sz="quarter" idx="21" hasCustomPrompt="1"/>
          </p:nvPr>
        </p:nvSpPr>
        <p:spPr>
          <a:xfrm>
            <a:off x="3596879" y="1420858"/>
            <a:ext cx="2358094" cy="661308"/>
          </a:xfrm>
          <a:solidFill>
            <a:schemeClr val="tx1"/>
          </a:solidFill>
        </p:spPr>
        <p:txBody>
          <a:bodyPr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Picto or text</a:t>
            </a:r>
            <a:endParaRPr lang="en-US" dirty="0"/>
          </a:p>
        </p:txBody>
      </p:sp>
      <p:sp>
        <p:nvSpPr>
          <p:cNvPr id="17" name="Espace réservé du texte 5">
            <a:extLst>
              <a:ext uri="{FF2B5EF4-FFF2-40B4-BE49-F238E27FC236}">
                <a16:creationId xmlns:a16="http://schemas.microsoft.com/office/drawing/2014/main" id="{37E7C91D-A4D9-058C-FA1F-ECE9FFBBE872}"/>
              </a:ext>
            </a:extLst>
          </p:cNvPr>
          <p:cNvSpPr>
            <a:spLocks noGrp="1"/>
          </p:cNvSpPr>
          <p:nvPr>
            <p:ph type="body" sz="quarter" idx="22" hasCustomPrompt="1"/>
          </p:nvPr>
        </p:nvSpPr>
        <p:spPr>
          <a:xfrm>
            <a:off x="6461919" y="2199578"/>
            <a:ext cx="2358094" cy="3190875"/>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19" name="Espace réservé du texte 5">
            <a:extLst>
              <a:ext uri="{FF2B5EF4-FFF2-40B4-BE49-F238E27FC236}">
                <a16:creationId xmlns:a16="http://schemas.microsoft.com/office/drawing/2014/main" id="{9642EE79-61FF-7211-888D-345F97A0D8A6}"/>
              </a:ext>
            </a:extLst>
          </p:cNvPr>
          <p:cNvSpPr>
            <a:spLocks noGrp="1"/>
          </p:cNvSpPr>
          <p:nvPr>
            <p:ph type="body" sz="quarter" idx="23" hasCustomPrompt="1"/>
          </p:nvPr>
        </p:nvSpPr>
        <p:spPr>
          <a:xfrm>
            <a:off x="6461919" y="1420858"/>
            <a:ext cx="2358094" cy="661308"/>
          </a:xfrm>
          <a:solidFill>
            <a:schemeClr val="tx1"/>
          </a:solidFill>
        </p:spPr>
        <p:txBody>
          <a:bodyPr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Picto or text</a:t>
            </a:r>
            <a:endParaRPr lang="en-US" dirty="0"/>
          </a:p>
        </p:txBody>
      </p:sp>
      <p:sp>
        <p:nvSpPr>
          <p:cNvPr id="20" name="Espace réservé du texte 5">
            <a:extLst>
              <a:ext uri="{FF2B5EF4-FFF2-40B4-BE49-F238E27FC236}">
                <a16:creationId xmlns:a16="http://schemas.microsoft.com/office/drawing/2014/main" id="{87B913BF-ED27-6A96-8AB3-FA783DEB5E30}"/>
              </a:ext>
            </a:extLst>
          </p:cNvPr>
          <p:cNvSpPr>
            <a:spLocks noGrp="1"/>
          </p:cNvSpPr>
          <p:nvPr>
            <p:ph type="body" sz="quarter" idx="24" hasCustomPrompt="1"/>
          </p:nvPr>
        </p:nvSpPr>
        <p:spPr>
          <a:xfrm>
            <a:off x="9326960" y="2199578"/>
            <a:ext cx="2358094" cy="3190875"/>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21" name="Espace réservé du texte 5">
            <a:extLst>
              <a:ext uri="{FF2B5EF4-FFF2-40B4-BE49-F238E27FC236}">
                <a16:creationId xmlns:a16="http://schemas.microsoft.com/office/drawing/2014/main" id="{A939348B-DD65-C1E3-B01D-FB455202AEC6}"/>
              </a:ext>
            </a:extLst>
          </p:cNvPr>
          <p:cNvSpPr>
            <a:spLocks noGrp="1"/>
          </p:cNvSpPr>
          <p:nvPr>
            <p:ph type="body" sz="quarter" idx="25" hasCustomPrompt="1"/>
          </p:nvPr>
        </p:nvSpPr>
        <p:spPr>
          <a:xfrm>
            <a:off x="9326960" y="1420858"/>
            <a:ext cx="2358094" cy="661308"/>
          </a:xfrm>
          <a:solidFill>
            <a:schemeClr val="tx1"/>
          </a:solidFill>
        </p:spPr>
        <p:txBody>
          <a:bodyPr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Picto or text</a:t>
            </a:r>
            <a:endParaRPr lang="en-US" dirty="0"/>
          </a:p>
        </p:txBody>
      </p:sp>
      <p:sp>
        <p:nvSpPr>
          <p:cNvPr id="5" name="Espace réservé du texte 5">
            <a:extLst>
              <a:ext uri="{FF2B5EF4-FFF2-40B4-BE49-F238E27FC236}">
                <a16:creationId xmlns:a16="http://schemas.microsoft.com/office/drawing/2014/main" id="{EB1F36B2-F7E6-42B5-9413-81B9A8680573}"/>
              </a:ext>
            </a:extLst>
          </p:cNvPr>
          <p:cNvSpPr>
            <a:spLocks noGrp="1"/>
          </p:cNvSpPr>
          <p:nvPr>
            <p:ph type="body" sz="quarter" idx="26" hasCustomPrompt="1"/>
          </p:nvPr>
        </p:nvSpPr>
        <p:spPr>
          <a:xfrm>
            <a:off x="731838" y="5537605"/>
            <a:ext cx="2358094" cy="367005"/>
          </a:xfrm>
          <a:solidFill>
            <a:schemeClr val="tx1"/>
          </a:solidFill>
        </p:spPr>
        <p:txBody>
          <a:bodyPr wrap="square" lIns="0" tIns="72000" rIns="108000" bIns="72000" anchor="ctr">
            <a:spAutoFit/>
          </a:bodyPr>
          <a:lstStyle>
            <a:lvl1pPr marL="0" indent="0" algn="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here</a:t>
            </a:r>
            <a:endParaRPr lang="en-US" dirty="0"/>
          </a:p>
        </p:txBody>
      </p:sp>
      <p:sp>
        <p:nvSpPr>
          <p:cNvPr id="9" name="Espace réservé du texte 5">
            <a:extLst>
              <a:ext uri="{FF2B5EF4-FFF2-40B4-BE49-F238E27FC236}">
                <a16:creationId xmlns:a16="http://schemas.microsoft.com/office/drawing/2014/main" id="{CBC1AB69-2691-5E3D-DF6A-B2521FB7263D}"/>
              </a:ext>
            </a:extLst>
          </p:cNvPr>
          <p:cNvSpPr>
            <a:spLocks noGrp="1"/>
          </p:cNvSpPr>
          <p:nvPr>
            <p:ph type="body" sz="quarter" idx="27" hasCustomPrompt="1"/>
          </p:nvPr>
        </p:nvSpPr>
        <p:spPr>
          <a:xfrm>
            <a:off x="3596879" y="5537605"/>
            <a:ext cx="2358094" cy="367005"/>
          </a:xfrm>
          <a:solidFill>
            <a:schemeClr val="tx1"/>
          </a:solidFill>
        </p:spPr>
        <p:txBody>
          <a:bodyPr wrap="square" lIns="0" tIns="72000" rIns="108000" bIns="72000" anchor="ctr">
            <a:spAutoFit/>
          </a:bodyPr>
          <a:lstStyle>
            <a:lvl1pPr marL="0" indent="0" algn="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here</a:t>
            </a:r>
            <a:endParaRPr lang="en-US" dirty="0"/>
          </a:p>
        </p:txBody>
      </p:sp>
      <p:sp>
        <p:nvSpPr>
          <p:cNvPr id="10" name="Espace réservé du texte 5">
            <a:extLst>
              <a:ext uri="{FF2B5EF4-FFF2-40B4-BE49-F238E27FC236}">
                <a16:creationId xmlns:a16="http://schemas.microsoft.com/office/drawing/2014/main" id="{FE3C84AB-22E3-6B8E-85D9-F6E4A3A72CA8}"/>
              </a:ext>
            </a:extLst>
          </p:cNvPr>
          <p:cNvSpPr>
            <a:spLocks noGrp="1"/>
          </p:cNvSpPr>
          <p:nvPr>
            <p:ph type="body" sz="quarter" idx="28" hasCustomPrompt="1"/>
          </p:nvPr>
        </p:nvSpPr>
        <p:spPr>
          <a:xfrm>
            <a:off x="6461919" y="5537605"/>
            <a:ext cx="2358094" cy="367005"/>
          </a:xfrm>
          <a:solidFill>
            <a:schemeClr val="tx1"/>
          </a:solidFill>
        </p:spPr>
        <p:txBody>
          <a:bodyPr wrap="square" lIns="0" tIns="72000" rIns="108000" bIns="72000" anchor="ctr">
            <a:spAutoFit/>
          </a:bodyPr>
          <a:lstStyle>
            <a:lvl1pPr marL="0" indent="0" algn="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here</a:t>
            </a:r>
            <a:endParaRPr lang="en-US" dirty="0"/>
          </a:p>
        </p:txBody>
      </p:sp>
      <p:sp>
        <p:nvSpPr>
          <p:cNvPr id="11" name="Espace réservé du texte 5">
            <a:extLst>
              <a:ext uri="{FF2B5EF4-FFF2-40B4-BE49-F238E27FC236}">
                <a16:creationId xmlns:a16="http://schemas.microsoft.com/office/drawing/2014/main" id="{29DCEF0F-7F3D-F030-C7E5-0196A23B04C9}"/>
              </a:ext>
            </a:extLst>
          </p:cNvPr>
          <p:cNvSpPr>
            <a:spLocks noGrp="1"/>
          </p:cNvSpPr>
          <p:nvPr>
            <p:ph type="body" sz="quarter" idx="29" hasCustomPrompt="1"/>
          </p:nvPr>
        </p:nvSpPr>
        <p:spPr>
          <a:xfrm>
            <a:off x="9326959" y="5537605"/>
            <a:ext cx="2358094" cy="367005"/>
          </a:xfrm>
          <a:solidFill>
            <a:schemeClr val="tx1"/>
          </a:solidFill>
        </p:spPr>
        <p:txBody>
          <a:bodyPr wrap="square" lIns="0" tIns="72000" rIns="108000" bIns="72000" anchor="ctr">
            <a:spAutoFit/>
          </a:bodyPr>
          <a:lstStyle>
            <a:lvl1pPr marL="0" indent="0" algn="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here</a:t>
            </a:r>
            <a:endParaRPr lang="en-US" dirty="0"/>
          </a:p>
        </p:txBody>
      </p:sp>
    </p:spTree>
    <p:extLst>
      <p:ext uri="{BB962C8B-B14F-4D97-AF65-F5344CB8AC3E}">
        <p14:creationId xmlns:p14="http://schemas.microsoft.com/office/powerpoint/2010/main" val="1764630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3 Section with Pic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731838" y="2386059"/>
            <a:ext cx="3312054" cy="290316"/>
          </a:xfrm>
        </p:spPr>
        <p:txBody>
          <a:bodyPr/>
          <a:lstStyle>
            <a:lvl1pPr marL="0" indent="0" algn="ctr">
              <a:buNone/>
              <a:defRPr/>
            </a:lvl1pPr>
          </a:lstStyle>
          <a:p>
            <a:pPr lvl="0"/>
            <a:r>
              <a:rPr lang="fr-FR"/>
              <a:t>Text of the section 01</a:t>
            </a:r>
            <a:endParaRPr lang="en-US" dirty="0"/>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16" name="Espace réservé du texte 5">
            <a:extLst>
              <a:ext uri="{FF2B5EF4-FFF2-40B4-BE49-F238E27FC236}">
                <a16:creationId xmlns:a16="http://schemas.microsoft.com/office/drawing/2014/main" id="{9AE1F24B-1DEE-6489-63CB-72FEBED72273}"/>
              </a:ext>
            </a:extLst>
          </p:cNvPr>
          <p:cNvSpPr>
            <a:spLocks noGrp="1"/>
          </p:cNvSpPr>
          <p:nvPr>
            <p:ph type="body" sz="quarter" idx="19" hasCustomPrompt="1"/>
          </p:nvPr>
        </p:nvSpPr>
        <p:spPr>
          <a:xfrm>
            <a:off x="4551890" y="2386059"/>
            <a:ext cx="3312054" cy="290316"/>
          </a:xfrm>
        </p:spPr>
        <p:txBody>
          <a:bodyPr/>
          <a:lstStyle>
            <a:lvl1pPr marL="0" indent="0" algn="ctr">
              <a:buNone/>
              <a:defRPr/>
            </a:lvl1pPr>
          </a:lstStyle>
          <a:p>
            <a:pPr lvl="0"/>
            <a:r>
              <a:rPr lang="fr-FR"/>
              <a:t>Text of the section 02</a:t>
            </a:r>
            <a:endParaRPr lang="en-US" dirty="0"/>
          </a:p>
        </p:txBody>
      </p:sp>
      <p:sp>
        <p:nvSpPr>
          <p:cNvPr id="17" name="Espace réservé du texte 5">
            <a:extLst>
              <a:ext uri="{FF2B5EF4-FFF2-40B4-BE49-F238E27FC236}">
                <a16:creationId xmlns:a16="http://schemas.microsoft.com/office/drawing/2014/main" id="{6B47C338-9EF0-96F3-AC7B-400DC5989741}"/>
              </a:ext>
            </a:extLst>
          </p:cNvPr>
          <p:cNvSpPr>
            <a:spLocks noGrp="1"/>
          </p:cNvSpPr>
          <p:nvPr>
            <p:ph type="body" sz="quarter" idx="20" hasCustomPrompt="1"/>
          </p:nvPr>
        </p:nvSpPr>
        <p:spPr>
          <a:xfrm>
            <a:off x="8373002" y="2386059"/>
            <a:ext cx="3312054" cy="290316"/>
          </a:xfrm>
        </p:spPr>
        <p:txBody>
          <a:bodyPr/>
          <a:lstStyle>
            <a:lvl1pPr marL="0" indent="0" algn="ctr">
              <a:buNone/>
              <a:defRPr/>
            </a:lvl1pPr>
          </a:lstStyle>
          <a:p>
            <a:pPr lvl="0"/>
            <a:r>
              <a:rPr lang="fr-FR"/>
              <a:t>Text of the section 03</a:t>
            </a:r>
            <a:endParaRPr lang="en-US" dirty="0"/>
          </a:p>
        </p:txBody>
      </p:sp>
      <p:sp>
        <p:nvSpPr>
          <p:cNvPr id="19" name="Espace réservé pour une image  18">
            <a:extLst>
              <a:ext uri="{FF2B5EF4-FFF2-40B4-BE49-F238E27FC236}">
                <a16:creationId xmlns:a16="http://schemas.microsoft.com/office/drawing/2014/main" id="{BF4D3845-237B-4565-BF62-67B740DFC78A}"/>
              </a:ext>
            </a:extLst>
          </p:cNvPr>
          <p:cNvSpPr>
            <a:spLocks noGrp="1"/>
          </p:cNvSpPr>
          <p:nvPr>
            <p:ph type="pic" sz="quarter" idx="21" hasCustomPrompt="1"/>
          </p:nvPr>
        </p:nvSpPr>
        <p:spPr>
          <a:xfrm>
            <a:off x="731838" y="299085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20" name="Espace réservé pour une image  18">
            <a:extLst>
              <a:ext uri="{FF2B5EF4-FFF2-40B4-BE49-F238E27FC236}">
                <a16:creationId xmlns:a16="http://schemas.microsoft.com/office/drawing/2014/main" id="{3A8CF84B-00CB-B32B-3448-098DE9D8C354}"/>
              </a:ext>
            </a:extLst>
          </p:cNvPr>
          <p:cNvSpPr>
            <a:spLocks noGrp="1"/>
          </p:cNvSpPr>
          <p:nvPr>
            <p:ph type="pic" sz="quarter" idx="22" hasCustomPrompt="1"/>
          </p:nvPr>
        </p:nvSpPr>
        <p:spPr>
          <a:xfrm>
            <a:off x="1910822" y="299085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21" name="Espace réservé pour une image  18">
            <a:extLst>
              <a:ext uri="{FF2B5EF4-FFF2-40B4-BE49-F238E27FC236}">
                <a16:creationId xmlns:a16="http://schemas.microsoft.com/office/drawing/2014/main" id="{7BB87602-8027-C865-7F90-B6A399570C4F}"/>
              </a:ext>
            </a:extLst>
          </p:cNvPr>
          <p:cNvSpPr>
            <a:spLocks noGrp="1"/>
          </p:cNvSpPr>
          <p:nvPr>
            <p:ph type="pic" sz="quarter" idx="23" hasCustomPrompt="1"/>
          </p:nvPr>
        </p:nvSpPr>
        <p:spPr>
          <a:xfrm>
            <a:off x="3089805" y="299085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23" name="Espace réservé pour une image  18">
            <a:extLst>
              <a:ext uri="{FF2B5EF4-FFF2-40B4-BE49-F238E27FC236}">
                <a16:creationId xmlns:a16="http://schemas.microsoft.com/office/drawing/2014/main" id="{A357ECDE-4A0D-0151-AB26-7276229B008E}"/>
              </a:ext>
            </a:extLst>
          </p:cNvPr>
          <p:cNvSpPr>
            <a:spLocks noGrp="1"/>
          </p:cNvSpPr>
          <p:nvPr>
            <p:ph type="pic" sz="quarter" idx="24" hasCustomPrompt="1"/>
          </p:nvPr>
        </p:nvSpPr>
        <p:spPr>
          <a:xfrm>
            <a:off x="731838" y="369570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24" name="Espace réservé pour une image  18">
            <a:extLst>
              <a:ext uri="{FF2B5EF4-FFF2-40B4-BE49-F238E27FC236}">
                <a16:creationId xmlns:a16="http://schemas.microsoft.com/office/drawing/2014/main" id="{9BF20527-EE64-4D4F-89CE-1D83E2C07426}"/>
              </a:ext>
            </a:extLst>
          </p:cNvPr>
          <p:cNvSpPr>
            <a:spLocks noGrp="1"/>
          </p:cNvSpPr>
          <p:nvPr>
            <p:ph type="pic" sz="quarter" idx="25" hasCustomPrompt="1"/>
          </p:nvPr>
        </p:nvSpPr>
        <p:spPr>
          <a:xfrm>
            <a:off x="1910822" y="369570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25" name="Espace réservé pour une image  18">
            <a:extLst>
              <a:ext uri="{FF2B5EF4-FFF2-40B4-BE49-F238E27FC236}">
                <a16:creationId xmlns:a16="http://schemas.microsoft.com/office/drawing/2014/main" id="{7B84C564-D291-0DB4-B19E-3819051481F1}"/>
              </a:ext>
            </a:extLst>
          </p:cNvPr>
          <p:cNvSpPr>
            <a:spLocks noGrp="1"/>
          </p:cNvSpPr>
          <p:nvPr>
            <p:ph type="pic" sz="quarter" idx="26" hasCustomPrompt="1"/>
          </p:nvPr>
        </p:nvSpPr>
        <p:spPr>
          <a:xfrm>
            <a:off x="3089805" y="369570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38" name="Espace réservé pour une image  18">
            <a:extLst>
              <a:ext uri="{FF2B5EF4-FFF2-40B4-BE49-F238E27FC236}">
                <a16:creationId xmlns:a16="http://schemas.microsoft.com/office/drawing/2014/main" id="{1F226DD4-F159-B551-7B8A-FFA2ECA6BAC4}"/>
              </a:ext>
            </a:extLst>
          </p:cNvPr>
          <p:cNvSpPr>
            <a:spLocks noGrp="1"/>
          </p:cNvSpPr>
          <p:nvPr>
            <p:ph type="pic" sz="quarter" idx="39" hasCustomPrompt="1"/>
          </p:nvPr>
        </p:nvSpPr>
        <p:spPr>
          <a:xfrm>
            <a:off x="731838" y="4774850"/>
            <a:ext cx="954087" cy="876650"/>
          </a:xfrm>
          <a:solidFill>
            <a:schemeClr val="bg1">
              <a:lumMod val="95000"/>
            </a:schemeClr>
          </a:solidFill>
        </p:spPr>
        <p:txBody>
          <a:bodyPr bIns="432000" anchor="ctr">
            <a:normAutofit/>
          </a:bodyPr>
          <a:lstStyle>
            <a:lvl1pPr marL="0" indent="0" algn="ctr">
              <a:buNone/>
              <a:defRPr sz="1100" b="0"/>
            </a:lvl1pPr>
          </a:lstStyle>
          <a:p>
            <a:r>
              <a:rPr lang="fr-FR"/>
              <a:t>Picture</a:t>
            </a:r>
          </a:p>
        </p:txBody>
      </p:sp>
      <p:sp>
        <p:nvSpPr>
          <p:cNvPr id="39" name="Espace réservé du texte 5">
            <a:extLst>
              <a:ext uri="{FF2B5EF4-FFF2-40B4-BE49-F238E27FC236}">
                <a16:creationId xmlns:a16="http://schemas.microsoft.com/office/drawing/2014/main" id="{A41F7B3C-08F8-F909-EFF6-9E7505D3B3F7}"/>
              </a:ext>
            </a:extLst>
          </p:cNvPr>
          <p:cNvSpPr>
            <a:spLocks noGrp="1"/>
          </p:cNvSpPr>
          <p:nvPr>
            <p:ph type="body" sz="quarter" idx="40" hasCustomPrompt="1"/>
          </p:nvPr>
        </p:nvSpPr>
        <p:spPr>
          <a:xfrm>
            <a:off x="1910821" y="4774850"/>
            <a:ext cx="2133071" cy="876650"/>
          </a:xfrm>
        </p:spPr>
        <p:txBody>
          <a:bodyPr wrap="square" anchor="ctr" anchorCtr="0">
            <a:spAutoFit/>
          </a:bodyPr>
          <a:lstStyle>
            <a:lvl2pPr marL="180975" indent="-90488">
              <a:buFont typeface="Source Sans Pro" panose="020B0503030403020204" pitchFamily="34" charset="0"/>
              <a:buChar char=" "/>
              <a:defRPr/>
            </a:lvl2pPr>
            <a:lvl3pPr marL="180975" indent="-95250">
              <a:buFont typeface="Source Sans Pro" panose="020B0503030403020204" pitchFamily="34" charset="0"/>
              <a:buChar char=" "/>
              <a:defRPr/>
            </a:lvl3pPr>
          </a:lstStyle>
          <a:p>
            <a:pPr lvl="1"/>
            <a:r>
              <a:rPr lang="fr-FR"/>
              <a:t>Click here to add your 01 level text</a:t>
            </a:r>
            <a:endParaRPr lang="fr-FR" dirty="0"/>
          </a:p>
          <a:p>
            <a:pPr lvl="2"/>
            <a:r>
              <a:rPr lang="fr-FR"/>
              <a:t>Click here to add your 02 level text</a:t>
            </a:r>
            <a:endParaRPr lang="en-US" dirty="0"/>
          </a:p>
        </p:txBody>
      </p:sp>
      <p:sp>
        <p:nvSpPr>
          <p:cNvPr id="44" name="Espace réservé pour une image  18">
            <a:extLst>
              <a:ext uri="{FF2B5EF4-FFF2-40B4-BE49-F238E27FC236}">
                <a16:creationId xmlns:a16="http://schemas.microsoft.com/office/drawing/2014/main" id="{B7D643BF-41BC-CB5A-E789-2EE8A6BC8799}"/>
              </a:ext>
            </a:extLst>
          </p:cNvPr>
          <p:cNvSpPr>
            <a:spLocks noGrp="1"/>
          </p:cNvSpPr>
          <p:nvPr>
            <p:ph type="pic" sz="quarter" idx="41" hasCustomPrompt="1"/>
          </p:nvPr>
        </p:nvSpPr>
        <p:spPr>
          <a:xfrm>
            <a:off x="4551890" y="299085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45" name="Espace réservé pour une image  18">
            <a:extLst>
              <a:ext uri="{FF2B5EF4-FFF2-40B4-BE49-F238E27FC236}">
                <a16:creationId xmlns:a16="http://schemas.microsoft.com/office/drawing/2014/main" id="{E30AF935-2F26-96AB-BF4B-3300BBFBD38F}"/>
              </a:ext>
            </a:extLst>
          </p:cNvPr>
          <p:cNvSpPr>
            <a:spLocks noGrp="1"/>
          </p:cNvSpPr>
          <p:nvPr>
            <p:ph type="pic" sz="quarter" idx="42" hasCustomPrompt="1"/>
          </p:nvPr>
        </p:nvSpPr>
        <p:spPr>
          <a:xfrm>
            <a:off x="5730874" y="299085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46" name="Espace réservé pour une image  18">
            <a:extLst>
              <a:ext uri="{FF2B5EF4-FFF2-40B4-BE49-F238E27FC236}">
                <a16:creationId xmlns:a16="http://schemas.microsoft.com/office/drawing/2014/main" id="{6B233ABE-F95F-1A75-5D84-0456819C8D05}"/>
              </a:ext>
            </a:extLst>
          </p:cNvPr>
          <p:cNvSpPr>
            <a:spLocks noGrp="1"/>
          </p:cNvSpPr>
          <p:nvPr>
            <p:ph type="pic" sz="quarter" idx="43" hasCustomPrompt="1"/>
          </p:nvPr>
        </p:nvSpPr>
        <p:spPr>
          <a:xfrm>
            <a:off x="6909857" y="299085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47" name="Espace réservé pour une image  18">
            <a:extLst>
              <a:ext uri="{FF2B5EF4-FFF2-40B4-BE49-F238E27FC236}">
                <a16:creationId xmlns:a16="http://schemas.microsoft.com/office/drawing/2014/main" id="{1A71A562-5B4B-AADD-1909-D1D70E163F8A}"/>
              </a:ext>
            </a:extLst>
          </p:cNvPr>
          <p:cNvSpPr>
            <a:spLocks noGrp="1"/>
          </p:cNvSpPr>
          <p:nvPr>
            <p:ph type="pic" sz="quarter" idx="44" hasCustomPrompt="1"/>
          </p:nvPr>
        </p:nvSpPr>
        <p:spPr>
          <a:xfrm>
            <a:off x="4551890" y="369570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48" name="Espace réservé pour une image  18">
            <a:extLst>
              <a:ext uri="{FF2B5EF4-FFF2-40B4-BE49-F238E27FC236}">
                <a16:creationId xmlns:a16="http://schemas.microsoft.com/office/drawing/2014/main" id="{772A90B0-3966-8226-2ED7-6E29FA7876A8}"/>
              </a:ext>
            </a:extLst>
          </p:cNvPr>
          <p:cNvSpPr>
            <a:spLocks noGrp="1"/>
          </p:cNvSpPr>
          <p:nvPr>
            <p:ph type="pic" sz="quarter" idx="45" hasCustomPrompt="1"/>
          </p:nvPr>
        </p:nvSpPr>
        <p:spPr>
          <a:xfrm>
            <a:off x="5730874" y="369570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49" name="Espace réservé pour une image  18">
            <a:extLst>
              <a:ext uri="{FF2B5EF4-FFF2-40B4-BE49-F238E27FC236}">
                <a16:creationId xmlns:a16="http://schemas.microsoft.com/office/drawing/2014/main" id="{1761582A-D880-1CB6-EA94-EF2FE2D44590}"/>
              </a:ext>
            </a:extLst>
          </p:cNvPr>
          <p:cNvSpPr>
            <a:spLocks noGrp="1"/>
          </p:cNvSpPr>
          <p:nvPr>
            <p:ph type="pic" sz="quarter" idx="46" hasCustomPrompt="1"/>
          </p:nvPr>
        </p:nvSpPr>
        <p:spPr>
          <a:xfrm>
            <a:off x="6909857" y="369570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50" name="Espace réservé pour une image  18">
            <a:extLst>
              <a:ext uri="{FF2B5EF4-FFF2-40B4-BE49-F238E27FC236}">
                <a16:creationId xmlns:a16="http://schemas.microsoft.com/office/drawing/2014/main" id="{F937109C-F3FC-6A0E-9F6E-48F98846C7AC}"/>
              </a:ext>
            </a:extLst>
          </p:cNvPr>
          <p:cNvSpPr>
            <a:spLocks noGrp="1"/>
          </p:cNvSpPr>
          <p:nvPr>
            <p:ph type="pic" sz="quarter" idx="47" hasCustomPrompt="1"/>
          </p:nvPr>
        </p:nvSpPr>
        <p:spPr>
          <a:xfrm>
            <a:off x="4551890" y="4774850"/>
            <a:ext cx="954087" cy="876650"/>
          </a:xfrm>
          <a:solidFill>
            <a:schemeClr val="bg1">
              <a:lumMod val="95000"/>
            </a:schemeClr>
          </a:solidFill>
        </p:spPr>
        <p:txBody>
          <a:bodyPr bIns="432000" anchor="ctr">
            <a:normAutofit/>
          </a:bodyPr>
          <a:lstStyle>
            <a:lvl1pPr marL="0" indent="0" algn="ctr">
              <a:buNone/>
              <a:defRPr sz="1100" b="0"/>
            </a:lvl1pPr>
          </a:lstStyle>
          <a:p>
            <a:r>
              <a:rPr lang="fr-FR"/>
              <a:t>Picture</a:t>
            </a:r>
          </a:p>
        </p:txBody>
      </p:sp>
      <p:sp>
        <p:nvSpPr>
          <p:cNvPr id="51" name="Espace réservé du texte 5">
            <a:extLst>
              <a:ext uri="{FF2B5EF4-FFF2-40B4-BE49-F238E27FC236}">
                <a16:creationId xmlns:a16="http://schemas.microsoft.com/office/drawing/2014/main" id="{C36B953B-EE99-12A4-4980-913B3EB463CD}"/>
              </a:ext>
            </a:extLst>
          </p:cNvPr>
          <p:cNvSpPr>
            <a:spLocks noGrp="1"/>
          </p:cNvSpPr>
          <p:nvPr>
            <p:ph type="body" sz="quarter" idx="48" hasCustomPrompt="1"/>
          </p:nvPr>
        </p:nvSpPr>
        <p:spPr>
          <a:xfrm>
            <a:off x="5730873" y="4774850"/>
            <a:ext cx="2133071" cy="876650"/>
          </a:xfrm>
        </p:spPr>
        <p:txBody>
          <a:bodyPr wrap="square" anchor="ctr" anchorCtr="0">
            <a:spAutoFit/>
          </a:bodyPr>
          <a:lstStyle>
            <a:lvl2pPr marL="180975" indent="-90488">
              <a:buFont typeface="Source Sans Pro" panose="020B0503030403020204" pitchFamily="34" charset="0"/>
              <a:buChar char=" "/>
              <a:defRPr/>
            </a:lvl2pPr>
            <a:lvl3pPr marL="180975" indent="-9525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52" name="Espace réservé pour une image  18">
            <a:extLst>
              <a:ext uri="{FF2B5EF4-FFF2-40B4-BE49-F238E27FC236}">
                <a16:creationId xmlns:a16="http://schemas.microsoft.com/office/drawing/2014/main" id="{60226342-0981-15EA-377F-0384FCC433E8}"/>
              </a:ext>
            </a:extLst>
          </p:cNvPr>
          <p:cNvSpPr>
            <a:spLocks noGrp="1"/>
          </p:cNvSpPr>
          <p:nvPr>
            <p:ph type="pic" sz="quarter" idx="49" hasCustomPrompt="1"/>
          </p:nvPr>
        </p:nvSpPr>
        <p:spPr>
          <a:xfrm>
            <a:off x="8373002" y="299085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53" name="Espace réservé pour une image  18">
            <a:extLst>
              <a:ext uri="{FF2B5EF4-FFF2-40B4-BE49-F238E27FC236}">
                <a16:creationId xmlns:a16="http://schemas.microsoft.com/office/drawing/2014/main" id="{27424940-ED0C-4143-415B-FC329EAA836D}"/>
              </a:ext>
            </a:extLst>
          </p:cNvPr>
          <p:cNvSpPr>
            <a:spLocks noGrp="1"/>
          </p:cNvSpPr>
          <p:nvPr>
            <p:ph type="pic" sz="quarter" idx="50" hasCustomPrompt="1"/>
          </p:nvPr>
        </p:nvSpPr>
        <p:spPr>
          <a:xfrm>
            <a:off x="9551986" y="299085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54" name="Espace réservé pour une image  18">
            <a:extLst>
              <a:ext uri="{FF2B5EF4-FFF2-40B4-BE49-F238E27FC236}">
                <a16:creationId xmlns:a16="http://schemas.microsoft.com/office/drawing/2014/main" id="{0C252524-606A-CE3D-5235-56BB5BE80006}"/>
              </a:ext>
            </a:extLst>
          </p:cNvPr>
          <p:cNvSpPr>
            <a:spLocks noGrp="1"/>
          </p:cNvSpPr>
          <p:nvPr>
            <p:ph type="pic" sz="quarter" idx="51" hasCustomPrompt="1"/>
          </p:nvPr>
        </p:nvSpPr>
        <p:spPr>
          <a:xfrm>
            <a:off x="10730969" y="299085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55" name="Espace réservé pour une image  18">
            <a:extLst>
              <a:ext uri="{FF2B5EF4-FFF2-40B4-BE49-F238E27FC236}">
                <a16:creationId xmlns:a16="http://schemas.microsoft.com/office/drawing/2014/main" id="{B0042F68-D73D-14D2-C5DD-01C1586429EB}"/>
              </a:ext>
            </a:extLst>
          </p:cNvPr>
          <p:cNvSpPr>
            <a:spLocks noGrp="1"/>
          </p:cNvSpPr>
          <p:nvPr>
            <p:ph type="pic" sz="quarter" idx="52" hasCustomPrompt="1"/>
          </p:nvPr>
        </p:nvSpPr>
        <p:spPr>
          <a:xfrm>
            <a:off x="8373002" y="369570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56" name="Espace réservé pour une image  18">
            <a:extLst>
              <a:ext uri="{FF2B5EF4-FFF2-40B4-BE49-F238E27FC236}">
                <a16:creationId xmlns:a16="http://schemas.microsoft.com/office/drawing/2014/main" id="{12AD0689-439A-7270-8DD1-0B19D9C92C18}"/>
              </a:ext>
            </a:extLst>
          </p:cNvPr>
          <p:cNvSpPr>
            <a:spLocks noGrp="1"/>
          </p:cNvSpPr>
          <p:nvPr>
            <p:ph type="pic" sz="quarter" idx="53" hasCustomPrompt="1"/>
          </p:nvPr>
        </p:nvSpPr>
        <p:spPr>
          <a:xfrm>
            <a:off x="9551986" y="369570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57" name="Espace réservé pour une image  18">
            <a:extLst>
              <a:ext uri="{FF2B5EF4-FFF2-40B4-BE49-F238E27FC236}">
                <a16:creationId xmlns:a16="http://schemas.microsoft.com/office/drawing/2014/main" id="{D4E959C6-FD1F-CCBB-A199-6CA0FB7C29FD}"/>
              </a:ext>
            </a:extLst>
          </p:cNvPr>
          <p:cNvSpPr>
            <a:spLocks noGrp="1"/>
          </p:cNvSpPr>
          <p:nvPr>
            <p:ph type="pic" sz="quarter" idx="54" hasCustomPrompt="1"/>
          </p:nvPr>
        </p:nvSpPr>
        <p:spPr>
          <a:xfrm>
            <a:off x="10730969" y="3695700"/>
            <a:ext cx="954087" cy="523875"/>
          </a:xfrm>
          <a:solidFill>
            <a:schemeClr val="bg1">
              <a:lumMod val="95000"/>
            </a:schemeClr>
          </a:solidFill>
        </p:spPr>
        <p:txBody>
          <a:bodyPr>
            <a:normAutofit/>
          </a:bodyPr>
          <a:lstStyle>
            <a:lvl1pPr marL="0" indent="0" algn="ctr">
              <a:buNone/>
              <a:defRPr sz="1100" b="0"/>
            </a:lvl1pPr>
          </a:lstStyle>
          <a:p>
            <a:r>
              <a:rPr lang="fr-FR"/>
              <a:t>Picture</a:t>
            </a:r>
          </a:p>
        </p:txBody>
      </p:sp>
      <p:sp>
        <p:nvSpPr>
          <p:cNvPr id="58" name="Espace réservé pour une image  18">
            <a:extLst>
              <a:ext uri="{FF2B5EF4-FFF2-40B4-BE49-F238E27FC236}">
                <a16:creationId xmlns:a16="http://schemas.microsoft.com/office/drawing/2014/main" id="{82C85A0A-1BC2-C537-D46A-C3980A2415EE}"/>
              </a:ext>
            </a:extLst>
          </p:cNvPr>
          <p:cNvSpPr>
            <a:spLocks noGrp="1"/>
          </p:cNvSpPr>
          <p:nvPr>
            <p:ph type="pic" sz="quarter" idx="55" hasCustomPrompt="1"/>
          </p:nvPr>
        </p:nvSpPr>
        <p:spPr>
          <a:xfrm>
            <a:off x="8373002" y="4774850"/>
            <a:ext cx="954087" cy="876650"/>
          </a:xfrm>
          <a:solidFill>
            <a:schemeClr val="bg1">
              <a:lumMod val="95000"/>
            </a:schemeClr>
          </a:solidFill>
        </p:spPr>
        <p:txBody>
          <a:bodyPr bIns="432000" anchor="ctr">
            <a:normAutofit/>
          </a:bodyPr>
          <a:lstStyle>
            <a:lvl1pPr marL="0" indent="0" algn="ctr">
              <a:buNone/>
              <a:defRPr sz="1100" b="0"/>
            </a:lvl1pPr>
          </a:lstStyle>
          <a:p>
            <a:r>
              <a:rPr lang="fr-FR"/>
              <a:t>Picture</a:t>
            </a:r>
          </a:p>
        </p:txBody>
      </p:sp>
      <p:sp>
        <p:nvSpPr>
          <p:cNvPr id="59" name="Espace réservé du texte 5">
            <a:extLst>
              <a:ext uri="{FF2B5EF4-FFF2-40B4-BE49-F238E27FC236}">
                <a16:creationId xmlns:a16="http://schemas.microsoft.com/office/drawing/2014/main" id="{8B7FD4BB-0B2F-967D-CDC2-8D0DF50355E6}"/>
              </a:ext>
            </a:extLst>
          </p:cNvPr>
          <p:cNvSpPr>
            <a:spLocks noGrp="1"/>
          </p:cNvSpPr>
          <p:nvPr>
            <p:ph type="body" sz="quarter" idx="56" hasCustomPrompt="1"/>
          </p:nvPr>
        </p:nvSpPr>
        <p:spPr>
          <a:xfrm>
            <a:off x="9551985" y="4774850"/>
            <a:ext cx="2133071" cy="876650"/>
          </a:xfrm>
        </p:spPr>
        <p:txBody>
          <a:bodyPr wrap="square" anchor="ctr" anchorCtr="0">
            <a:spAutoFit/>
          </a:bodyPr>
          <a:lstStyle>
            <a:lvl2pPr marL="180975" indent="-90488">
              <a:buFont typeface="Source Sans Pro" panose="020B0503030403020204" pitchFamily="34" charset="0"/>
              <a:buChar char=" "/>
              <a:defRPr/>
            </a:lvl2pPr>
            <a:lvl3pPr marL="180975" indent="-9525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69" name="Espace réservé du texte 68">
            <a:extLst>
              <a:ext uri="{FF2B5EF4-FFF2-40B4-BE49-F238E27FC236}">
                <a16:creationId xmlns:a16="http://schemas.microsoft.com/office/drawing/2014/main" id="{AE3ECABD-51D8-6AF7-FD09-882F8A033D16}"/>
              </a:ext>
            </a:extLst>
          </p:cNvPr>
          <p:cNvSpPr>
            <a:spLocks noGrp="1"/>
          </p:cNvSpPr>
          <p:nvPr>
            <p:ph type="body" sz="quarter" idx="16" hasCustomPrompt="1"/>
          </p:nvPr>
        </p:nvSpPr>
        <p:spPr>
          <a:xfrm>
            <a:off x="731838" y="1531657"/>
            <a:ext cx="3312054" cy="598822"/>
          </a:xfrm>
          <a:custGeom>
            <a:avLst/>
            <a:gdLst>
              <a:gd name="connsiteX0" fmla="*/ 0 w 3312054"/>
              <a:gd name="connsiteY0" fmla="*/ 0 h 598822"/>
              <a:gd name="connsiteX1" fmla="*/ 3312054 w 3312054"/>
              <a:gd name="connsiteY1" fmla="*/ 0 h 598822"/>
              <a:gd name="connsiteX2" fmla="*/ 3312054 w 3312054"/>
              <a:gd name="connsiteY2" fmla="*/ 439709 h 598822"/>
              <a:gd name="connsiteX3" fmla="*/ 1747883 w 3312054"/>
              <a:gd name="connsiteY3" fmla="*/ 439709 h 598822"/>
              <a:gd name="connsiteX4" fmla="*/ 1656027 w 3312054"/>
              <a:gd name="connsiteY4" fmla="*/ 598822 h 598822"/>
              <a:gd name="connsiteX5" fmla="*/ 1564157 w 3312054"/>
              <a:gd name="connsiteY5" fmla="*/ 439709 h 598822"/>
              <a:gd name="connsiteX6" fmla="*/ 0 w 3312054"/>
              <a:gd name="connsiteY6" fmla="*/ 439709 h 59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2054" h="598822">
                <a:moveTo>
                  <a:pt x="0" y="0"/>
                </a:moveTo>
                <a:lnTo>
                  <a:pt x="3312054" y="0"/>
                </a:lnTo>
                <a:lnTo>
                  <a:pt x="3312054" y="439709"/>
                </a:lnTo>
                <a:lnTo>
                  <a:pt x="1747883" y="439709"/>
                </a:lnTo>
                <a:lnTo>
                  <a:pt x="1656027" y="598822"/>
                </a:lnTo>
                <a:lnTo>
                  <a:pt x="1564157" y="439709"/>
                </a:lnTo>
                <a:lnTo>
                  <a:pt x="0" y="439709"/>
                </a:lnTo>
                <a:close/>
              </a:path>
            </a:pathLst>
          </a:custGeom>
          <a:solidFill>
            <a:schemeClr val="tx1"/>
          </a:solidFill>
        </p:spPr>
        <p:txBody>
          <a:bodyPr wrap="none" tIns="108000" bIns="216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Section 01</a:t>
            </a:r>
            <a:endParaRPr lang="en-US" dirty="0"/>
          </a:p>
        </p:txBody>
      </p:sp>
      <p:sp>
        <p:nvSpPr>
          <p:cNvPr id="70" name="Espace réservé du texte 69">
            <a:extLst>
              <a:ext uri="{FF2B5EF4-FFF2-40B4-BE49-F238E27FC236}">
                <a16:creationId xmlns:a16="http://schemas.microsoft.com/office/drawing/2014/main" id="{DCCBC8DE-58A3-6238-061F-B0E9FC67C187}"/>
              </a:ext>
            </a:extLst>
          </p:cNvPr>
          <p:cNvSpPr>
            <a:spLocks noGrp="1"/>
          </p:cNvSpPr>
          <p:nvPr>
            <p:ph type="body" sz="quarter" idx="57" hasCustomPrompt="1"/>
          </p:nvPr>
        </p:nvSpPr>
        <p:spPr>
          <a:xfrm>
            <a:off x="4551890" y="1531657"/>
            <a:ext cx="3312054" cy="598822"/>
          </a:xfrm>
          <a:custGeom>
            <a:avLst/>
            <a:gdLst>
              <a:gd name="connsiteX0" fmla="*/ 0 w 3312054"/>
              <a:gd name="connsiteY0" fmla="*/ 0 h 598822"/>
              <a:gd name="connsiteX1" fmla="*/ 3312054 w 3312054"/>
              <a:gd name="connsiteY1" fmla="*/ 0 h 598822"/>
              <a:gd name="connsiteX2" fmla="*/ 3312054 w 3312054"/>
              <a:gd name="connsiteY2" fmla="*/ 439709 h 598822"/>
              <a:gd name="connsiteX3" fmla="*/ 1747883 w 3312054"/>
              <a:gd name="connsiteY3" fmla="*/ 439709 h 598822"/>
              <a:gd name="connsiteX4" fmla="*/ 1656027 w 3312054"/>
              <a:gd name="connsiteY4" fmla="*/ 598822 h 598822"/>
              <a:gd name="connsiteX5" fmla="*/ 1564157 w 3312054"/>
              <a:gd name="connsiteY5" fmla="*/ 439709 h 598822"/>
              <a:gd name="connsiteX6" fmla="*/ 0 w 3312054"/>
              <a:gd name="connsiteY6" fmla="*/ 439709 h 59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2054" h="598822">
                <a:moveTo>
                  <a:pt x="0" y="0"/>
                </a:moveTo>
                <a:lnTo>
                  <a:pt x="3312054" y="0"/>
                </a:lnTo>
                <a:lnTo>
                  <a:pt x="3312054" y="439709"/>
                </a:lnTo>
                <a:lnTo>
                  <a:pt x="1747883" y="439709"/>
                </a:lnTo>
                <a:lnTo>
                  <a:pt x="1656027" y="598822"/>
                </a:lnTo>
                <a:lnTo>
                  <a:pt x="1564157" y="439709"/>
                </a:lnTo>
                <a:lnTo>
                  <a:pt x="0" y="439709"/>
                </a:lnTo>
                <a:close/>
              </a:path>
            </a:pathLst>
          </a:custGeom>
          <a:solidFill>
            <a:schemeClr val="tx1"/>
          </a:solidFill>
        </p:spPr>
        <p:txBody>
          <a:bodyPr wrap="none" tIns="108000" bIns="216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Section 02</a:t>
            </a:r>
            <a:endParaRPr lang="en-US" dirty="0"/>
          </a:p>
        </p:txBody>
      </p:sp>
      <p:sp>
        <p:nvSpPr>
          <p:cNvPr id="71" name="Espace réservé du texte 70">
            <a:extLst>
              <a:ext uri="{FF2B5EF4-FFF2-40B4-BE49-F238E27FC236}">
                <a16:creationId xmlns:a16="http://schemas.microsoft.com/office/drawing/2014/main" id="{C8439D2C-0CED-008B-D53E-51BEB41495E5}"/>
              </a:ext>
            </a:extLst>
          </p:cNvPr>
          <p:cNvSpPr>
            <a:spLocks noGrp="1"/>
          </p:cNvSpPr>
          <p:nvPr>
            <p:ph type="body" sz="quarter" idx="58" hasCustomPrompt="1"/>
          </p:nvPr>
        </p:nvSpPr>
        <p:spPr>
          <a:xfrm>
            <a:off x="8373002" y="1531657"/>
            <a:ext cx="3312054" cy="598822"/>
          </a:xfrm>
          <a:custGeom>
            <a:avLst/>
            <a:gdLst>
              <a:gd name="connsiteX0" fmla="*/ 0 w 3312054"/>
              <a:gd name="connsiteY0" fmla="*/ 0 h 598822"/>
              <a:gd name="connsiteX1" fmla="*/ 3312054 w 3312054"/>
              <a:gd name="connsiteY1" fmla="*/ 0 h 598822"/>
              <a:gd name="connsiteX2" fmla="*/ 3312054 w 3312054"/>
              <a:gd name="connsiteY2" fmla="*/ 439709 h 598822"/>
              <a:gd name="connsiteX3" fmla="*/ 1747883 w 3312054"/>
              <a:gd name="connsiteY3" fmla="*/ 439709 h 598822"/>
              <a:gd name="connsiteX4" fmla="*/ 1656027 w 3312054"/>
              <a:gd name="connsiteY4" fmla="*/ 598822 h 598822"/>
              <a:gd name="connsiteX5" fmla="*/ 1564157 w 3312054"/>
              <a:gd name="connsiteY5" fmla="*/ 439709 h 598822"/>
              <a:gd name="connsiteX6" fmla="*/ 0 w 3312054"/>
              <a:gd name="connsiteY6" fmla="*/ 439709 h 59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2054" h="598822">
                <a:moveTo>
                  <a:pt x="0" y="0"/>
                </a:moveTo>
                <a:lnTo>
                  <a:pt x="3312054" y="0"/>
                </a:lnTo>
                <a:lnTo>
                  <a:pt x="3312054" y="439709"/>
                </a:lnTo>
                <a:lnTo>
                  <a:pt x="1747883" y="439709"/>
                </a:lnTo>
                <a:lnTo>
                  <a:pt x="1656027" y="598822"/>
                </a:lnTo>
                <a:lnTo>
                  <a:pt x="1564157" y="439709"/>
                </a:lnTo>
                <a:lnTo>
                  <a:pt x="0" y="439709"/>
                </a:lnTo>
                <a:close/>
              </a:path>
            </a:pathLst>
          </a:custGeom>
          <a:solidFill>
            <a:schemeClr val="tx1"/>
          </a:solidFill>
        </p:spPr>
        <p:txBody>
          <a:bodyPr wrap="none" tIns="108000" bIns="216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Section 03</a:t>
            </a:r>
            <a:endParaRPr lang="en-US" dirty="0"/>
          </a:p>
        </p:txBody>
      </p:sp>
    </p:spTree>
    <p:extLst>
      <p:ext uri="{BB962C8B-B14F-4D97-AF65-F5344CB8AC3E}">
        <p14:creationId xmlns:p14="http://schemas.microsoft.com/office/powerpoint/2010/main" val="39288187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3 Section Txt + Pic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8" name="Espace réservé du texte 5">
            <a:extLst>
              <a:ext uri="{FF2B5EF4-FFF2-40B4-BE49-F238E27FC236}">
                <a16:creationId xmlns:a16="http://schemas.microsoft.com/office/drawing/2014/main" id="{0A7F3D12-F062-4578-E630-EDA719EABED7}"/>
              </a:ext>
            </a:extLst>
          </p:cNvPr>
          <p:cNvSpPr>
            <a:spLocks noGrp="1"/>
          </p:cNvSpPr>
          <p:nvPr>
            <p:ph type="body" sz="quarter" idx="16" hasCustomPrompt="1"/>
          </p:nvPr>
        </p:nvSpPr>
        <p:spPr>
          <a:xfrm>
            <a:off x="731838" y="1420859"/>
            <a:ext cx="3312054" cy="661308"/>
          </a:xfrm>
          <a:solidFill>
            <a:schemeClr val="tx1"/>
          </a:solidFill>
        </p:spPr>
        <p:txBody>
          <a:bodyPr tIns="108000" bIns="108000" anchor="b">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9" name="Espace réservé du texte 5">
            <a:extLst>
              <a:ext uri="{FF2B5EF4-FFF2-40B4-BE49-F238E27FC236}">
                <a16:creationId xmlns:a16="http://schemas.microsoft.com/office/drawing/2014/main" id="{D817E342-F5A1-C116-DD0F-36ADE0EA8D79}"/>
              </a:ext>
            </a:extLst>
          </p:cNvPr>
          <p:cNvSpPr>
            <a:spLocks noGrp="1"/>
          </p:cNvSpPr>
          <p:nvPr>
            <p:ph type="body" sz="quarter" idx="17" hasCustomPrompt="1"/>
          </p:nvPr>
        </p:nvSpPr>
        <p:spPr>
          <a:xfrm>
            <a:off x="4551891" y="1420858"/>
            <a:ext cx="3312053" cy="661308"/>
          </a:xfrm>
          <a:solidFill>
            <a:schemeClr val="tx1"/>
          </a:solidFill>
        </p:spPr>
        <p:txBody>
          <a:bodyPr tIns="108000" bIns="108000" anchor="b">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10" name="Espace réservé du texte 5">
            <a:extLst>
              <a:ext uri="{FF2B5EF4-FFF2-40B4-BE49-F238E27FC236}">
                <a16:creationId xmlns:a16="http://schemas.microsoft.com/office/drawing/2014/main" id="{A1622C56-9A64-5BCC-6AAC-CBB27FCB2374}"/>
              </a:ext>
            </a:extLst>
          </p:cNvPr>
          <p:cNvSpPr>
            <a:spLocks noGrp="1"/>
          </p:cNvSpPr>
          <p:nvPr>
            <p:ph type="body" sz="quarter" idx="18" hasCustomPrompt="1"/>
          </p:nvPr>
        </p:nvSpPr>
        <p:spPr>
          <a:xfrm>
            <a:off x="8373003" y="1420858"/>
            <a:ext cx="3312053" cy="661308"/>
          </a:xfrm>
          <a:solidFill>
            <a:schemeClr val="tx1"/>
          </a:solidFill>
        </p:spPr>
        <p:txBody>
          <a:bodyPr tIns="108000" bIns="108000" anchor="b">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13" name="Espace réservé pour une image  12">
            <a:extLst>
              <a:ext uri="{FF2B5EF4-FFF2-40B4-BE49-F238E27FC236}">
                <a16:creationId xmlns:a16="http://schemas.microsoft.com/office/drawing/2014/main" id="{BDB31301-AEE9-3275-1C4C-EF18FF6D1BDF}"/>
              </a:ext>
            </a:extLst>
          </p:cNvPr>
          <p:cNvSpPr>
            <a:spLocks noGrp="1"/>
          </p:cNvSpPr>
          <p:nvPr>
            <p:ph type="pic" sz="quarter" idx="19"/>
          </p:nvPr>
        </p:nvSpPr>
        <p:spPr>
          <a:xfrm>
            <a:off x="731838" y="2082800"/>
            <a:ext cx="3311525" cy="2070100"/>
          </a:xfrm>
          <a:solidFill>
            <a:schemeClr val="bg1">
              <a:lumMod val="95000"/>
            </a:schemeClr>
          </a:solidFill>
        </p:spPr>
        <p:txBody>
          <a:bodyPr bIns="432000" anchor="ctr">
            <a:normAutofit/>
          </a:bodyPr>
          <a:lstStyle>
            <a:lvl1pPr marL="0" indent="0" algn="ctr">
              <a:buNone/>
              <a:defRPr sz="1200" b="0"/>
            </a:lvl1pPr>
          </a:lstStyle>
          <a:p>
            <a:endParaRPr lang="fr-FR"/>
          </a:p>
        </p:txBody>
      </p:sp>
      <p:sp>
        <p:nvSpPr>
          <p:cNvPr id="14" name="Espace réservé pour une image  12">
            <a:extLst>
              <a:ext uri="{FF2B5EF4-FFF2-40B4-BE49-F238E27FC236}">
                <a16:creationId xmlns:a16="http://schemas.microsoft.com/office/drawing/2014/main" id="{885E02A1-825B-E6F4-B87F-B4CFBE463FF5}"/>
              </a:ext>
            </a:extLst>
          </p:cNvPr>
          <p:cNvSpPr>
            <a:spLocks noGrp="1"/>
          </p:cNvSpPr>
          <p:nvPr>
            <p:ph type="pic" sz="quarter" idx="20"/>
          </p:nvPr>
        </p:nvSpPr>
        <p:spPr>
          <a:xfrm>
            <a:off x="4552419" y="2082800"/>
            <a:ext cx="3311525" cy="2070100"/>
          </a:xfrm>
          <a:solidFill>
            <a:schemeClr val="bg1">
              <a:lumMod val="95000"/>
            </a:schemeClr>
          </a:solidFill>
        </p:spPr>
        <p:txBody>
          <a:bodyPr bIns="432000" anchor="ctr">
            <a:normAutofit/>
          </a:bodyPr>
          <a:lstStyle>
            <a:lvl1pPr marL="0" indent="0" algn="ctr">
              <a:buNone/>
              <a:defRPr sz="1200" b="0"/>
            </a:lvl1pPr>
          </a:lstStyle>
          <a:p>
            <a:endParaRPr lang="fr-FR"/>
          </a:p>
        </p:txBody>
      </p:sp>
      <p:sp>
        <p:nvSpPr>
          <p:cNvPr id="15" name="Espace réservé pour une image  12">
            <a:extLst>
              <a:ext uri="{FF2B5EF4-FFF2-40B4-BE49-F238E27FC236}">
                <a16:creationId xmlns:a16="http://schemas.microsoft.com/office/drawing/2014/main" id="{8BDA6ED0-284F-F39B-F25F-8BDABBCEBF71}"/>
              </a:ext>
            </a:extLst>
          </p:cNvPr>
          <p:cNvSpPr>
            <a:spLocks noGrp="1"/>
          </p:cNvSpPr>
          <p:nvPr>
            <p:ph type="pic" sz="quarter" idx="21"/>
          </p:nvPr>
        </p:nvSpPr>
        <p:spPr>
          <a:xfrm>
            <a:off x="8373531" y="2082800"/>
            <a:ext cx="3311525" cy="2070100"/>
          </a:xfrm>
          <a:solidFill>
            <a:schemeClr val="bg1">
              <a:lumMod val="95000"/>
            </a:schemeClr>
          </a:solidFill>
        </p:spPr>
        <p:txBody>
          <a:bodyPr bIns="432000" anchor="ctr">
            <a:normAutofit/>
          </a:bodyPr>
          <a:lstStyle>
            <a:lvl1pPr marL="0" indent="0" algn="ctr">
              <a:buNone/>
              <a:defRPr sz="1200" b="0"/>
            </a:lvl1pPr>
          </a:lstStyle>
          <a:p>
            <a:endParaRPr lang="fr-FR"/>
          </a:p>
        </p:txBody>
      </p:sp>
    </p:spTree>
    <p:extLst>
      <p:ext uri="{BB962C8B-B14F-4D97-AF65-F5344CB8AC3E}">
        <p14:creationId xmlns:p14="http://schemas.microsoft.com/office/powerpoint/2010/main" val="231550346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4 Txt Sections (Ver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8" y="542925"/>
            <a:ext cx="10729380"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8" y="966984"/>
            <a:ext cx="10729380" cy="313932"/>
          </a:xfrm>
        </p:spPr>
        <p:txBody>
          <a:bodyPr wrap="square">
            <a:spAutoFit/>
          </a:bodyPr>
          <a:lstStyle>
            <a:lvl1pPr marL="0" indent="0">
              <a:buNone/>
              <a:defRPr b="0"/>
            </a:lvl1pPr>
          </a:lstStyle>
          <a:p>
            <a:pPr lvl="0"/>
            <a:r>
              <a:rPr lang="fr-FR"/>
              <a:t>Subtitle of the slide</a:t>
            </a:r>
            <a:endParaRPr lang="fr-FR" dirty="0"/>
          </a:p>
        </p:txBody>
      </p:sp>
      <p:sp>
        <p:nvSpPr>
          <p:cNvPr id="8" name="Espace réservé du texte 5">
            <a:extLst>
              <a:ext uri="{FF2B5EF4-FFF2-40B4-BE49-F238E27FC236}">
                <a16:creationId xmlns:a16="http://schemas.microsoft.com/office/drawing/2014/main" id="{0A7F3D12-F062-4578-E630-EDA719EABED7}"/>
              </a:ext>
            </a:extLst>
          </p:cNvPr>
          <p:cNvSpPr>
            <a:spLocks noGrp="1"/>
          </p:cNvSpPr>
          <p:nvPr>
            <p:ph type="body" sz="quarter" idx="16" hasCustomPrompt="1"/>
          </p:nvPr>
        </p:nvSpPr>
        <p:spPr>
          <a:xfrm>
            <a:off x="730782" y="1669144"/>
            <a:ext cx="2128532" cy="804542"/>
          </a:xfrm>
          <a:solidFill>
            <a:schemeClr val="tx1"/>
          </a:solidFill>
        </p:spPr>
        <p:txBody>
          <a:bodyPr lIns="720000" anchor="ctr"/>
          <a:lstStyle>
            <a:lvl1pPr marL="0" indent="0" algn="l">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11" name="Espace réservé du texte 5">
            <a:extLst>
              <a:ext uri="{FF2B5EF4-FFF2-40B4-BE49-F238E27FC236}">
                <a16:creationId xmlns:a16="http://schemas.microsoft.com/office/drawing/2014/main" id="{FEF86B42-EBB2-614B-6F5E-94FF20E99043}"/>
              </a:ext>
            </a:extLst>
          </p:cNvPr>
          <p:cNvSpPr>
            <a:spLocks noGrp="1"/>
          </p:cNvSpPr>
          <p:nvPr>
            <p:ph type="body" sz="quarter" idx="17" hasCustomPrompt="1"/>
          </p:nvPr>
        </p:nvSpPr>
        <p:spPr>
          <a:xfrm>
            <a:off x="730782" y="2820610"/>
            <a:ext cx="2128532" cy="804542"/>
          </a:xfrm>
          <a:solidFill>
            <a:schemeClr val="tx1"/>
          </a:solidFill>
        </p:spPr>
        <p:txBody>
          <a:bodyPr lIns="720000" anchor="ctr"/>
          <a:lstStyle>
            <a:lvl1pPr marL="0" indent="0" algn="l">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13" name="Espace réservé du texte 5">
            <a:extLst>
              <a:ext uri="{FF2B5EF4-FFF2-40B4-BE49-F238E27FC236}">
                <a16:creationId xmlns:a16="http://schemas.microsoft.com/office/drawing/2014/main" id="{D1DA17AB-8CD5-2C96-9982-16C323C603F6}"/>
              </a:ext>
            </a:extLst>
          </p:cNvPr>
          <p:cNvSpPr>
            <a:spLocks noGrp="1"/>
          </p:cNvSpPr>
          <p:nvPr>
            <p:ph type="body" sz="quarter" idx="18" hasCustomPrompt="1"/>
          </p:nvPr>
        </p:nvSpPr>
        <p:spPr>
          <a:xfrm>
            <a:off x="730782" y="3972076"/>
            <a:ext cx="2128532" cy="804542"/>
          </a:xfrm>
          <a:solidFill>
            <a:schemeClr val="tx1"/>
          </a:solidFill>
        </p:spPr>
        <p:txBody>
          <a:bodyPr lIns="720000" anchor="ctr"/>
          <a:lstStyle>
            <a:lvl1pPr marL="0" indent="0" algn="l">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14" name="Espace réservé du texte 5">
            <a:extLst>
              <a:ext uri="{FF2B5EF4-FFF2-40B4-BE49-F238E27FC236}">
                <a16:creationId xmlns:a16="http://schemas.microsoft.com/office/drawing/2014/main" id="{7937F10F-4B84-26A8-9D64-4AC18FE64C05}"/>
              </a:ext>
            </a:extLst>
          </p:cNvPr>
          <p:cNvSpPr>
            <a:spLocks noGrp="1"/>
          </p:cNvSpPr>
          <p:nvPr>
            <p:ph type="body" sz="quarter" idx="19" hasCustomPrompt="1"/>
          </p:nvPr>
        </p:nvSpPr>
        <p:spPr>
          <a:xfrm>
            <a:off x="730782" y="5123543"/>
            <a:ext cx="2128532" cy="804542"/>
          </a:xfrm>
          <a:solidFill>
            <a:schemeClr val="tx1"/>
          </a:solidFill>
        </p:spPr>
        <p:txBody>
          <a:bodyPr lIns="720000" anchor="ctr"/>
          <a:lstStyle>
            <a:lvl1pPr marL="0" indent="0" algn="l">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 </a:t>
            </a:r>
            <a:br>
              <a:rPr lang="fr-FR"/>
            </a:br>
            <a:r>
              <a:rPr lang="fr-FR"/>
              <a:t>of the section</a:t>
            </a:r>
            <a:endParaRPr lang="en-US" dirty="0"/>
          </a:p>
        </p:txBody>
      </p:sp>
      <p:sp>
        <p:nvSpPr>
          <p:cNvPr id="26" name="Espace réservé du texte 5">
            <a:extLst>
              <a:ext uri="{FF2B5EF4-FFF2-40B4-BE49-F238E27FC236}">
                <a16:creationId xmlns:a16="http://schemas.microsoft.com/office/drawing/2014/main" id="{B3958C8F-40A0-68A6-E237-108BF41D1A97}"/>
              </a:ext>
            </a:extLst>
          </p:cNvPr>
          <p:cNvSpPr>
            <a:spLocks noGrp="1"/>
          </p:cNvSpPr>
          <p:nvPr>
            <p:ph type="body" sz="quarter" idx="12" hasCustomPrompt="1"/>
          </p:nvPr>
        </p:nvSpPr>
        <p:spPr>
          <a:xfrm>
            <a:off x="3848212" y="1813138"/>
            <a:ext cx="3312054" cy="516552"/>
          </a:xfrm>
        </p:spPr>
        <p:txBody>
          <a:bodyPr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27" name="Espace réservé du texte 5">
            <a:extLst>
              <a:ext uri="{FF2B5EF4-FFF2-40B4-BE49-F238E27FC236}">
                <a16:creationId xmlns:a16="http://schemas.microsoft.com/office/drawing/2014/main" id="{9E3A2CF7-438A-252F-67C3-682BAD2B7735}"/>
              </a:ext>
            </a:extLst>
          </p:cNvPr>
          <p:cNvSpPr>
            <a:spLocks noGrp="1"/>
          </p:cNvSpPr>
          <p:nvPr>
            <p:ph type="body" sz="quarter" idx="27" hasCustomPrompt="1"/>
          </p:nvPr>
        </p:nvSpPr>
        <p:spPr>
          <a:xfrm>
            <a:off x="3848212" y="2958862"/>
            <a:ext cx="3312054" cy="516552"/>
          </a:xfrm>
        </p:spPr>
        <p:txBody>
          <a:bodyPr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28" name="Espace réservé du texte 5">
            <a:extLst>
              <a:ext uri="{FF2B5EF4-FFF2-40B4-BE49-F238E27FC236}">
                <a16:creationId xmlns:a16="http://schemas.microsoft.com/office/drawing/2014/main" id="{F57CC452-110D-D242-7AAE-3B93478A0F19}"/>
              </a:ext>
            </a:extLst>
          </p:cNvPr>
          <p:cNvSpPr>
            <a:spLocks noGrp="1"/>
          </p:cNvSpPr>
          <p:nvPr>
            <p:ph type="body" sz="quarter" idx="28" hasCustomPrompt="1"/>
          </p:nvPr>
        </p:nvSpPr>
        <p:spPr>
          <a:xfrm>
            <a:off x="3848212" y="4116071"/>
            <a:ext cx="3312054" cy="516552"/>
          </a:xfrm>
        </p:spPr>
        <p:txBody>
          <a:bodyPr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29" name="Espace réservé du texte 5">
            <a:extLst>
              <a:ext uri="{FF2B5EF4-FFF2-40B4-BE49-F238E27FC236}">
                <a16:creationId xmlns:a16="http://schemas.microsoft.com/office/drawing/2014/main" id="{EF54819C-48E4-448B-2238-A7E8684E9635}"/>
              </a:ext>
            </a:extLst>
          </p:cNvPr>
          <p:cNvSpPr>
            <a:spLocks noGrp="1"/>
          </p:cNvSpPr>
          <p:nvPr>
            <p:ph type="body" sz="quarter" idx="29" hasCustomPrompt="1"/>
          </p:nvPr>
        </p:nvSpPr>
        <p:spPr>
          <a:xfrm>
            <a:off x="3848212" y="5267538"/>
            <a:ext cx="3312054" cy="516552"/>
          </a:xfrm>
        </p:spPr>
        <p:txBody>
          <a:bodyPr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34" name="Espace réservé du texte 5">
            <a:extLst>
              <a:ext uri="{FF2B5EF4-FFF2-40B4-BE49-F238E27FC236}">
                <a16:creationId xmlns:a16="http://schemas.microsoft.com/office/drawing/2014/main" id="{49D09ECE-AF3D-002D-6161-86DC86C54FD9}"/>
              </a:ext>
            </a:extLst>
          </p:cNvPr>
          <p:cNvSpPr>
            <a:spLocks noGrp="1"/>
          </p:cNvSpPr>
          <p:nvPr>
            <p:ph type="body" sz="quarter" idx="30" hasCustomPrompt="1"/>
          </p:nvPr>
        </p:nvSpPr>
        <p:spPr>
          <a:xfrm>
            <a:off x="8149164" y="1813138"/>
            <a:ext cx="3312054" cy="516552"/>
          </a:xfrm>
        </p:spPr>
        <p:txBody>
          <a:bodyPr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35" name="Espace réservé du texte 5">
            <a:extLst>
              <a:ext uri="{FF2B5EF4-FFF2-40B4-BE49-F238E27FC236}">
                <a16:creationId xmlns:a16="http://schemas.microsoft.com/office/drawing/2014/main" id="{D203345B-B46B-0FD8-635F-95D564BB7429}"/>
              </a:ext>
            </a:extLst>
          </p:cNvPr>
          <p:cNvSpPr>
            <a:spLocks noGrp="1"/>
          </p:cNvSpPr>
          <p:nvPr>
            <p:ph type="body" sz="quarter" idx="31" hasCustomPrompt="1"/>
          </p:nvPr>
        </p:nvSpPr>
        <p:spPr>
          <a:xfrm>
            <a:off x="8149164" y="2958862"/>
            <a:ext cx="3312054" cy="516552"/>
          </a:xfrm>
        </p:spPr>
        <p:txBody>
          <a:bodyPr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36" name="Espace réservé du texte 5">
            <a:extLst>
              <a:ext uri="{FF2B5EF4-FFF2-40B4-BE49-F238E27FC236}">
                <a16:creationId xmlns:a16="http://schemas.microsoft.com/office/drawing/2014/main" id="{979A3A66-10C3-7D4D-BDC0-6E3637ADAA36}"/>
              </a:ext>
            </a:extLst>
          </p:cNvPr>
          <p:cNvSpPr>
            <a:spLocks noGrp="1"/>
          </p:cNvSpPr>
          <p:nvPr>
            <p:ph type="body" sz="quarter" idx="32" hasCustomPrompt="1"/>
          </p:nvPr>
        </p:nvSpPr>
        <p:spPr>
          <a:xfrm>
            <a:off x="8149164" y="4116071"/>
            <a:ext cx="3312054" cy="516552"/>
          </a:xfrm>
        </p:spPr>
        <p:txBody>
          <a:bodyPr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37" name="Espace réservé du texte 5">
            <a:extLst>
              <a:ext uri="{FF2B5EF4-FFF2-40B4-BE49-F238E27FC236}">
                <a16:creationId xmlns:a16="http://schemas.microsoft.com/office/drawing/2014/main" id="{EC2D85E7-653C-903D-1F38-FED1EDE04C68}"/>
              </a:ext>
            </a:extLst>
          </p:cNvPr>
          <p:cNvSpPr>
            <a:spLocks noGrp="1"/>
          </p:cNvSpPr>
          <p:nvPr>
            <p:ph type="body" sz="quarter" idx="33" hasCustomPrompt="1"/>
          </p:nvPr>
        </p:nvSpPr>
        <p:spPr>
          <a:xfrm>
            <a:off x="8149164" y="5267538"/>
            <a:ext cx="3312054" cy="516552"/>
          </a:xfrm>
        </p:spPr>
        <p:txBody>
          <a:bodyPr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Tree>
    <p:extLst>
      <p:ext uri="{BB962C8B-B14F-4D97-AF65-F5344CB8AC3E}">
        <p14:creationId xmlns:p14="http://schemas.microsoft.com/office/powerpoint/2010/main" val="33830670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xt block + 4 text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8" y="542925"/>
            <a:ext cx="10729380"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8" y="966984"/>
            <a:ext cx="10729380" cy="313932"/>
          </a:xfrm>
        </p:spPr>
        <p:txBody>
          <a:bodyPr wrap="square">
            <a:spAutoFit/>
          </a:bodyPr>
          <a:lstStyle>
            <a:lvl1pPr marL="0" indent="0">
              <a:buNone/>
              <a:defRPr b="0"/>
            </a:lvl1pPr>
          </a:lstStyle>
          <a:p>
            <a:pPr lvl="0"/>
            <a:r>
              <a:rPr lang="fr-FR"/>
              <a:t>Subtitle of the slide</a:t>
            </a:r>
            <a:endParaRPr lang="fr-FR" dirty="0"/>
          </a:p>
        </p:txBody>
      </p:sp>
      <p:sp>
        <p:nvSpPr>
          <p:cNvPr id="8" name="Espace réservé du texte 5">
            <a:extLst>
              <a:ext uri="{FF2B5EF4-FFF2-40B4-BE49-F238E27FC236}">
                <a16:creationId xmlns:a16="http://schemas.microsoft.com/office/drawing/2014/main" id="{0A7F3D12-F062-4578-E630-EDA719EABED7}"/>
              </a:ext>
            </a:extLst>
          </p:cNvPr>
          <p:cNvSpPr>
            <a:spLocks noGrp="1" noChangeAspect="1"/>
          </p:cNvSpPr>
          <p:nvPr>
            <p:ph type="body" sz="quarter" idx="16" hasCustomPrompt="1"/>
          </p:nvPr>
        </p:nvSpPr>
        <p:spPr>
          <a:xfrm>
            <a:off x="6580764" y="1669144"/>
            <a:ext cx="806400" cy="804542"/>
          </a:xfrm>
          <a:solidFill>
            <a:schemeClr val="tx1"/>
          </a:solidFill>
        </p:spPr>
        <p:txBody>
          <a:bodyPr lIns="0" tIns="0" bIns="0" anchor="ct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01</a:t>
            </a:r>
            <a:endParaRPr lang="en-US" dirty="0"/>
          </a:p>
        </p:txBody>
      </p:sp>
      <p:sp>
        <p:nvSpPr>
          <p:cNvPr id="11" name="Espace réservé du texte 5">
            <a:extLst>
              <a:ext uri="{FF2B5EF4-FFF2-40B4-BE49-F238E27FC236}">
                <a16:creationId xmlns:a16="http://schemas.microsoft.com/office/drawing/2014/main" id="{FEF86B42-EBB2-614B-6F5E-94FF20E99043}"/>
              </a:ext>
            </a:extLst>
          </p:cNvPr>
          <p:cNvSpPr>
            <a:spLocks noGrp="1" noChangeAspect="1"/>
          </p:cNvSpPr>
          <p:nvPr>
            <p:ph type="body" sz="quarter" idx="17" hasCustomPrompt="1"/>
          </p:nvPr>
        </p:nvSpPr>
        <p:spPr>
          <a:xfrm>
            <a:off x="6580764" y="2820610"/>
            <a:ext cx="806400" cy="804542"/>
          </a:xfrm>
          <a:solidFill>
            <a:schemeClr val="tx1"/>
          </a:solidFill>
        </p:spPr>
        <p:txBody>
          <a:bodyPr lIns="0" tIns="0" bIns="0" anchor="ct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02</a:t>
            </a:r>
            <a:endParaRPr lang="en-US" dirty="0"/>
          </a:p>
        </p:txBody>
      </p:sp>
      <p:sp>
        <p:nvSpPr>
          <p:cNvPr id="13" name="Espace réservé du texte 5">
            <a:extLst>
              <a:ext uri="{FF2B5EF4-FFF2-40B4-BE49-F238E27FC236}">
                <a16:creationId xmlns:a16="http://schemas.microsoft.com/office/drawing/2014/main" id="{D1DA17AB-8CD5-2C96-9982-16C323C603F6}"/>
              </a:ext>
            </a:extLst>
          </p:cNvPr>
          <p:cNvSpPr>
            <a:spLocks noGrp="1" noChangeAspect="1"/>
          </p:cNvSpPr>
          <p:nvPr>
            <p:ph type="body" sz="quarter" idx="18" hasCustomPrompt="1"/>
          </p:nvPr>
        </p:nvSpPr>
        <p:spPr>
          <a:xfrm>
            <a:off x="6580764" y="3972076"/>
            <a:ext cx="806400" cy="804542"/>
          </a:xfrm>
          <a:solidFill>
            <a:schemeClr val="tx1"/>
          </a:solidFill>
        </p:spPr>
        <p:txBody>
          <a:bodyPr lIns="0" tIns="0" bIns="0" anchor="ct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03</a:t>
            </a:r>
            <a:endParaRPr lang="en-US" dirty="0"/>
          </a:p>
        </p:txBody>
      </p:sp>
      <p:sp>
        <p:nvSpPr>
          <p:cNvPr id="14" name="Espace réservé du texte 5">
            <a:extLst>
              <a:ext uri="{FF2B5EF4-FFF2-40B4-BE49-F238E27FC236}">
                <a16:creationId xmlns:a16="http://schemas.microsoft.com/office/drawing/2014/main" id="{7937F10F-4B84-26A8-9D64-4AC18FE64C05}"/>
              </a:ext>
            </a:extLst>
          </p:cNvPr>
          <p:cNvSpPr>
            <a:spLocks noGrp="1" noChangeAspect="1"/>
          </p:cNvSpPr>
          <p:nvPr>
            <p:ph type="body" sz="quarter" idx="19" hasCustomPrompt="1"/>
          </p:nvPr>
        </p:nvSpPr>
        <p:spPr>
          <a:xfrm>
            <a:off x="6580764" y="5123543"/>
            <a:ext cx="806400" cy="804542"/>
          </a:xfrm>
          <a:solidFill>
            <a:schemeClr val="tx1"/>
          </a:solidFill>
        </p:spPr>
        <p:txBody>
          <a:bodyPr lIns="0" tIns="0" bIns="0" anchor="ct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04</a:t>
            </a:r>
            <a:endParaRPr lang="en-US" dirty="0"/>
          </a:p>
        </p:txBody>
      </p:sp>
      <p:sp>
        <p:nvSpPr>
          <p:cNvPr id="34" name="Espace réservé du texte 5">
            <a:extLst>
              <a:ext uri="{FF2B5EF4-FFF2-40B4-BE49-F238E27FC236}">
                <a16:creationId xmlns:a16="http://schemas.microsoft.com/office/drawing/2014/main" id="{49D09ECE-AF3D-002D-6161-86DC86C54FD9}"/>
              </a:ext>
            </a:extLst>
          </p:cNvPr>
          <p:cNvSpPr>
            <a:spLocks noGrp="1"/>
          </p:cNvSpPr>
          <p:nvPr>
            <p:ph type="body" sz="quarter" idx="30" hasCustomPrompt="1"/>
          </p:nvPr>
        </p:nvSpPr>
        <p:spPr>
          <a:xfrm>
            <a:off x="7387164" y="1813139"/>
            <a:ext cx="4074054" cy="516552"/>
          </a:xfrm>
        </p:spPr>
        <p:txBody>
          <a:bodyPr wrap="square"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35" name="Espace réservé du texte 5">
            <a:extLst>
              <a:ext uri="{FF2B5EF4-FFF2-40B4-BE49-F238E27FC236}">
                <a16:creationId xmlns:a16="http://schemas.microsoft.com/office/drawing/2014/main" id="{D203345B-B46B-0FD8-635F-95D564BB7429}"/>
              </a:ext>
            </a:extLst>
          </p:cNvPr>
          <p:cNvSpPr>
            <a:spLocks noGrp="1"/>
          </p:cNvSpPr>
          <p:nvPr>
            <p:ph type="body" sz="quarter" idx="31" hasCustomPrompt="1"/>
          </p:nvPr>
        </p:nvSpPr>
        <p:spPr>
          <a:xfrm>
            <a:off x="7387164" y="2964605"/>
            <a:ext cx="4074054" cy="516552"/>
          </a:xfrm>
        </p:spPr>
        <p:txBody>
          <a:bodyPr wrap="square"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36" name="Espace réservé du texte 5">
            <a:extLst>
              <a:ext uri="{FF2B5EF4-FFF2-40B4-BE49-F238E27FC236}">
                <a16:creationId xmlns:a16="http://schemas.microsoft.com/office/drawing/2014/main" id="{979A3A66-10C3-7D4D-BDC0-6E3637ADAA36}"/>
              </a:ext>
            </a:extLst>
          </p:cNvPr>
          <p:cNvSpPr>
            <a:spLocks noGrp="1"/>
          </p:cNvSpPr>
          <p:nvPr>
            <p:ph type="body" sz="quarter" idx="32" hasCustomPrompt="1"/>
          </p:nvPr>
        </p:nvSpPr>
        <p:spPr>
          <a:xfrm>
            <a:off x="7387164" y="4116071"/>
            <a:ext cx="4074054" cy="516552"/>
          </a:xfrm>
        </p:spPr>
        <p:txBody>
          <a:bodyPr wrap="square"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37" name="Espace réservé du texte 5">
            <a:extLst>
              <a:ext uri="{FF2B5EF4-FFF2-40B4-BE49-F238E27FC236}">
                <a16:creationId xmlns:a16="http://schemas.microsoft.com/office/drawing/2014/main" id="{EC2D85E7-653C-903D-1F38-FED1EDE04C68}"/>
              </a:ext>
            </a:extLst>
          </p:cNvPr>
          <p:cNvSpPr>
            <a:spLocks noGrp="1"/>
          </p:cNvSpPr>
          <p:nvPr>
            <p:ph type="body" sz="quarter" idx="33" hasCustomPrompt="1"/>
          </p:nvPr>
        </p:nvSpPr>
        <p:spPr>
          <a:xfrm>
            <a:off x="7387164" y="5267538"/>
            <a:ext cx="4074054" cy="516552"/>
          </a:xfrm>
        </p:spPr>
        <p:txBody>
          <a:bodyPr wrap="square" anchor="ctr" anchorCtr="0">
            <a:spAutoFit/>
          </a:bodyPr>
          <a:lstStyle>
            <a:lvl2pPr marL="180975" indent="-90488">
              <a:buFont typeface="Source Sans Pro" panose="020B0503030403020204" pitchFamily="34" charset="0"/>
              <a:buChar char=" "/>
              <a:defRPr/>
            </a:lvl2pPr>
            <a:lvl3pPr marL="147638" indent="0">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cxnSp>
        <p:nvCxnSpPr>
          <p:cNvPr id="5" name="Straight Connector 21">
            <a:extLst>
              <a:ext uri="{FF2B5EF4-FFF2-40B4-BE49-F238E27FC236}">
                <a16:creationId xmlns:a16="http://schemas.microsoft.com/office/drawing/2014/main" id="{F8529961-D442-F06B-1476-834A05DF2602}"/>
              </a:ext>
            </a:extLst>
          </p:cNvPr>
          <p:cNvCxnSpPr>
            <a:cxnSpLocks/>
          </p:cNvCxnSpPr>
          <p:nvPr userDrawn="1"/>
        </p:nvCxnSpPr>
        <p:spPr>
          <a:xfrm>
            <a:off x="6096000" y="1669144"/>
            <a:ext cx="0" cy="4258943"/>
          </a:xfrm>
          <a:prstGeom prst="line">
            <a:avLst/>
          </a:prstGeom>
          <a:ln w="3175">
            <a:solidFill>
              <a:schemeClr val="bg1">
                <a:lumMod val="75000"/>
                <a:alpha val="75000"/>
              </a:schemeClr>
            </a:solidFill>
          </a:ln>
        </p:spPr>
        <p:style>
          <a:lnRef idx="1">
            <a:schemeClr val="accent1"/>
          </a:lnRef>
          <a:fillRef idx="0">
            <a:schemeClr val="accent1"/>
          </a:fillRef>
          <a:effectRef idx="0">
            <a:schemeClr val="accent1"/>
          </a:effectRef>
          <a:fontRef idx="minor">
            <a:schemeClr val="tx1"/>
          </a:fontRef>
        </p:style>
      </p:cxnSp>
      <p:sp>
        <p:nvSpPr>
          <p:cNvPr id="9" name="Espace réservé du texte 5">
            <a:extLst>
              <a:ext uri="{FF2B5EF4-FFF2-40B4-BE49-F238E27FC236}">
                <a16:creationId xmlns:a16="http://schemas.microsoft.com/office/drawing/2014/main" id="{C98FE295-BAAE-941A-B64B-3A70206B6223}"/>
              </a:ext>
            </a:extLst>
          </p:cNvPr>
          <p:cNvSpPr>
            <a:spLocks noGrp="1"/>
          </p:cNvSpPr>
          <p:nvPr>
            <p:ph type="body" sz="quarter" idx="12" hasCustomPrompt="1"/>
          </p:nvPr>
        </p:nvSpPr>
        <p:spPr>
          <a:xfrm>
            <a:off x="508000" y="1669144"/>
            <a:ext cx="5588000" cy="4307990"/>
          </a:xfrm>
        </p:spPr>
        <p:txBody>
          <a:bodyPr anchor="ctr"/>
          <a:lstStyle/>
          <a:p>
            <a:pPr lvl="0"/>
            <a:r>
              <a:rPr lang="fr-FR"/>
              <a:t>Click here to add your 01 level text</a:t>
            </a:r>
          </a:p>
          <a:p>
            <a:pPr lvl="1"/>
            <a:r>
              <a:rPr lang="fr-FR"/>
              <a:t>Click here to add your 02 level text</a:t>
            </a:r>
          </a:p>
          <a:p>
            <a:pPr lvl="2"/>
            <a:r>
              <a:rPr lang="fr-FR"/>
              <a:t>Click here to add your 03 level text</a:t>
            </a:r>
          </a:p>
        </p:txBody>
      </p:sp>
    </p:spTree>
    <p:extLst>
      <p:ext uri="{BB962C8B-B14F-4D97-AF65-F5344CB8AC3E}">
        <p14:creationId xmlns:p14="http://schemas.microsoft.com/office/powerpoint/2010/main" val="26956682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2x2 Section text A">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1990726" y="2199578"/>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9" name="Espace réservé du texte 5">
            <a:extLst>
              <a:ext uri="{FF2B5EF4-FFF2-40B4-BE49-F238E27FC236}">
                <a16:creationId xmlns:a16="http://schemas.microsoft.com/office/drawing/2014/main" id="{20976B59-13F4-0036-232C-A9179F51D100}"/>
              </a:ext>
            </a:extLst>
          </p:cNvPr>
          <p:cNvSpPr>
            <a:spLocks noGrp="1"/>
          </p:cNvSpPr>
          <p:nvPr>
            <p:ph type="body" sz="quarter" idx="20" hasCustomPrompt="1"/>
          </p:nvPr>
        </p:nvSpPr>
        <p:spPr>
          <a:xfrm>
            <a:off x="731838" y="2199578"/>
            <a:ext cx="1258887" cy="1896172"/>
          </a:xfrm>
          <a:solidFill>
            <a:schemeClr val="tx1"/>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
        <p:nvSpPr>
          <p:cNvPr id="26" name="Espace réservé du texte 5">
            <a:extLst>
              <a:ext uri="{FF2B5EF4-FFF2-40B4-BE49-F238E27FC236}">
                <a16:creationId xmlns:a16="http://schemas.microsoft.com/office/drawing/2014/main" id="{FBD5C69C-133F-424C-9DAC-E81616F859DB}"/>
              </a:ext>
            </a:extLst>
          </p:cNvPr>
          <p:cNvSpPr>
            <a:spLocks noGrp="1"/>
          </p:cNvSpPr>
          <p:nvPr>
            <p:ph type="body" sz="quarter" idx="16" hasCustomPrompt="1"/>
          </p:nvPr>
        </p:nvSpPr>
        <p:spPr>
          <a:xfrm>
            <a:off x="731837" y="1420859"/>
            <a:ext cx="499824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7" name="Espace réservé du texte 5">
            <a:extLst>
              <a:ext uri="{FF2B5EF4-FFF2-40B4-BE49-F238E27FC236}">
                <a16:creationId xmlns:a16="http://schemas.microsoft.com/office/drawing/2014/main" id="{0F834BE1-E200-CF86-78D6-00318C098CDD}"/>
              </a:ext>
            </a:extLst>
          </p:cNvPr>
          <p:cNvSpPr>
            <a:spLocks noGrp="1"/>
          </p:cNvSpPr>
          <p:nvPr>
            <p:ph type="body" sz="quarter" idx="21" hasCustomPrompt="1"/>
          </p:nvPr>
        </p:nvSpPr>
        <p:spPr>
          <a:xfrm>
            <a:off x="6686810" y="1420858"/>
            <a:ext cx="499824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8" name="Espace réservé du texte 5">
            <a:extLst>
              <a:ext uri="{FF2B5EF4-FFF2-40B4-BE49-F238E27FC236}">
                <a16:creationId xmlns:a16="http://schemas.microsoft.com/office/drawing/2014/main" id="{728E1B5B-191D-E39F-6EAE-E7528A9E7EAF}"/>
              </a:ext>
            </a:extLst>
          </p:cNvPr>
          <p:cNvSpPr>
            <a:spLocks noGrp="1"/>
          </p:cNvSpPr>
          <p:nvPr>
            <p:ph type="body" sz="quarter" idx="22" hasCustomPrompt="1"/>
          </p:nvPr>
        </p:nvSpPr>
        <p:spPr>
          <a:xfrm>
            <a:off x="7945698" y="2199578"/>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29" name="Espace réservé du texte 5">
            <a:extLst>
              <a:ext uri="{FF2B5EF4-FFF2-40B4-BE49-F238E27FC236}">
                <a16:creationId xmlns:a16="http://schemas.microsoft.com/office/drawing/2014/main" id="{FAC4EEF8-6B9E-63B2-943E-416310D1E707}"/>
              </a:ext>
            </a:extLst>
          </p:cNvPr>
          <p:cNvSpPr>
            <a:spLocks noGrp="1"/>
          </p:cNvSpPr>
          <p:nvPr>
            <p:ph type="body" sz="quarter" idx="23" hasCustomPrompt="1"/>
          </p:nvPr>
        </p:nvSpPr>
        <p:spPr>
          <a:xfrm>
            <a:off x="6686810" y="2199578"/>
            <a:ext cx="1258887" cy="1896172"/>
          </a:xfrm>
          <a:solidFill>
            <a:schemeClr val="tx1"/>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
        <p:nvSpPr>
          <p:cNvPr id="30" name="Espace réservé du texte 5">
            <a:extLst>
              <a:ext uri="{FF2B5EF4-FFF2-40B4-BE49-F238E27FC236}">
                <a16:creationId xmlns:a16="http://schemas.microsoft.com/office/drawing/2014/main" id="{41EE1D0E-98A9-979A-0737-32AC8954CEE1}"/>
              </a:ext>
            </a:extLst>
          </p:cNvPr>
          <p:cNvSpPr>
            <a:spLocks noGrp="1"/>
          </p:cNvSpPr>
          <p:nvPr>
            <p:ph type="body" sz="quarter" idx="24" hasCustomPrompt="1"/>
          </p:nvPr>
        </p:nvSpPr>
        <p:spPr>
          <a:xfrm>
            <a:off x="1990726" y="4213162"/>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31" name="Espace réservé du texte 5">
            <a:extLst>
              <a:ext uri="{FF2B5EF4-FFF2-40B4-BE49-F238E27FC236}">
                <a16:creationId xmlns:a16="http://schemas.microsoft.com/office/drawing/2014/main" id="{79D31198-ADA9-0D6E-169C-356F19545291}"/>
              </a:ext>
            </a:extLst>
          </p:cNvPr>
          <p:cNvSpPr>
            <a:spLocks noGrp="1"/>
          </p:cNvSpPr>
          <p:nvPr>
            <p:ph type="body" sz="quarter" idx="25" hasCustomPrompt="1"/>
          </p:nvPr>
        </p:nvSpPr>
        <p:spPr>
          <a:xfrm>
            <a:off x="731838" y="4213162"/>
            <a:ext cx="1258887" cy="1896172"/>
          </a:xfrm>
          <a:solidFill>
            <a:schemeClr val="tx1"/>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
        <p:nvSpPr>
          <p:cNvPr id="32" name="Espace réservé du texte 5">
            <a:extLst>
              <a:ext uri="{FF2B5EF4-FFF2-40B4-BE49-F238E27FC236}">
                <a16:creationId xmlns:a16="http://schemas.microsoft.com/office/drawing/2014/main" id="{B6A757A7-A293-ABB2-5B68-435EC0FEC6A2}"/>
              </a:ext>
            </a:extLst>
          </p:cNvPr>
          <p:cNvSpPr>
            <a:spLocks noGrp="1"/>
          </p:cNvSpPr>
          <p:nvPr>
            <p:ph type="body" sz="quarter" idx="26" hasCustomPrompt="1"/>
          </p:nvPr>
        </p:nvSpPr>
        <p:spPr>
          <a:xfrm>
            <a:off x="7945698" y="4213162"/>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33" name="Espace réservé du texte 5">
            <a:extLst>
              <a:ext uri="{FF2B5EF4-FFF2-40B4-BE49-F238E27FC236}">
                <a16:creationId xmlns:a16="http://schemas.microsoft.com/office/drawing/2014/main" id="{6A0A6510-935B-BC06-DFFA-F768A8EF7805}"/>
              </a:ext>
            </a:extLst>
          </p:cNvPr>
          <p:cNvSpPr>
            <a:spLocks noGrp="1"/>
          </p:cNvSpPr>
          <p:nvPr>
            <p:ph type="body" sz="quarter" idx="27" hasCustomPrompt="1"/>
          </p:nvPr>
        </p:nvSpPr>
        <p:spPr>
          <a:xfrm>
            <a:off x="6686810" y="4213162"/>
            <a:ext cx="1258887" cy="1896172"/>
          </a:xfrm>
          <a:solidFill>
            <a:schemeClr val="tx1"/>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Tree>
    <p:extLst>
      <p:ext uri="{BB962C8B-B14F-4D97-AF65-F5344CB8AC3E}">
        <p14:creationId xmlns:p14="http://schemas.microsoft.com/office/powerpoint/2010/main" val="30579658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x2 Section text B">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1990726" y="2199578"/>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9" name="Espace réservé du texte 5">
            <a:extLst>
              <a:ext uri="{FF2B5EF4-FFF2-40B4-BE49-F238E27FC236}">
                <a16:creationId xmlns:a16="http://schemas.microsoft.com/office/drawing/2014/main" id="{20976B59-13F4-0036-232C-A9179F51D100}"/>
              </a:ext>
            </a:extLst>
          </p:cNvPr>
          <p:cNvSpPr>
            <a:spLocks noGrp="1"/>
          </p:cNvSpPr>
          <p:nvPr>
            <p:ph type="body" sz="quarter" idx="20" hasCustomPrompt="1"/>
          </p:nvPr>
        </p:nvSpPr>
        <p:spPr>
          <a:xfrm>
            <a:off x="731838" y="2199578"/>
            <a:ext cx="1258887" cy="1896172"/>
          </a:xfrm>
          <a:solidFill>
            <a:schemeClr val="accent5"/>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XX%</a:t>
            </a:r>
            <a:endParaRPr lang="en-US" dirty="0"/>
          </a:p>
        </p:txBody>
      </p:sp>
      <p:sp>
        <p:nvSpPr>
          <p:cNvPr id="26" name="Espace réservé du texte 5">
            <a:extLst>
              <a:ext uri="{FF2B5EF4-FFF2-40B4-BE49-F238E27FC236}">
                <a16:creationId xmlns:a16="http://schemas.microsoft.com/office/drawing/2014/main" id="{FBD5C69C-133F-424C-9DAC-E81616F859DB}"/>
              </a:ext>
            </a:extLst>
          </p:cNvPr>
          <p:cNvSpPr>
            <a:spLocks noGrp="1"/>
          </p:cNvSpPr>
          <p:nvPr>
            <p:ph type="body" sz="quarter" idx="16" hasCustomPrompt="1"/>
          </p:nvPr>
        </p:nvSpPr>
        <p:spPr>
          <a:xfrm>
            <a:off x="731837" y="1420858"/>
            <a:ext cx="499824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7" name="Espace réservé du texte 5">
            <a:extLst>
              <a:ext uri="{FF2B5EF4-FFF2-40B4-BE49-F238E27FC236}">
                <a16:creationId xmlns:a16="http://schemas.microsoft.com/office/drawing/2014/main" id="{0F834BE1-E200-CF86-78D6-00318C098CDD}"/>
              </a:ext>
            </a:extLst>
          </p:cNvPr>
          <p:cNvSpPr>
            <a:spLocks noGrp="1"/>
          </p:cNvSpPr>
          <p:nvPr>
            <p:ph type="body" sz="quarter" idx="21" hasCustomPrompt="1"/>
          </p:nvPr>
        </p:nvSpPr>
        <p:spPr>
          <a:xfrm>
            <a:off x="6686810" y="1420858"/>
            <a:ext cx="499824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8" name="Espace réservé du texte 5">
            <a:extLst>
              <a:ext uri="{FF2B5EF4-FFF2-40B4-BE49-F238E27FC236}">
                <a16:creationId xmlns:a16="http://schemas.microsoft.com/office/drawing/2014/main" id="{728E1B5B-191D-E39F-6EAE-E7528A9E7EAF}"/>
              </a:ext>
            </a:extLst>
          </p:cNvPr>
          <p:cNvSpPr>
            <a:spLocks noGrp="1"/>
          </p:cNvSpPr>
          <p:nvPr>
            <p:ph type="body" sz="quarter" idx="22" hasCustomPrompt="1"/>
          </p:nvPr>
        </p:nvSpPr>
        <p:spPr>
          <a:xfrm>
            <a:off x="7945698" y="2199578"/>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29" name="Espace réservé du texte 5">
            <a:extLst>
              <a:ext uri="{FF2B5EF4-FFF2-40B4-BE49-F238E27FC236}">
                <a16:creationId xmlns:a16="http://schemas.microsoft.com/office/drawing/2014/main" id="{FAC4EEF8-6B9E-63B2-943E-416310D1E707}"/>
              </a:ext>
            </a:extLst>
          </p:cNvPr>
          <p:cNvSpPr>
            <a:spLocks noGrp="1"/>
          </p:cNvSpPr>
          <p:nvPr>
            <p:ph type="body" sz="quarter" idx="23" hasCustomPrompt="1"/>
          </p:nvPr>
        </p:nvSpPr>
        <p:spPr>
          <a:xfrm>
            <a:off x="6686810" y="2199578"/>
            <a:ext cx="1258887" cy="1896172"/>
          </a:xfrm>
          <a:solidFill>
            <a:schemeClr val="accent5"/>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
        <p:nvSpPr>
          <p:cNvPr id="30" name="Espace réservé du texte 5">
            <a:extLst>
              <a:ext uri="{FF2B5EF4-FFF2-40B4-BE49-F238E27FC236}">
                <a16:creationId xmlns:a16="http://schemas.microsoft.com/office/drawing/2014/main" id="{41EE1D0E-98A9-979A-0737-32AC8954CEE1}"/>
              </a:ext>
            </a:extLst>
          </p:cNvPr>
          <p:cNvSpPr>
            <a:spLocks noGrp="1"/>
          </p:cNvSpPr>
          <p:nvPr>
            <p:ph type="body" sz="quarter" idx="24" hasCustomPrompt="1"/>
          </p:nvPr>
        </p:nvSpPr>
        <p:spPr>
          <a:xfrm>
            <a:off x="1990726" y="4213162"/>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31" name="Espace réservé du texte 5">
            <a:extLst>
              <a:ext uri="{FF2B5EF4-FFF2-40B4-BE49-F238E27FC236}">
                <a16:creationId xmlns:a16="http://schemas.microsoft.com/office/drawing/2014/main" id="{79D31198-ADA9-0D6E-169C-356F19545291}"/>
              </a:ext>
            </a:extLst>
          </p:cNvPr>
          <p:cNvSpPr>
            <a:spLocks noGrp="1"/>
          </p:cNvSpPr>
          <p:nvPr>
            <p:ph type="body" sz="quarter" idx="25" hasCustomPrompt="1"/>
          </p:nvPr>
        </p:nvSpPr>
        <p:spPr>
          <a:xfrm>
            <a:off x="731838" y="4213162"/>
            <a:ext cx="1258887" cy="1896172"/>
          </a:xfrm>
          <a:solidFill>
            <a:schemeClr val="accent5"/>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
        <p:nvSpPr>
          <p:cNvPr id="32" name="Espace réservé du texte 5">
            <a:extLst>
              <a:ext uri="{FF2B5EF4-FFF2-40B4-BE49-F238E27FC236}">
                <a16:creationId xmlns:a16="http://schemas.microsoft.com/office/drawing/2014/main" id="{B6A757A7-A293-ABB2-5B68-435EC0FEC6A2}"/>
              </a:ext>
            </a:extLst>
          </p:cNvPr>
          <p:cNvSpPr>
            <a:spLocks noGrp="1"/>
          </p:cNvSpPr>
          <p:nvPr>
            <p:ph type="body" sz="quarter" idx="26" hasCustomPrompt="1"/>
          </p:nvPr>
        </p:nvSpPr>
        <p:spPr>
          <a:xfrm>
            <a:off x="7945698" y="4213162"/>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33" name="Espace réservé du texte 5">
            <a:extLst>
              <a:ext uri="{FF2B5EF4-FFF2-40B4-BE49-F238E27FC236}">
                <a16:creationId xmlns:a16="http://schemas.microsoft.com/office/drawing/2014/main" id="{6A0A6510-935B-BC06-DFFA-F768A8EF7805}"/>
              </a:ext>
            </a:extLst>
          </p:cNvPr>
          <p:cNvSpPr>
            <a:spLocks noGrp="1"/>
          </p:cNvSpPr>
          <p:nvPr>
            <p:ph type="body" sz="quarter" idx="27" hasCustomPrompt="1"/>
          </p:nvPr>
        </p:nvSpPr>
        <p:spPr>
          <a:xfrm>
            <a:off x="6686810" y="4213162"/>
            <a:ext cx="1258887" cy="1896172"/>
          </a:xfrm>
          <a:solidFill>
            <a:schemeClr val="accent5"/>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Tree>
    <p:extLst>
      <p:ext uri="{BB962C8B-B14F-4D97-AF65-F5344CB8AC3E}">
        <p14:creationId xmlns:p14="http://schemas.microsoft.com/office/powerpoint/2010/main" val="26959820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2x2 Section text + Pict. A">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1990726" y="2199578"/>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9" name="Espace réservé du texte 5">
            <a:extLst>
              <a:ext uri="{FF2B5EF4-FFF2-40B4-BE49-F238E27FC236}">
                <a16:creationId xmlns:a16="http://schemas.microsoft.com/office/drawing/2014/main" id="{20976B59-13F4-0036-232C-A9179F51D100}"/>
              </a:ext>
            </a:extLst>
          </p:cNvPr>
          <p:cNvSpPr>
            <a:spLocks noGrp="1"/>
          </p:cNvSpPr>
          <p:nvPr>
            <p:ph type="body" sz="quarter" idx="20" hasCustomPrompt="1"/>
          </p:nvPr>
        </p:nvSpPr>
        <p:spPr>
          <a:xfrm>
            <a:off x="731838" y="2199578"/>
            <a:ext cx="1258887" cy="1896172"/>
          </a:xfrm>
          <a:solidFill>
            <a:schemeClr val="tx1"/>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
        <p:nvSpPr>
          <p:cNvPr id="26" name="Espace réservé du texte 5">
            <a:extLst>
              <a:ext uri="{FF2B5EF4-FFF2-40B4-BE49-F238E27FC236}">
                <a16:creationId xmlns:a16="http://schemas.microsoft.com/office/drawing/2014/main" id="{FBD5C69C-133F-424C-9DAC-E81616F859DB}"/>
              </a:ext>
            </a:extLst>
          </p:cNvPr>
          <p:cNvSpPr>
            <a:spLocks noGrp="1"/>
          </p:cNvSpPr>
          <p:nvPr>
            <p:ph type="body" sz="quarter" idx="16" hasCustomPrompt="1"/>
          </p:nvPr>
        </p:nvSpPr>
        <p:spPr>
          <a:xfrm>
            <a:off x="731837" y="1420858"/>
            <a:ext cx="499824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7" name="Espace réservé du texte 5">
            <a:extLst>
              <a:ext uri="{FF2B5EF4-FFF2-40B4-BE49-F238E27FC236}">
                <a16:creationId xmlns:a16="http://schemas.microsoft.com/office/drawing/2014/main" id="{0F834BE1-E200-CF86-78D6-00318C098CDD}"/>
              </a:ext>
            </a:extLst>
          </p:cNvPr>
          <p:cNvSpPr>
            <a:spLocks noGrp="1"/>
          </p:cNvSpPr>
          <p:nvPr>
            <p:ph type="body" sz="quarter" idx="21" hasCustomPrompt="1"/>
          </p:nvPr>
        </p:nvSpPr>
        <p:spPr>
          <a:xfrm>
            <a:off x="6686810" y="1420858"/>
            <a:ext cx="499824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8" name="Espace réservé du texte 5">
            <a:extLst>
              <a:ext uri="{FF2B5EF4-FFF2-40B4-BE49-F238E27FC236}">
                <a16:creationId xmlns:a16="http://schemas.microsoft.com/office/drawing/2014/main" id="{728E1B5B-191D-E39F-6EAE-E7528A9E7EAF}"/>
              </a:ext>
            </a:extLst>
          </p:cNvPr>
          <p:cNvSpPr>
            <a:spLocks noGrp="1"/>
          </p:cNvSpPr>
          <p:nvPr>
            <p:ph type="body" sz="quarter" idx="22" hasCustomPrompt="1"/>
          </p:nvPr>
        </p:nvSpPr>
        <p:spPr>
          <a:xfrm>
            <a:off x="7945698" y="2199578"/>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29" name="Espace réservé du texte 5">
            <a:extLst>
              <a:ext uri="{FF2B5EF4-FFF2-40B4-BE49-F238E27FC236}">
                <a16:creationId xmlns:a16="http://schemas.microsoft.com/office/drawing/2014/main" id="{FAC4EEF8-6B9E-63B2-943E-416310D1E707}"/>
              </a:ext>
            </a:extLst>
          </p:cNvPr>
          <p:cNvSpPr>
            <a:spLocks noGrp="1"/>
          </p:cNvSpPr>
          <p:nvPr>
            <p:ph type="body" sz="quarter" idx="23" hasCustomPrompt="1"/>
          </p:nvPr>
        </p:nvSpPr>
        <p:spPr>
          <a:xfrm>
            <a:off x="6686810" y="2199578"/>
            <a:ext cx="1258887" cy="1896172"/>
          </a:xfrm>
          <a:solidFill>
            <a:schemeClr val="tx1"/>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
        <p:nvSpPr>
          <p:cNvPr id="5" name="Espace réservé pour une image  6">
            <a:extLst>
              <a:ext uri="{FF2B5EF4-FFF2-40B4-BE49-F238E27FC236}">
                <a16:creationId xmlns:a16="http://schemas.microsoft.com/office/drawing/2014/main" id="{D950F33E-2E91-F7FE-684D-E6BA7AB9FCA9}"/>
              </a:ext>
            </a:extLst>
          </p:cNvPr>
          <p:cNvSpPr>
            <a:spLocks noGrp="1"/>
          </p:cNvSpPr>
          <p:nvPr>
            <p:ph type="pic" sz="quarter" idx="24" hasCustomPrompt="1"/>
          </p:nvPr>
        </p:nvSpPr>
        <p:spPr>
          <a:xfrm>
            <a:off x="731838" y="4213161"/>
            <a:ext cx="4998244" cy="1949513"/>
          </a:xfrm>
          <a:custGeom>
            <a:avLst/>
            <a:gdLst>
              <a:gd name="connsiteX0" fmla="*/ 0 w 5049914"/>
              <a:gd name="connsiteY0" fmla="*/ 0 h 6858000"/>
              <a:gd name="connsiteX1" fmla="*/ 5049914 w 5049914"/>
              <a:gd name="connsiteY1" fmla="*/ 0 h 6858000"/>
              <a:gd name="connsiteX2" fmla="*/ 5049914 w 5049914"/>
              <a:gd name="connsiteY2" fmla="*/ 6858000 h 6858000"/>
              <a:gd name="connsiteX3" fmla="*/ 0 w 504991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049914" h="6858000">
                <a:moveTo>
                  <a:pt x="0" y="0"/>
                </a:moveTo>
                <a:lnTo>
                  <a:pt x="5049914" y="0"/>
                </a:lnTo>
                <a:lnTo>
                  <a:pt x="5049914" y="6858000"/>
                </a:lnTo>
                <a:lnTo>
                  <a:pt x="0" y="6858000"/>
                </a:lnTo>
                <a:close/>
              </a:path>
            </a:pathLst>
          </a:custGeom>
          <a:solidFill>
            <a:schemeClr val="bg1">
              <a:lumMod val="95000"/>
            </a:schemeClr>
          </a:solidFill>
        </p:spPr>
        <p:txBody>
          <a:bodyPr wrap="square" bIns="432000" anchor="ctr">
            <a:noAutofit/>
          </a:bodyPr>
          <a:lstStyle>
            <a:lvl1pPr marL="0" indent="0" algn="ctr">
              <a:buNone/>
              <a:defRPr sz="1200" b="0">
                <a:solidFill>
                  <a:schemeClr val="bg1">
                    <a:lumMod val="50000"/>
                  </a:schemeClr>
                </a:solidFill>
              </a:defRPr>
            </a:lvl1pPr>
          </a:lstStyle>
          <a:p>
            <a:r>
              <a:rPr lang="fr-FR"/>
              <a:t>Picture</a:t>
            </a:r>
          </a:p>
        </p:txBody>
      </p:sp>
      <p:sp>
        <p:nvSpPr>
          <p:cNvPr id="8" name="Espace réservé pour une image  6">
            <a:extLst>
              <a:ext uri="{FF2B5EF4-FFF2-40B4-BE49-F238E27FC236}">
                <a16:creationId xmlns:a16="http://schemas.microsoft.com/office/drawing/2014/main" id="{D1A4F3A9-1296-6B0B-E966-BD6F475B49E8}"/>
              </a:ext>
            </a:extLst>
          </p:cNvPr>
          <p:cNvSpPr>
            <a:spLocks noGrp="1"/>
          </p:cNvSpPr>
          <p:nvPr>
            <p:ph type="pic" sz="quarter" idx="25" hasCustomPrompt="1"/>
          </p:nvPr>
        </p:nvSpPr>
        <p:spPr>
          <a:xfrm>
            <a:off x="6686810" y="4213161"/>
            <a:ext cx="4998244" cy="1949513"/>
          </a:xfrm>
          <a:custGeom>
            <a:avLst/>
            <a:gdLst>
              <a:gd name="connsiteX0" fmla="*/ 0 w 5049914"/>
              <a:gd name="connsiteY0" fmla="*/ 0 h 6858000"/>
              <a:gd name="connsiteX1" fmla="*/ 5049914 w 5049914"/>
              <a:gd name="connsiteY1" fmla="*/ 0 h 6858000"/>
              <a:gd name="connsiteX2" fmla="*/ 5049914 w 5049914"/>
              <a:gd name="connsiteY2" fmla="*/ 6858000 h 6858000"/>
              <a:gd name="connsiteX3" fmla="*/ 0 w 504991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049914" h="6858000">
                <a:moveTo>
                  <a:pt x="0" y="0"/>
                </a:moveTo>
                <a:lnTo>
                  <a:pt x="5049914" y="0"/>
                </a:lnTo>
                <a:lnTo>
                  <a:pt x="5049914" y="6858000"/>
                </a:lnTo>
                <a:lnTo>
                  <a:pt x="0" y="6858000"/>
                </a:lnTo>
                <a:close/>
              </a:path>
            </a:pathLst>
          </a:custGeom>
          <a:solidFill>
            <a:schemeClr val="bg1">
              <a:lumMod val="95000"/>
            </a:schemeClr>
          </a:solidFill>
        </p:spPr>
        <p:txBody>
          <a:bodyPr wrap="square" bIns="432000" anchor="ctr">
            <a:noAutofit/>
          </a:bodyPr>
          <a:lstStyle>
            <a:lvl1pPr marL="0" indent="0" algn="ctr">
              <a:buNone/>
              <a:defRPr sz="1200" b="0">
                <a:solidFill>
                  <a:schemeClr val="bg1">
                    <a:lumMod val="50000"/>
                  </a:schemeClr>
                </a:solidFill>
              </a:defRPr>
            </a:lvl1pPr>
          </a:lstStyle>
          <a:p>
            <a:r>
              <a:rPr lang="fr-FR"/>
              <a:t>Picture</a:t>
            </a:r>
          </a:p>
        </p:txBody>
      </p:sp>
    </p:spTree>
    <p:extLst>
      <p:ext uri="{BB962C8B-B14F-4D97-AF65-F5344CB8AC3E}">
        <p14:creationId xmlns:p14="http://schemas.microsoft.com/office/powerpoint/2010/main" val="2064779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2x2 Section text + Pict. B">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1990726" y="2199578"/>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9" name="Espace réservé du texte 5">
            <a:extLst>
              <a:ext uri="{FF2B5EF4-FFF2-40B4-BE49-F238E27FC236}">
                <a16:creationId xmlns:a16="http://schemas.microsoft.com/office/drawing/2014/main" id="{20976B59-13F4-0036-232C-A9179F51D100}"/>
              </a:ext>
            </a:extLst>
          </p:cNvPr>
          <p:cNvSpPr>
            <a:spLocks noGrp="1"/>
          </p:cNvSpPr>
          <p:nvPr>
            <p:ph type="body" sz="quarter" idx="20" hasCustomPrompt="1"/>
          </p:nvPr>
        </p:nvSpPr>
        <p:spPr>
          <a:xfrm>
            <a:off x="731838" y="2199578"/>
            <a:ext cx="1258887" cy="1896172"/>
          </a:xfrm>
          <a:solidFill>
            <a:schemeClr val="accent5"/>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
        <p:nvSpPr>
          <p:cNvPr id="26" name="Espace réservé du texte 5">
            <a:extLst>
              <a:ext uri="{FF2B5EF4-FFF2-40B4-BE49-F238E27FC236}">
                <a16:creationId xmlns:a16="http://schemas.microsoft.com/office/drawing/2014/main" id="{FBD5C69C-133F-424C-9DAC-E81616F859DB}"/>
              </a:ext>
            </a:extLst>
          </p:cNvPr>
          <p:cNvSpPr>
            <a:spLocks noGrp="1"/>
          </p:cNvSpPr>
          <p:nvPr>
            <p:ph type="body" sz="quarter" idx="16" hasCustomPrompt="1"/>
          </p:nvPr>
        </p:nvSpPr>
        <p:spPr>
          <a:xfrm>
            <a:off x="731837" y="1420858"/>
            <a:ext cx="499824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7" name="Espace réservé du texte 5">
            <a:extLst>
              <a:ext uri="{FF2B5EF4-FFF2-40B4-BE49-F238E27FC236}">
                <a16:creationId xmlns:a16="http://schemas.microsoft.com/office/drawing/2014/main" id="{0F834BE1-E200-CF86-78D6-00318C098CDD}"/>
              </a:ext>
            </a:extLst>
          </p:cNvPr>
          <p:cNvSpPr>
            <a:spLocks noGrp="1"/>
          </p:cNvSpPr>
          <p:nvPr>
            <p:ph type="body" sz="quarter" idx="21" hasCustomPrompt="1"/>
          </p:nvPr>
        </p:nvSpPr>
        <p:spPr>
          <a:xfrm>
            <a:off x="6686810" y="1420858"/>
            <a:ext cx="4998244" cy="661308"/>
          </a:xfrm>
          <a:solidFill>
            <a:schemeClr val="tx1"/>
          </a:solidFill>
        </p:spPr>
        <p:txBody>
          <a:bodyPr tIns="108000" bIns="108000" anchor="ctr">
            <a:sp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8" name="Espace réservé du texte 5">
            <a:extLst>
              <a:ext uri="{FF2B5EF4-FFF2-40B4-BE49-F238E27FC236}">
                <a16:creationId xmlns:a16="http://schemas.microsoft.com/office/drawing/2014/main" id="{728E1B5B-191D-E39F-6EAE-E7528A9E7EAF}"/>
              </a:ext>
            </a:extLst>
          </p:cNvPr>
          <p:cNvSpPr>
            <a:spLocks noGrp="1"/>
          </p:cNvSpPr>
          <p:nvPr>
            <p:ph type="body" sz="quarter" idx="22" hasCustomPrompt="1"/>
          </p:nvPr>
        </p:nvSpPr>
        <p:spPr>
          <a:xfrm>
            <a:off x="7945698" y="2199578"/>
            <a:ext cx="3739356" cy="1896172"/>
          </a:xfrm>
        </p:spPr>
        <p:txBody>
          <a:bodyPr>
            <a:norm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29" name="Espace réservé du texte 5">
            <a:extLst>
              <a:ext uri="{FF2B5EF4-FFF2-40B4-BE49-F238E27FC236}">
                <a16:creationId xmlns:a16="http://schemas.microsoft.com/office/drawing/2014/main" id="{FAC4EEF8-6B9E-63B2-943E-416310D1E707}"/>
              </a:ext>
            </a:extLst>
          </p:cNvPr>
          <p:cNvSpPr>
            <a:spLocks noGrp="1"/>
          </p:cNvSpPr>
          <p:nvPr>
            <p:ph type="body" sz="quarter" idx="23" hasCustomPrompt="1"/>
          </p:nvPr>
        </p:nvSpPr>
        <p:spPr>
          <a:xfrm>
            <a:off x="6686810" y="2199578"/>
            <a:ext cx="1258887" cy="1896172"/>
          </a:xfrm>
          <a:solidFill>
            <a:schemeClr val="accent5"/>
          </a:solidFill>
        </p:spPr>
        <p:txBody>
          <a:bodyPr wrap="square" tIns="108000" bIns="108000" anchor="ctr">
            <a:noAutofit/>
          </a:bodyP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XX%</a:t>
            </a:r>
            <a:endParaRPr lang="en-US" dirty="0"/>
          </a:p>
        </p:txBody>
      </p:sp>
      <p:sp>
        <p:nvSpPr>
          <p:cNvPr id="5" name="Espace réservé pour une image  6">
            <a:extLst>
              <a:ext uri="{FF2B5EF4-FFF2-40B4-BE49-F238E27FC236}">
                <a16:creationId xmlns:a16="http://schemas.microsoft.com/office/drawing/2014/main" id="{D950F33E-2E91-F7FE-684D-E6BA7AB9FCA9}"/>
              </a:ext>
            </a:extLst>
          </p:cNvPr>
          <p:cNvSpPr>
            <a:spLocks noGrp="1"/>
          </p:cNvSpPr>
          <p:nvPr>
            <p:ph type="pic" sz="quarter" idx="24" hasCustomPrompt="1"/>
          </p:nvPr>
        </p:nvSpPr>
        <p:spPr>
          <a:xfrm>
            <a:off x="731838" y="4213161"/>
            <a:ext cx="4998244" cy="1949513"/>
          </a:xfrm>
          <a:custGeom>
            <a:avLst/>
            <a:gdLst>
              <a:gd name="connsiteX0" fmla="*/ 0 w 5049914"/>
              <a:gd name="connsiteY0" fmla="*/ 0 h 6858000"/>
              <a:gd name="connsiteX1" fmla="*/ 5049914 w 5049914"/>
              <a:gd name="connsiteY1" fmla="*/ 0 h 6858000"/>
              <a:gd name="connsiteX2" fmla="*/ 5049914 w 5049914"/>
              <a:gd name="connsiteY2" fmla="*/ 6858000 h 6858000"/>
              <a:gd name="connsiteX3" fmla="*/ 0 w 504991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049914" h="6858000">
                <a:moveTo>
                  <a:pt x="0" y="0"/>
                </a:moveTo>
                <a:lnTo>
                  <a:pt x="5049914" y="0"/>
                </a:lnTo>
                <a:lnTo>
                  <a:pt x="5049914" y="6858000"/>
                </a:lnTo>
                <a:lnTo>
                  <a:pt x="0" y="6858000"/>
                </a:lnTo>
                <a:close/>
              </a:path>
            </a:pathLst>
          </a:custGeom>
          <a:solidFill>
            <a:schemeClr val="bg1">
              <a:lumMod val="95000"/>
            </a:schemeClr>
          </a:solidFill>
        </p:spPr>
        <p:txBody>
          <a:bodyPr wrap="square" bIns="432000" anchor="ctr">
            <a:noAutofit/>
          </a:bodyPr>
          <a:lstStyle>
            <a:lvl1pPr marL="0" indent="0" algn="ctr">
              <a:buNone/>
              <a:defRPr sz="1200" b="0">
                <a:solidFill>
                  <a:schemeClr val="bg1">
                    <a:lumMod val="50000"/>
                  </a:schemeClr>
                </a:solidFill>
              </a:defRPr>
            </a:lvl1pPr>
          </a:lstStyle>
          <a:p>
            <a:r>
              <a:rPr lang="fr-FR"/>
              <a:t>Picture</a:t>
            </a:r>
          </a:p>
        </p:txBody>
      </p:sp>
      <p:sp>
        <p:nvSpPr>
          <p:cNvPr id="8" name="Espace réservé pour une image  6">
            <a:extLst>
              <a:ext uri="{FF2B5EF4-FFF2-40B4-BE49-F238E27FC236}">
                <a16:creationId xmlns:a16="http://schemas.microsoft.com/office/drawing/2014/main" id="{D1A4F3A9-1296-6B0B-E966-BD6F475B49E8}"/>
              </a:ext>
            </a:extLst>
          </p:cNvPr>
          <p:cNvSpPr>
            <a:spLocks noGrp="1"/>
          </p:cNvSpPr>
          <p:nvPr>
            <p:ph type="pic" sz="quarter" idx="25" hasCustomPrompt="1"/>
          </p:nvPr>
        </p:nvSpPr>
        <p:spPr>
          <a:xfrm>
            <a:off x="6686810" y="4213161"/>
            <a:ext cx="4998244" cy="1949513"/>
          </a:xfrm>
          <a:custGeom>
            <a:avLst/>
            <a:gdLst>
              <a:gd name="connsiteX0" fmla="*/ 0 w 5049914"/>
              <a:gd name="connsiteY0" fmla="*/ 0 h 6858000"/>
              <a:gd name="connsiteX1" fmla="*/ 5049914 w 5049914"/>
              <a:gd name="connsiteY1" fmla="*/ 0 h 6858000"/>
              <a:gd name="connsiteX2" fmla="*/ 5049914 w 5049914"/>
              <a:gd name="connsiteY2" fmla="*/ 6858000 h 6858000"/>
              <a:gd name="connsiteX3" fmla="*/ 0 w 504991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049914" h="6858000">
                <a:moveTo>
                  <a:pt x="0" y="0"/>
                </a:moveTo>
                <a:lnTo>
                  <a:pt x="5049914" y="0"/>
                </a:lnTo>
                <a:lnTo>
                  <a:pt x="5049914" y="6858000"/>
                </a:lnTo>
                <a:lnTo>
                  <a:pt x="0" y="6858000"/>
                </a:lnTo>
                <a:close/>
              </a:path>
            </a:pathLst>
          </a:custGeom>
          <a:solidFill>
            <a:schemeClr val="bg1">
              <a:lumMod val="95000"/>
            </a:schemeClr>
          </a:solidFill>
        </p:spPr>
        <p:txBody>
          <a:bodyPr wrap="square" bIns="432000" anchor="ctr">
            <a:noAutofit/>
          </a:bodyPr>
          <a:lstStyle>
            <a:lvl1pPr marL="0" indent="0" algn="ctr">
              <a:buNone/>
              <a:defRPr sz="1200" b="0">
                <a:solidFill>
                  <a:schemeClr val="bg1">
                    <a:lumMod val="50000"/>
                  </a:schemeClr>
                </a:solidFill>
              </a:defRPr>
            </a:lvl1pPr>
          </a:lstStyle>
          <a:p>
            <a:r>
              <a:rPr lang="fr-FR"/>
              <a:t>Picture</a:t>
            </a:r>
          </a:p>
        </p:txBody>
      </p:sp>
    </p:spTree>
    <p:extLst>
      <p:ext uri="{BB962C8B-B14F-4D97-AF65-F5344CB8AC3E}">
        <p14:creationId xmlns:p14="http://schemas.microsoft.com/office/powerpoint/2010/main" val="1761849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4x4 Text Blocs+ Head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B2E68C-2D3C-7FC6-6AD6-8532E13E4A0B}"/>
              </a:ext>
            </a:extLst>
          </p:cNvPr>
          <p:cNvSpPr/>
          <p:nvPr userDrawn="1"/>
        </p:nvSpPr>
        <p:spPr>
          <a:xfrm>
            <a:off x="0" y="6115050"/>
            <a:ext cx="12192000" cy="7429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26" name="Espace réservé du texte 5">
            <a:extLst>
              <a:ext uri="{FF2B5EF4-FFF2-40B4-BE49-F238E27FC236}">
                <a16:creationId xmlns:a16="http://schemas.microsoft.com/office/drawing/2014/main" id="{FBD5C69C-133F-424C-9DAC-E81616F859DB}"/>
              </a:ext>
            </a:extLst>
          </p:cNvPr>
          <p:cNvSpPr>
            <a:spLocks noGrp="1"/>
          </p:cNvSpPr>
          <p:nvPr>
            <p:ph type="body" sz="quarter" idx="16" hasCustomPrompt="1"/>
          </p:nvPr>
        </p:nvSpPr>
        <p:spPr>
          <a:xfrm>
            <a:off x="731836" y="1349071"/>
            <a:ext cx="10953217" cy="505581"/>
          </a:xfrm>
          <a:prstGeom prst="triangle">
            <a:avLst/>
          </a:prstGeom>
          <a:solidFill>
            <a:schemeClr val="tx1"/>
          </a:solidFill>
        </p:spPr>
        <p:txBody>
          <a:bodyPr wrap="square" tIns="108000" bIns="36000" anchor="b" anchorCtr="0">
            <a:noAutofit/>
          </a:bodyPr>
          <a:lstStyle>
            <a:lvl1pPr marL="0" indent="0" algn="ctr">
              <a:lnSpc>
                <a:spcPct val="80000"/>
              </a:lnSpc>
              <a:spcBef>
                <a:spcPts val="0"/>
              </a:spcBef>
              <a:buNone/>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Clik here</a:t>
            </a:r>
            <a:br>
              <a:rPr lang="fr-FR"/>
            </a:br>
            <a:r>
              <a:rPr lang="fr-FR"/>
              <a:t>to add your text</a:t>
            </a:r>
            <a:endParaRPr lang="en-US" dirty="0"/>
          </a:p>
        </p:txBody>
      </p:sp>
      <p:sp>
        <p:nvSpPr>
          <p:cNvPr id="11" name="Freeform 1">
            <a:extLst>
              <a:ext uri="{FF2B5EF4-FFF2-40B4-BE49-F238E27FC236}">
                <a16:creationId xmlns:a16="http://schemas.microsoft.com/office/drawing/2014/main" id="{66FE80B6-5A12-4A1A-112E-9590A5E39F87}"/>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cxnSp>
        <p:nvCxnSpPr>
          <p:cNvPr id="12" name="Connecteur droit 11">
            <a:extLst>
              <a:ext uri="{FF2B5EF4-FFF2-40B4-BE49-F238E27FC236}">
                <a16:creationId xmlns:a16="http://schemas.microsoft.com/office/drawing/2014/main" id="{DE12F57B-2608-AEF8-1AA5-BC061618DEC5}"/>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sp>
        <p:nvSpPr>
          <p:cNvPr id="6" name="Espace réservé du texte 5">
            <a:extLst>
              <a:ext uri="{FF2B5EF4-FFF2-40B4-BE49-F238E27FC236}">
                <a16:creationId xmlns:a16="http://schemas.microsoft.com/office/drawing/2014/main" id="{22A73724-50B4-45AC-BE32-26430BA9A652}"/>
              </a:ext>
            </a:extLst>
          </p:cNvPr>
          <p:cNvSpPr>
            <a:spLocks noGrp="1"/>
          </p:cNvSpPr>
          <p:nvPr>
            <p:ph type="body" sz="quarter" idx="12" hasCustomPrompt="1"/>
          </p:nvPr>
        </p:nvSpPr>
        <p:spPr>
          <a:xfrm>
            <a:off x="885825" y="2757070"/>
            <a:ext cx="2431256" cy="1691105"/>
          </a:xfrm>
        </p:spPr>
        <p:txBody>
          <a:bodyPr>
            <a:normAutofit/>
          </a:bodyPr>
          <a:lstStyle>
            <a:lvl1pPr>
              <a:defRPr sz="1200"/>
            </a:lvl1pPr>
            <a:lvl2pPr>
              <a:defRPr sz="1100"/>
            </a:lvl2pPr>
            <a:lvl3pPr>
              <a:defRPr sz="105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14" name="Espace réservé du texte 5">
            <a:extLst>
              <a:ext uri="{FF2B5EF4-FFF2-40B4-BE49-F238E27FC236}">
                <a16:creationId xmlns:a16="http://schemas.microsoft.com/office/drawing/2014/main" id="{E5EFFF0D-B704-9C12-BD41-343EB0653041}"/>
              </a:ext>
            </a:extLst>
          </p:cNvPr>
          <p:cNvSpPr>
            <a:spLocks noGrp="1"/>
          </p:cNvSpPr>
          <p:nvPr>
            <p:ph type="body" sz="quarter" idx="17" hasCustomPrompt="1"/>
          </p:nvPr>
        </p:nvSpPr>
        <p:spPr>
          <a:xfrm>
            <a:off x="731836" y="1847713"/>
            <a:ext cx="5478464" cy="828812"/>
          </a:xfrm>
          <a:solidFill>
            <a:schemeClr val="bg1">
              <a:lumMod val="95000"/>
            </a:schemeClr>
          </a:solidFill>
        </p:spPr>
        <p:txBody>
          <a:bodyPr anchor="ctr">
            <a:no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15" name="Espace réservé du texte 5">
            <a:extLst>
              <a:ext uri="{FF2B5EF4-FFF2-40B4-BE49-F238E27FC236}">
                <a16:creationId xmlns:a16="http://schemas.microsoft.com/office/drawing/2014/main" id="{3FF3DDBC-F151-02D3-46D6-69572B11E560}"/>
              </a:ext>
            </a:extLst>
          </p:cNvPr>
          <p:cNvSpPr>
            <a:spLocks noGrp="1"/>
          </p:cNvSpPr>
          <p:nvPr>
            <p:ph type="body" sz="quarter" idx="18" hasCustomPrompt="1"/>
          </p:nvPr>
        </p:nvSpPr>
        <p:spPr>
          <a:xfrm>
            <a:off x="6208444" y="1847713"/>
            <a:ext cx="5478464" cy="828812"/>
          </a:xfrm>
          <a:solidFill>
            <a:schemeClr val="bg1">
              <a:lumMod val="95000"/>
            </a:schemeClr>
          </a:solidFill>
        </p:spPr>
        <p:txBody>
          <a:bodyPr anchor="ctr">
            <a:noAutofit/>
          </a:bodyPr>
          <a:lstStyle>
            <a:lvl1pPr>
              <a:defRPr sz="1400"/>
            </a:lvl1pPr>
            <a:lvl2pPr>
              <a:defRPr sz="1200"/>
            </a:lvl2pPr>
            <a:lvl3pPr>
              <a:defRPr sz="110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22" name="Espace réservé du texte 5">
            <a:extLst>
              <a:ext uri="{FF2B5EF4-FFF2-40B4-BE49-F238E27FC236}">
                <a16:creationId xmlns:a16="http://schemas.microsoft.com/office/drawing/2014/main" id="{ECAAF274-2155-2020-72BD-488B4A76E948}"/>
              </a:ext>
            </a:extLst>
          </p:cNvPr>
          <p:cNvSpPr>
            <a:spLocks noGrp="1"/>
          </p:cNvSpPr>
          <p:nvPr>
            <p:ph type="body" sz="quarter" idx="19" hasCustomPrompt="1"/>
          </p:nvPr>
        </p:nvSpPr>
        <p:spPr>
          <a:xfrm>
            <a:off x="3625056" y="2757070"/>
            <a:ext cx="2431256" cy="1691105"/>
          </a:xfrm>
        </p:spPr>
        <p:txBody>
          <a:bodyPr>
            <a:normAutofit/>
          </a:bodyPr>
          <a:lstStyle>
            <a:lvl1pPr>
              <a:defRPr sz="1200"/>
            </a:lvl1pPr>
            <a:lvl2pPr>
              <a:defRPr sz="1100"/>
            </a:lvl2pPr>
            <a:lvl3pPr>
              <a:defRPr sz="105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23" name="Espace réservé du texte 5">
            <a:extLst>
              <a:ext uri="{FF2B5EF4-FFF2-40B4-BE49-F238E27FC236}">
                <a16:creationId xmlns:a16="http://schemas.microsoft.com/office/drawing/2014/main" id="{71B5463C-C07B-EBAE-F66C-0B89A7F39248}"/>
              </a:ext>
            </a:extLst>
          </p:cNvPr>
          <p:cNvSpPr>
            <a:spLocks noGrp="1"/>
          </p:cNvSpPr>
          <p:nvPr>
            <p:ph type="body" sz="quarter" idx="20" hasCustomPrompt="1"/>
          </p:nvPr>
        </p:nvSpPr>
        <p:spPr>
          <a:xfrm>
            <a:off x="6360578" y="2757070"/>
            <a:ext cx="2431256" cy="1691105"/>
          </a:xfrm>
        </p:spPr>
        <p:txBody>
          <a:bodyPr>
            <a:normAutofit/>
          </a:bodyPr>
          <a:lstStyle>
            <a:lvl1pPr>
              <a:defRPr sz="1200"/>
            </a:lvl1pPr>
            <a:lvl2pPr>
              <a:defRPr sz="1100"/>
            </a:lvl2pPr>
            <a:lvl3pPr>
              <a:defRPr sz="105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24" name="Espace réservé du texte 5">
            <a:extLst>
              <a:ext uri="{FF2B5EF4-FFF2-40B4-BE49-F238E27FC236}">
                <a16:creationId xmlns:a16="http://schemas.microsoft.com/office/drawing/2014/main" id="{5BD717FD-9DFE-539E-2431-3D3F4EB075F6}"/>
              </a:ext>
            </a:extLst>
          </p:cNvPr>
          <p:cNvSpPr>
            <a:spLocks noGrp="1"/>
          </p:cNvSpPr>
          <p:nvPr>
            <p:ph type="body" sz="quarter" idx="21" hasCustomPrompt="1"/>
          </p:nvPr>
        </p:nvSpPr>
        <p:spPr>
          <a:xfrm>
            <a:off x="9099809" y="2757070"/>
            <a:ext cx="2431256" cy="1691105"/>
          </a:xfrm>
        </p:spPr>
        <p:txBody>
          <a:bodyPr>
            <a:normAutofit/>
          </a:bodyPr>
          <a:lstStyle>
            <a:lvl1pPr>
              <a:defRPr sz="1200"/>
            </a:lvl1pPr>
            <a:lvl2pPr>
              <a:defRPr sz="1100"/>
            </a:lvl2pPr>
            <a:lvl3pPr>
              <a:defRPr sz="105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25" name="Espace réservé du texte 5">
            <a:extLst>
              <a:ext uri="{FF2B5EF4-FFF2-40B4-BE49-F238E27FC236}">
                <a16:creationId xmlns:a16="http://schemas.microsoft.com/office/drawing/2014/main" id="{147F3215-A666-623C-9060-97BBBBF7017C}"/>
              </a:ext>
            </a:extLst>
          </p:cNvPr>
          <p:cNvSpPr>
            <a:spLocks noGrp="1"/>
          </p:cNvSpPr>
          <p:nvPr>
            <p:ph type="body" sz="quarter" idx="22" hasCustomPrompt="1"/>
          </p:nvPr>
        </p:nvSpPr>
        <p:spPr>
          <a:xfrm>
            <a:off x="885825" y="4719441"/>
            <a:ext cx="2431256" cy="1433709"/>
          </a:xfrm>
        </p:spPr>
        <p:txBody>
          <a:bodyPr>
            <a:normAutofit/>
          </a:bodyPr>
          <a:lstStyle>
            <a:lvl1pPr>
              <a:defRPr sz="1200"/>
            </a:lvl1pPr>
            <a:lvl2pPr>
              <a:defRPr sz="1100"/>
            </a:lvl2pPr>
            <a:lvl3pPr>
              <a:defRPr sz="105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30" name="Espace réservé du texte 5">
            <a:extLst>
              <a:ext uri="{FF2B5EF4-FFF2-40B4-BE49-F238E27FC236}">
                <a16:creationId xmlns:a16="http://schemas.microsoft.com/office/drawing/2014/main" id="{2C8D7AF1-E844-68C7-49C4-8BB038124414}"/>
              </a:ext>
            </a:extLst>
          </p:cNvPr>
          <p:cNvSpPr>
            <a:spLocks noGrp="1"/>
          </p:cNvSpPr>
          <p:nvPr>
            <p:ph type="body" sz="quarter" idx="23" hasCustomPrompt="1"/>
          </p:nvPr>
        </p:nvSpPr>
        <p:spPr>
          <a:xfrm>
            <a:off x="3625056" y="4719441"/>
            <a:ext cx="2431256" cy="1433709"/>
          </a:xfrm>
        </p:spPr>
        <p:txBody>
          <a:bodyPr>
            <a:normAutofit/>
          </a:bodyPr>
          <a:lstStyle>
            <a:lvl1pPr>
              <a:defRPr sz="1200"/>
            </a:lvl1pPr>
            <a:lvl2pPr>
              <a:defRPr sz="1100"/>
            </a:lvl2pPr>
            <a:lvl3pPr>
              <a:defRPr sz="105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31" name="Espace réservé du texte 5">
            <a:extLst>
              <a:ext uri="{FF2B5EF4-FFF2-40B4-BE49-F238E27FC236}">
                <a16:creationId xmlns:a16="http://schemas.microsoft.com/office/drawing/2014/main" id="{8A00BD4C-6340-AC21-AB97-7C768B4E195D}"/>
              </a:ext>
            </a:extLst>
          </p:cNvPr>
          <p:cNvSpPr>
            <a:spLocks noGrp="1"/>
          </p:cNvSpPr>
          <p:nvPr>
            <p:ph type="body" sz="quarter" idx="24" hasCustomPrompt="1"/>
          </p:nvPr>
        </p:nvSpPr>
        <p:spPr>
          <a:xfrm>
            <a:off x="6360578" y="4719441"/>
            <a:ext cx="2431256" cy="1433709"/>
          </a:xfrm>
        </p:spPr>
        <p:txBody>
          <a:bodyPr>
            <a:normAutofit/>
          </a:bodyPr>
          <a:lstStyle>
            <a:lvl1pPr>
              <a:defRPr sz="1200"/>
            </a:lvl1pPr>
            <a:lvl2pPr>
              <a:defRPr sz="1100"/>
            </a:lvl2pPr>
            <a:lvl3pPr>
              <a:defRPr sz="105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
        <p:nvSpPr>
          <p:cNvPr id="32" name="Espace réservé du texte 5">
            <a:extLst>
              <a:ext uri="{FF2B5EF4-FFF2-40B4-BE49-F238E27FC236}">
                <a16:creationId xmlns:a16="http://schemas.microsoft.com/office/drawing/2014/main" id="{2183802A-CC09-22D0-52F4-DDF1B5DA3CCC}"/>
              </a:ext>
            </a:extLst>
          </p:cNvPr>
          <p:cNvSpPr>
            <a:spLocks noGrp="1"/>
          </p:cNvSpPr>
          <p:nvPr>
            <p:ph type="body" sz="quarter" idx="25" hasCustomPrompt="1"/>
          </p:nvPr>
        </p:nvSpPr>
        <p:spPr>
          <a:xfrm>
            <a:off x="9099809" y="4719441"/>
            <a:ext cx="2431256" cy="1433709"/>
          </a:xfrm>
        </p:spPr>
        <p:txBody>
          <a:bodyPr>
            <a:normAutofit/>
          </a:bodyPr>
          <a:lstStyle>
            <a:lvl1pPr>
              <a:defRPr sz="1200"/>
            </a:lvl1pPr>
            <a:lvl2pPr>
              <a:defRPr sz="1100"/>
            </a:lvl2pPr>
            <a:lvl3pPr>
              <a:defRPr sz="1050"/>
            </a:lvl3pPr>
            <a:lvl4pPr>
              <a:defRPr sz="1050"/>
            </a:lvl4pPr>
            <a:lvl5pPr>
              <a:defRPr sz="900"/>
            </a:lvl5pPr>
          </a:lstStyle>
          <a:p>
            <a:pPr lvl="0"/>
            <a:r>
              <a:rPr lang="fr-FR"/>
              <a:t>Click here to add your 01 level text</a:t>
            </a:r>
          </a:p>
          <a:p>
            <a:pPr lvl="1"/>
            <a:r>
              <a:rPr lang="fr-FR"/>
              <a:t>Click here to add your 02 level text</a:t>
            </a:r>
          </a:p>
          <a:p>
            <a:pPr lvl="2"/>
            <a:r>
              <a:rPr lang="fr-FR"/>
              <a:t>Click here to add your 03 level text</a:t>
            </a:r>
          </a:p>
        </p:txBody>
      </p:sp>
    </p:spTree>
    <p:extLst>
      <p:ext uri="{BB962C8B-B14F-4D97-AF65-F5344CB8AC3E}">
        <p14:creationId xmlns:p14="http://schemas.microsoft.com/office/powerpoint/2010/main" val="19709251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3 Charts + Tx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8" name="Espace réservé du texte 5">
            <a:extLst>
              <a:ext uri="{FF2B5EF4-FFF2-40B4-BE49-F238E27FC236}">
                <a16:creationId xmlns:a16="http://schemas.microsoft.com/office/drawing/2014/main" id="{0A7F3D12-F062-4578-E630-EDA719EABED7}"/>
              </a:ext>
            </a:extLst>
          </p:cNvPr>
          <p:cNvSpPr>
            <a:spLocks noGrp="1"/>
          </p:cNvSpPr>
          <p:nvPr>
            <p:ph type="body" sz="quarter" idx="16" hasCustomPrompt="1"/>
          </p:nvPr>
        </p:nvSpPr>
        <p:spPr>
          <a:xfrm>
            <a:off x="731838" y="3828117"/>
            <a:ext cx="3312054" cy="588605"/>
          </a:xfrm>
          <a:noFill/>
        </p:spPr>
        <p:txBody>
          <a:bodyPr tIns="72000" bIns="72000" anchor="ctr">
            <a:spAutoFit/>
          </a:bodyPr>
          <a:lstStyle>
            <a:lvl1pPr marL="0" indent="0" algn="ctr">
              <a:spcBef>
                <a:spcPts val="0"/>
              </a:spcBef>
              <a:buNone/>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9" name="Espace réservé du texte 5">
            <a:extLst>
              <a:ext uri="{FF2B5EF4-FFF2-40B4-BE49-F238E27FC236}">
                <a16:creationId xmlns:a16="http://schemas.microsoft.com/office/drawing/2014/main" id="{D817E342-F5A1-C116-DD0F-36ADE0EA8D79}"/>
              </a:ext>
            </a:extLst>
          </p:cNvPr>
          <p:cNvSpPr>
            <a:spLocks noGrp="1"/>
          </p:cNvSpPr>
          <p:nvPr>
            <p:ph type="body" sz="quarter" idx="17" hasCustomPrompt="1"/>
          </p:nvPr>
        </p:nvSpPr>
        <p:spPr>
          <a:xfrm>
            <a:off x="4551891" y="3828117"/>
            <a:ext cx="3312053" cy="588605"/>
          </a:xfrm>
          <a:noFill/>
        </p:spPr>
        <p:txBody>
          <a:bodyPr tIns="72000" bIns="72000" anchor="ctr">
            <a:spAutoFit/>
          </a:bodyPr>
          <a:lstStyle>
            <a:lvl1pPr marL="0" indent="0" algn="ctr">
              <a:spcBef>
                <a:spcPts val="0"/>
              </a:spcBef>
              <a:buNone/>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10" name="Espace réservé du texte 5">
            <a:extLst>
              <a:ext uri="{FF2B5EF4-FFF2-40B4-BE49-F238E27FC236}">
                <a16:creationId xmlns:a16="http://schemas.microsoft.com/office/drawing/2014/main" id="{A1622C56-9A64-5BCC-6AAC-CBB27FCB2374}"/>
              </a:ext>
            </a:extLst>
          </p:cNvPr>
          <p:cNvSpPr>
            <a:spLocks noGrp="1"/>
          </p:cNvSpPr>
          <p:nvPr>
            <p:ph type="body" sz="quarter" idx="18" hasCustomPrompt="1"/>
          </p:nvPr>
        </p:nvSpPr>
        <p:spPr>
          <a:xfrm>
            <a:off x="8373003" y="3828117"/>
            <a:ext cx="3312053" cy="588605"/>
          </a:xfrm>
          <a:noFill/>
        </p:spPr>
        <p:txBody>
          <a:bodyPr tIns="72000" bIns="72000" anchor="ctr">
            <a:spAutoFit/>
          </a:bodyPr>
          <a:lstStyle>
            <a:lvl1pPr marL="0" indent="0" algn="ctr">
              <a:spcBef>
                <a:spcPts val="0"/>
              </a:spcBef>
              <a:buNone/>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11" name="Espace réservé du texte 5">
            <a:extLst>
              <a:ext uri="{FF2B5EF4-FFF2-40B4-BE49-F238E27FC236}">
                <a16:creationId xmlns:a16="http://schemas.microsoft.com/office/drawing/2014/main" id="{403DEF32-8B27-2B49-5BB9-615786899B7E}"/>
              </a:ext>
            </a:extLst>
          </p:cNvPr>
          <p:cNvSpPr>
            <a:spLocks noGrp="1"/>
          </p:cNvSpPr>
          <p:nvPr>
            <p:ph type="body" sz="quarter" idx="12" hasCustomPrompt="1"/>
          </p:nvPr>
        </p:nvSpPr>
        <p:spPr>
          <a:xfrm>
            <a:off x="730778" y="4541520"/>
            <a:ext cx="3312054" cy="1272540"/>
          </a:xfrm>
        </p:spPr>
        <p:txBody>
          <a:bodyPr>
            <a:normAutofit/>
          </a:bodyPr>
          <a:lstStyle>
            <a:lvl2pPr marL="0" indent="0" algn="ctr">
              <a:buFont typeface="Source Sans Pro" panose="020B0503030403020204" pitchFamily="34" charset="0"/>
              <a:buChar char=" "/>
              <a:defRPr sz="1200"/>
            </a:lvl2pPr>
            <a:lvl3pPr marL="0" indent="0" algn="ctr">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13" name="Espace réservé du texte 5">
            <a:extLst>
              <a:ext uri="{FF2B5EF4-FFF2-40B4-BE49-F238E27FC236}">
                <a16:creationId xmlns:a16="http://schemas.microsoft.com/office/drawing/2014/main" id="{73D2F655-45FB-4C89-5A19-263D549CB08F}"/>
              </a:ext>
            </a:extLst>
          </p:cNvPr>
          <p:cNvSpPr>
            <a:spLocks noGrp="1"/>
          </p:cNvSpPr>
          <p:nvPr>
            <p:ph type="body" sz="quarter" idx="19" hasCustomPrompt="1"/>
          </p:nvPr>
        </p:nvSpPr>
        <p:spPr>
          <a:xfrm>
            <a:off x="4550831" y="4541520"/>
            <a:ext cx="3312054" cy="1272540"/>
          </a:xfrm>
        </p:spPr>
        <p:txBody>
          <a:bodyPr>
            <a:normAutofit/>
          </a:bodyPr>
          <a:lstStyle>
            <a:lvl2pPr marL="0" indent="0" algn="ctr">
              <a:buFont typeface="Source Sans Pro" panose="020B0503030403020204" pitchFamily="34" charset="0"/>
              <a:buChar char=" "/>
              <a:defRPr sz="1200"/>
            </a:lvl2pPr>
            <a:lvl3pPr marL="0" indent="0" algn="ctr">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14" name="Espace réservé du texte 5">
            <a:extLst>
              <a:ext uri="{FF2B5EF4-FFF2-40B4-BE49-F238E27FC236}">
                <a16:creationId xmlns:a16="http://schemas.microsoft.com/office/drawing/2014/main" id="{1C9C7765-6448-6017-D8D8-C5C4068E24A2}"/>
              </a:ext>
            </a:extLst>
          </p:cNvPr>
          <p:cNvSpPr>
            <a:spLocks noGrp="1"/>
          </p:cNvSpPr>
          <p:nvPr>
            <p:ph type="body" sz="quarter" idx="20" hasCustomPrompt="1"/>
          </p:nvPr>
        </p:nvSpPr>
        <p:spPr>
          <a:xfrm>
            <a:off x="8373002" y="4541520"/>
            <a:ext cx="3312054" cy="1272540"/>
          </a:xfrm>
        </p:spPr>
        <p:txBody>
          <a:bodyPr>
            <a:normAutofit/>
          </a:bodyPr>
          <a:lstStyle>
            <a:lvl2pPr marL="0" indent="0" algn="ctr">
              <a:buFont typeface="Source Sans Pro" panose="020B0503030403020204" pitchFamily="34" charset="0"/>
              <a:buChar char=" "/>
              <a:defRPr sz="1200"/>
            </a:lvl2pPr>
            <a:lvl3pPr marL="0" indent="0" algn="ctr">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16" name="Espace réservé du graphique 15">
            <a:extLst>
              <a:ext uri="{FF2B5EF4-FFF2-40B4-BE49-F238E27FC236}">
                <a16:creationId xmlns:a16="http://schemas.microsoft.com/office/drawing/2014/main" id="{475691A7-7D79-6A2A-D172-07AE2C5B11A4}"/>
              </a:ext>
            </a:extLst>
          </p:cNvPr>
          <p:cNvSpPr>
            <a:spLocks noGrp="1"/>
          </p:cNvSpPr>
          <p:nvPr>
            <p:ph type="chart" sz="quarter" idx="21"/>
          </p:nvPr>
        </p:nvSpPr>
        <p:spPr>
          <a:xfrm>
            <a:off x="730250" y="1577975"/>
            <a:ext cx="3313113" cy="2125344"/>
          </a:xfrm>
        </p:spPr>
        <p:txBody>
          <a:bodyPr bIns="468000" anchor="ctr">
            <a:normAutofit/>
          </a:bodyPr>
          <a:lstStyle>
            <a:lvl1pPr marL="0" indent="0" algn="ctr">
              <a:buNone/>
              <a:defRPr sz="1000" b="0"/>
            </a:lvl1pPr>
          </a:lstStyle>
          <a:p>
            <a:endParaRPr lang="fr-FR"/>
          </a:p>
        </p:txBody>
      </p:sp>
      <p:sp>
        <p:nvSpPr>
          <p:cNvPr id="17" name="Espace réservé du graphique 15">
            <a:extLst>
              <a:ext uri="{FF2B5EF4-FFF2-40B4-BE49-F238E27FC236}">
                <a16:creationId xmlns:a16="http://schemas.microsoft.com/office/drawing/2014/main" id="{9D7B8B5E-988F-CDD6-9FA5-95F855C41003}"/>
              </a:ext>
            </a:extLst>
          </p:cNvPr>
          <p:cNvSpPr>
            <a:spLocks noGrp="1"/>
          </p:cNvSpPr>
          <p:nvPr>
            <p:ph type="chart" sz="quarter" idx="22"/>
          </p:nvPr>
        </p:nvSpPr>
        <p:spPr>
          <a:xfrm>
            <a:off x="4549772" y="1577975"/>
            <a:ext cx="3313113" cy="2125344"/>
          </a:xfrm>
        </p:spPr>
        <p:txBody>
          <a:bodyPr bIns="468000" anchor="ctr">
            <a:normAutofit/>
          </a:bodyPr>
          <a:lstStyle>
            <a:lvl1pPr marL="0" indent="0" algn="ctr">
              <a:buNone/>
              <a:defRPr sz="1000" b="0"/>
            </a:lvl1pPr>
          </a:lstStyle>
          <a:p>
            <a:endParaRPr lang="fr-FR"/>
          </a:p>
        </p:txBody>
      </p:sp>
      <p:sp>
        <p:nvSpPr>
          <p:cNvPr id="18" name="Espace réservé du graphique 15">
            <a:extLst>
              <a:ext uri="{FF2B5EF4-FFF2-40B4-BE49-F238E27FC236}">
                <a16:creationId xmlns:a16="http://schemas.microsoft.com/office/drawing/2014/main" id="{C9851A5E-5D01-A94E-F4C4-903BBA3042D3}"/>
              </a:ext>
            </a:extLst>
          </p:cNvPr>
          <p:cNvSpPr>
            <a:spLocks noGrp="1"/>
          </p:cNvSpPr>
          <p:nvPr>
            <p:ph type="chart" sz="quarter" idx="23"/>
          </p:nvPr>
        </p:nvSpPr>
        <p:spPr>
          <a:xfrm>
            <a:off x="8371943" y="1577975"/>
            <a:ext cx="3313113" cy="2125344"/>
          </a:xfrm>
        </p:spPr>
        <p:txBody>
          <a:bodyPr bIns="468000" anchor="ctr">
            <a:normAutofit/>
          </a:bodyPr>
          <a:lstStyle>
            <a:lvl1pPr marL="0" indent="0" algn="ctr">
              <a:buNone/>
              <a:defRPr sz="1000" b="0"/>
            </a:lvl1pPr>
          </a:lstStyle>
          <a:p>
            <a:endParaRPr lang="fr-FR"/>
          </a:p>
        </p:txBody>
      </p:sp>
    </p:spTree>
    <p:extLst>
      <p:ext uri="{BB962C8B-B14F-4D97-AF65-F5344CB8AC3E}">
        <p14:creationId xmlns:p14="http://schemas.microsoft.com/office/powerpoint/2010/main" val="40520260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4 Charts + Tx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8" name="Espace réservé du texte 5">
            <a:extLst>
              <a:ext uri="{FF2B5EF4-FFF2-40B4-BE49-F238E27FC236}">
                <a16:creationId xmlns:a16="http://schemas.microsoft.com/office/drawing/2014/main" id="{0A7F3D12-F062-4578-E630-EDA719EABED7}"/>
              </a:ext>
            </a:extLst>
          </p:cNvPr>
          <p:cNvSpPr>
            <a:spLocks noGrp="1"/>
          </p:cNvSpPr>
          <p:nvPr>
            <p:ph type="body" sz="quarter" idx="16" hasCustomPrompt="1"/>
          </p:nvPr>
        </p:nvSpPr>
        <p:spPr>
          <a:xfrm>
            <a:off x="731838" y="3134697"/>
            <a:ext cx="2376363" cy="588605"/>
          </a:xfrm>
          <a:noFill/>
        </p:spPr>
        <p:txBody>
          <a:bodyPr wrap="square" tIns="72000" bIns="72000" anchor="ctr">
            <a:spAutoFit/>
          </a:bodyPr>
          <a:lstStyle>
            <a:lvl1pPr marL="0" indent="0" algn="ctr">
              <a:spcBef>
                <a:spcPts val="0"/>
              </a:spcBef>
              <a:buNone/>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11" name="Espace réservé du texte 5">
            <a:extLst>
              <a:ext uri="{FF2B5EF4-FFF2-40B4-BE49-F238E27FC236}">
                <a16:creationId xmlns:a16="http://schemas.microsoft.com/office/drawing/2014/main" id="{403DEF32-8B27-2B49-5BB9-615786899B7E}"/>
              </a:ext>
            </a:extLst>
          </p:cNvPr>
          <p:cNvSpPr>
            <a:spLocks noGrp="1"/>
          </p:cNvSpPr>
          <p:nvPr>
            <p:ph type="body" sz="quarter" idx="12" hasCustomPrompt="1"/>
          </p:nvPr>
        </p:nvSpPr>
        <p:spPr>
          <a:xfrm>
            <a:off x="730778" y="3848100"/>
            <a:ext cx="2376363" cy="2286000"/>
          </a:xfrm>
        </p:spPr>
        <p:txBody>
          <a:bodyPr>
            <a:normAutofit/>
          </a:bodyPr>
          <a:lstStyle>
            <a:lvl2pPr marL="0" indent="0" algn="ctr">
              <a:buFont typeface="Source Sans Pro" panose="020B0503030403020204" pitchFamily="34" charset="0"/>
              <a:buChar char=" "/>
              <a:defRPr sz="1200"/>
            </a:lvl2pPr>
            <a:lvl3pPr marL="0" indent="0" algn="ctr">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16" name="Espace réservé du graphique 15">
            <a:extLst>
              <a:ext uri="{FF2B5EF4-FFF2-40B4-BE49-F238E27FC236}">
                <a16:creationId xmlns:a16="http://schemas.microsoft.com/office/drawing/2014/main" id="{475691A7-7D79-6A2A-D172-07AE2C5B11A4}"/>
              </a:ext>
            </a:extLst>
          </p:cNvPr>
          <p:cNvSpPr>
            <a:spLocks noGrp="1"/>
          </p:cNvSpPr>
          <p:nvPr>
            <p:ph type="chart" sz="quarter" idx="21"/>
          </p:nvPr>
        </p:nvSpPr>
        <p:spPr>
          <a:xfrm>
            <a:off x="730250" y="1577975"/>
            <a:ext cx="2377123" cy="1347788"/>
          </a:xfrm>
        </p:spPr>
        <p:txBody>
          <a:bodyPr bIns="468000" anchor="ctr">
            <a:normAutofit/>
          </a:bodyPr>
          <a:lstStyle>
            <a:lvl1pPr marL="0" indent="0" algn="ctr">
              <a:buNone/>
              <a:defRPr sz="1000" b="0"/>
            </a:lvl1pPr>
          </a:lstStyle>
          <a:p>
            <a:endParaRPr lang="fr-FR"/>
          </a:p>
        </p:txBody>
      </p:sp>
      <p:sp>
        <p:nvSpPr>
          <p:cNvPr id="19" name="Espace réservé du texte 5">
            <a:extLst>
              <a:ext uri="{FF2B5EF4-FFF2-40B4-BE49-F238E27FC236}">
                <a16:creationId xmlns:a16="http://schemas.microsoft.com/office/drawing/2014/main" id="{68194463-AD98-148A-E0A2-A846AE5D4108}"/>
              </a:ext>
            </a:extLst>
          </p:cNvPr>
          <p:cNvSpPr>
            <a:spLocks noGrp="1"/>
          </p:cNvSpPr>
          <p:nvPr>
            <p:ph type="body" sz="quarter" idx="28" hasCustomPrompt="1"/>
          </p:nvPr>
        </p:nvSpPr>
        <p:spPr>
          <a:xfrm>
            <a:off x="3596647" y="3134697"/>
            <a:ext cx="2376363" cy="588605"/>
          </a:xfrm>
          <a:noFill/>
        </p:spPr>
        <p:txBody>
          <a:bodyPr wrap="square" tIns="72000" bIns="72000" anchor="ctr">
            <a:spAutoFit/>
          </a:bodyPr>
          <a:lstStyle>
            <a:lvl1pPr marL="0" indent="0" algn="ctr">
              <a:spcBef>
                <a:spcPts val="0"/>
              </a:spcBef>
              <a:buNone/>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0" name="Espace réservé du texte 5">
            <a:extLst>
              <a:ext uri="{FF2B5EF4-FFF2-40B4-BE49-F238E27FC236}">
                <a16:creationId xmlns:a16="http://schemas.microsoft.com/office/drawing/2014/main" id="{127246FA-904F-B3C8-DB81-997256042FC9}"/>
              </a:ext>
            </a:extLst>
          </p:cNvPr>
          <p:cNvSpPr>
            <a:spLocks noGrp="1"/>
          </p:cNvSpPr>
          <p:nvPr>
            <p:ph type="body" sz="quarter" idx="29" hasCustomPrompt="1"/>
          </p:nvPr>
        </p:nvSpPr>
        <p:spPr>
          <a:xfrm>
            <a:off x="3595587" y="3848100"/>
            <a:ext cx="2376363" cy="2286000"/>
          </a:xfrm>
        </p:spPr>
        <p:txBody>
          <a:bodyPr>
            <a:normAutofit/>
          </a:bodyPr>
          <a:lstStyle>
            <a:lvl2pPr marL="0" indent="0" algn="ctr">
              <a:buFont typeface="Source Sans Pro" panose="020B0503030403020204" pitchFamily="34" charset="0"/>
              <a:buChar char=" "/>
              <a:defRPr sz="1200"/>
            </a:lvl2pPr>
            <a:lvl3pPr marL="0" indent="0" algn="ctr">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21" name="Espace réservé du graphique 15">
            <a:extLst>
              <a:ext uri="{FF2B5EF4-FFF2-40B4-BE49-F238E27FC236}">
                <a16:creationId xmlns:a16="http://schemas.microsoft.com/office/drawing/2014/main" id="{81A5683A-7C9F-0064-F8AA-A159EC31D5D9}"/>
              </a:ext>
            </a:extLst>
          </p:cNvPr>
          <p:cNvSpPr>
            <a:spLocks noGrp="1"/>
          </p:cNvSpPr>
          <p:nvPr>
            <p:ph type="chart" sz="quarter" idx="30"/>
          </p:nvPr>
        </p:nvSpPr>
        <p:spPr>
          <a:xfrm>
            <a:off x="3595059" y="1577975"/>
            <a:ext cx="2377123" cy="1347788"/>
          </a:xfrm>
        </p:spPr>
        <p:txBody>
          <a:bodyPr bIns="468000" anchor="ctr">
            <a:normAutofit/>
          </a:bodyPr>
          <a:lstStyle>
            <a:lvl1pPr marL="0" indent="0" algn="ctr">
              <a:buNone/>
              <a:defRPr sz="1000" b="0"/>
            </a:lvl1pPr>
          </a:lstStyle>
          <a:p>
            <a:endParaRPr lang="fr-FR"/>
          </a:p>
        </p:txBody>
      </p:sp>
      <p:sp>
        <p:nvSpPr>
          <p:cNvPr id="22" name="Espace réservé du texte 5">
            <a:extLst>
              <a:ext uri="{FF2B5EF4-FFF2-40B4-BE49-F238E27FC236}">
                <a16:creationId xmlns:a16="http://schemas.microsoft.com/office/drawing/2014/main" id="{BED482BC-4AB6-E17E-4CF3-25897C34189B}"/>
              </a:ext>
            </a:extLst>
          </p:cNvPr>
          <p:cNvSpPr>
            <a:spLocks noGrp="1"/>
          </p:cNvSpPr>
          <p:nvPr>
            <p:ph type="body" sz="quarter" idx="31" hasCustomPrompt="1"/>
          </p:nvPr>
        </p:nvSpPr>
        <p:spPr>
          <a:xfrm>
            <a:off x="6459869" y="3134697"/>
            <a:ext cx="2376363" cy="588605"/>
          </a:xfrm>
          <a:noFill/>
        </p:spPr>
        <p:txBody>
          <a:bodyPr wrap="square" tIns="72000" bIns="72000" anchor="ctr">
            <a:spAutoFit/>
          </a:bodyPr>
          <a:lstStyle>
            <a:lvl1pPr marL="0" indent="0" algn="ctr">
              <a:spcBef>
                <a:spcPts val="0"/>
              </a:spcBef>
              <a:buNone/>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3" name="Espace réservé du texte 5">
            <a:extLst>
              <a:ext uri="{FF2B5EF4-FFF2-40B4-BE49-F238E27FC236}">
                <a16:creationId xmlns:a16="http://schemas.microsoft.com/office/drawing/2014/main" id="{FAEC4893-47C7-31E0-8A7C-BB6E880A78D9}"/>
              </a:ext>
            </a:extLst>
          </p:cNvPr>
          <p:cNvSpPr>
            <a:spLocks noGrp="1"/>
          </p:cNvSpPr>
          <p:nvPr>
            <p:ph type="body" sz="quarter" idx="32" hasCustomPrompt="1"/>
          </p:nvPr>
        </p:nvSpPr>
        <p:spPr>
          <a:xfrm>
            <a:off x="6458809" y="3848100"/>
            <a:ext cx="2376363" cy="2286000"/>
          </a:xfrm>
        </p:spPr>
        <p:txBody>
          <a:bodyPr>
            <a:normAutofit/>
          </a:bodyPr>
          <a:lstStyle>
            <a:lvl2pPr marL="0" indent="0" algn="ctr">
              <a:buFont typeface="Source Sans Pro" panose="020B0503030403020204" pitchFamily="34" charset="0"/>
              <a:buChar char=" "/>
              <a:defRPr sz="1200"/>
            </a:lvl2pPr>
            <a:lvl3pPr marL="0" indent="0" algn="ctr">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24" name="Espace réservé du graphique 15">
            <a:extLst>
              <a:ext uri="{FF2B5EF4-FFF2-40B4-BE49-F238E27FC236}">
                <a16:creationId xmlns:a16="http://schemas.microsoft.com/office/drawing/2014/main" id="{1B7D57B3-844C-20B9-686D-4CD3AE956C6E}"/>
              </a:ext>
            </a:extLst>
          </p:cNvPr>
          <p:cNvSpPr>
            <a:spLocks noGrp="1"/>
          </p:cNvSpPr>
          <p:nvPr>
            <p:ph type="chart" sz="quarter" idx="33"/>
          </p:nvPr>
        </p:nvSpPr>
        <p:spPr>
          <a:xfrm>
            <a:off x="6458281" y="1577975"/>
            <a:ext cx="2377123" cy="1347788"/>
          </a:xfrm>
        </p:spPr>
        <p:txBody>
          <a:bodyPr bIns="468000" anchor="ctr">
            <a:normAutofit/>
          </a:bodyPr>
          <a:lstStyle>
            <a:lvl1pPr marL="0" indent="0" algn="ctr">
              <a:buNone/>
              <a:defRPr sz="1000" b="0"/>
            </a:lvl1pPr>
          </a:lstStyle>
          <a:p>
            <a:endParaRPr lang="fr-FR"/>
          </a:p>
        </p:txBody>
      </p:sp>
      <p:sp>
        <p:nvSpPr>
          <p:cNvPr id="25" name="Espace réservé du texte 5">
            <a:extLst>
              <a:ext uri="{FF2B5EF4-FFF2-40B4-BE49-F238E27FC236}">
                <a16:creationId xmlns:a16="http://schemas.microsoft.com/office/drawing/2014/main" id="{B9A450E3-9EDE-683C-2660-F8C36E75DBE9}"/>
              </a:ext>
            </a:extLst>
          </p:cNvPr>
          <p:cNvSpPr>
            <a:spLocks noGrp="1"/>
          </p:cNvSpPr>
          <p:nvPr>
            <p:ph type="body" sz="quarter" idx="34" hasCustomPrompt="1"/>
          </p:nvPr>
        </p:nvSpPr>
        <p:spPr>
          <a:xfrm>
            <a:off x="9328547" y="3134697"/>
            <a:ext cx="2376363" cy="588605"/>
          </a:xfrm>
          <a:noFill/>
        </p:spPr>
        <p:txBody>
          <a:bodyPr wrap="square" tIns="72000" bIns="72000" anchor="ctr">
            <a:spAutoFit/>
          </a:bodyPr>
          <a:lstStyle>
            <a:lvl1pPr marL="0" indent="0" algn="ctr">
              <a:spcBef>
                <a:spcPts val="0"/>
              </a:spcBef>
              <a:buNone/>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Title</a:t>
            </a:r>
            <a:br>
              <a:rPr lang="fr-FR"/>
            </a:br>
            <a:r>
              <a:rPr lang="fr-FR"/>
              <a:t>of the section</a:t>
            </a:r>
            <a:endParaRPr lang="en-US" dirty="0"/>
          </a:p>
        </p:txBody>
      </p:sp>
      <p:sp>
        <p:nvSpPr>
          <p:cNvPr id="26" name="Espace réservé du texte 5">
            <a:extLst>
              <a:ext uri="{FF2B5EF4-FFF2-40B4-BE49-F238E27FC236}">
                <a16:creationId xmlns:a16="http://schemas.microsoft.com/office/drawing/2014/main" id="{586C3096-F21D-A259-B2CB-A4FEC95377A8}"/>
              </a:ext>
            </a:extLst>
          </p:cNvPr>
          <p:cNvSpPr>
            <a:spLocks noGrp="1"/>
          </p:cNvSpPr>
          <p:nvPr>
            <p:ph type="body" sz="quarter" idx="35" hasCustomPrompt="1"/>
          </p:nvPr>
        </p:nvSpPr>
        <p:spPr>
          <a:xfrm>
            <a:off x="9327487" y="3848100"/>
            <a:ext cx="2376363" cy="2286000"/>
          </a:xfrm>
        </p:spPr>
        <p:txBody>
          <a:bodyPr>
            <a:normAutofit/>
          </a:bodyPr>
          <a:lstStyle>
            <a:lvl2pPr marL="0" indent="0" algn="ctr">
              <a:buFont typeface="Source Sans Pro" panose="020B0503030403020204" pitchFamily="34" charset="0"/>
              <a:buChar char=" "/>
              <a:defRPr sz="1200"/>
            </a:lvl2pPr>
            <a:lvl3pPr marL="0" indent="0" algn="ctr">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27" name="Espace réservé du graphique 15">
            <a:extLst>
              <a:ext uri="{FF2B5EF4-FFF2-40B4-BE49-F238E27FC236}">
                <a16:creationId xmlns:a16="http://schemas.microsoft.com/office/drawing/2014/main" id="{3131DC71-01DD-A844-9B8B-856E200B0F21}"/>
              </a:ext>
            </a:extLst>
          </p:cNvPr>
          <p:cNvSpPr>
            <a:spLocks noGrp="1"/>
          </p:cNvSpPr>
          <p:nvPr>
            <p:ph type="chart" sz="quarter" idx="36"/>
          </p:nvPr>
        </p:nvSpPr>
        <p:spPr>
          <a:xfrm>
            <a:off x="9326959" y="1577975"/>
            <a:ext cx="2377123" cy="1347788"/>
          </a:xfrm>
        </p:spPr>
        <p:txBody>
          <a:bodyPr bIns="468000" anchor="ctr">
            <a:normAutofit/>
          </a:bodyPr>
          <a:lstStyle>
            <a:lvl1pPr marL="0" indent="0" algn="ctr">
              <a:buNone/>
              <a:defRPr sz="1000" b="0"/>
            </a:lvl1pPr>
          </a:lstStyle>
          <a:p>
            <a:endParaRPr lang="fr-FR"/>
          </a:p>
        </p:txBody>
      </p:sp>
    </p:spTree>
    <p:extLst>
      <p:ext uri="{BB962C8B-B14F-4D97-AF65-F5344CB8AC3E}">
        <p14:creationId xmlns:p14="http://schemas.microsoft.com/office/powerpoint/2010/main" val="14127005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4 Block text in a laptop">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1F206A68-9670-6C87-2E09-E440E2E6A54B}"/>
              </a:ext>
            </a:extLst>
          </p:cNvPr>
          <p:cNvSpPr/>
          <p:nvPr userDrawn="1"/>
        </p:nvSpPr>
        <p:spPr>
          <a:xfrm>
            <a:off x="1341846" y="2105025"/>
            <a:ext cx="4839879" cy="3209925"/>
          </a:xfrm>
          <a:prstGeom prst="rect">
            <a:avLst/>
          </a:prstGeom>
          <a:solidFill>
            <a:srgbClr val="000000"/>
          </a:soli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 name="Rectangle 4">
            <a:extLst>
              <a:ext uri="{FF2B5EF4-FFF2-40B4-BE49-F238E27FC236}">
                <a16:creationId xmlns:a16="http://schemas.microsoft.com/office/drawing/2014/main" id="{2B6A7AF5-FC24-37AF-5C4D-A36C538F3990}"/>
              </a:ext>
            </a:extLst>
          </p:cNvPr>
          <p:cNvSpPr/>
          <p:nvPr userDrawn="1"/>
        </p:nvSpPr>
        <p:spPr>
          <a:xfrm>
            <a:off x="0" y="5448301"/>
            <a:ext cx="12192000" cy="14097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2382"/>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2382"/>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731837" y="966984"/>
            <a:ext cx="10953217" cy="313932"/>
          </a:xfrm>
        </p:spPr>
        <p:txBody>
          <a:bodyPr wrap="square">
            <a:spAutoFit/>
          </a:bodyPr>
          <a:lstStyle>
            <a:lvl1pPr marL="0" indent="0">
              <a:buNone/>
              <a:defRPr b="0"/>
            </a:lvl1pPr>
          </a:lstStyle>
          <a:p>
            <a:pPr lvl="0"/>
            <a:r>
              <a:rPr lang="fr-FR"/>
              <a:t>Subtitle of the slide</a:t>
            </a:r>
            <a:endParaRPr lang="fr-FR" dirty="0"/>
          </a:p>
        </p:txBody>
      </p:sp>
      <p:sp>
        <p:nvSpPr>
          <p:cNvPr id="6" name="Freeform 1">
            <a:extLst>
              <a:ext uri="{FF2B5EF4-FFF2-40B4-BE49-F238E27FC236}">
                <a16:creationId xmlns:a16="http://schemas.microsoft.com/office/drawing/2014/main" id="{63F3B991-24DB-2232-1DA6-8C338B51702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cxnSp>
        <p:nvCxnSpPr>
          <p:cNvPr id="9" name="Connecteur droit 8">
            <a:extLst>
              <a:ext uri="{FF2B5EF4-FFF2-40B4-BE49-F238E27FC236}">
                <a16:creationId xmlns:a16="http://schemas.microsoft.com/office/drawing/2014/main" id="{D29C8996-F6D0-986C-B8F3-D44BE8259B15}"/>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pic>
        <p:nvPicPr>
          <p:cNvPr id="13" name="Image 12">
            <a:extLst>
              <a:ext uri="{FF2B5EF4-FFF2-40B4-BE49-F238E27FC236}">
                <a16:creationId xmlns:a16="http://schemas.microsoft.com/office/drawing/2014/main" id="{614E90F3-E875-303A-E4F1-85452BF29B91}"/>
              </a:ext>
            </a:extLst>
          </p:cNvPr>
          <p:cNvPicPr preferRelativeResize="0">
            <a:picLocks/>
          </p:cNvPicPr>
          <p:nvPr userDrawn="1"/>
        </p:nvPicPr>
        <p:blipFill>
          <a:blip r:embed="rId2"/>
          <a:stretch>
            <a:fillRect/>
          </a:stretch>
        </p:blipFill>
        <p:spPr>
          <a:xfrm>
            <a:off x="-58644" y="5282015"/>
            <a:ext cx="7677342" cy="370672"/>
          </a:xfrm>
          <a:prstGeom prst="rect">
            <a:avLst/>
          </a:prstGeom>
        </p:spPr>
      </p:pic>
      <p:pic>
        <p:nvPicPr>
          <p:cNvPr id="10" name="Image 9" descr="Une image contenant moniteur, équipement électronique, ordinateur, portable&#10;&#10;Description générée automatiquement">
            <a:extLst>
              <a:ext uri="{FF2B5EF4-FFF2-40B4-BE49-F238E27FC236}">
                <a16:creationId xmlns:a16="http://schemas.microsoft.com/office/drawing/2014/main" id="{8AEB38DB-2B0C-E91E-B24B-BD36B6F1DE5D}"/>
              </a:ext>
            </a:extLst>
          </p:cNvPr>
          <p:cNvPicPr>
            <a:picLocks noChangeAspect="1"/>
          </p:cNvPicPr>
          <p:nvPr userDrawn="1"/>
        </p:nvPicPr>
        <p:blipFill>
          <a:blip r:embed="rId3"/>
          <a:stretch>
            <a:fillRect/>
          </a:stretch>
        </p:blipFill>
        <p:spPr>
          <a:xfrm>
            <a:off x="731837" y="1968896"/>
            <a:ext cx="6096381" cy="3498455"/>
          </a:xfrm>
          <a:prstGeom prst="rect">
            <a:avLst/>
          </a:prstGeom>
        </p:spPr>
      </p:pic>
      <p:sp>
        <p:nvSpPr>
          <p:cNvPr id="41" name="Espace réservé du texte 40">
            <a:extLst>
              <a:ext uri="{FF2B5EF4-FFF2-40B4-BE49-F238E27FC236}">
                <a16:creationId xmlns:a16="http://schemas.microsoft.com/office/drawing/2014/main" id="{43D49702-6F3E-CF05-229B-0C09C7CB43D0}"/>
              </a:ext>
            </a:extLst>
          </p:cNvPr>
          <p:cNvSpPr>
            <a:spLocks noGrp="1"/>
          </p:cNvSpPr>
          <p:nvPr>
            <p:ph type="body" sz="quarter" idx="18" hasCustomPrompt="1"/>
          </p:nvPr>
        </p:nvSpPr>
        <p:spPr>
          <a:xfrm>
            <a:off x="1490232" y="2193457"/>
            <a:ext cx="749337" cy="749337"/>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a:solidFill>
            <a:schemeClr val="tx2"/>
          </a:solidFill>
        </p:spPr>
        <p:txBody>
          <a:bodyPr wrap="square">
            <a:noAutofit/>
          </a:bodyPr>
          <a:lstStyle>
            <a:lvl1pPr marL="0" indent="0">
              <a:buNone/>
              <a:defRPr/>
            </a:lvl1pPr>
          </a:lstStyle>
          <a:p>
            <a:pPr lvl="0"/>
            <a:r>
              <a:rPr lang="fr-FR"/>
              <a:t> </a:t>
            </a:r>
          </a:p>
        </p:txBody>
      </p:sp>
      <p:sp>
        <p:nvSpPr>
          <p:cNvPr id="43" name="Espace réservé du texte 42">
            <a:extLst>
              <a:ext uri="{FF2B5EF4-FFF2-40B4-BE49-F238E27FC236}">
                <a16:creationId xmlns:a16="http://schemas.microsoft.com/office/drawing/2014/main" id="{9EBFA05E-F660-015A-0E14-6F47DA152901}"/>
              </a:ext>
            </a:extLst>
          </p:cNvPr>
          <p:cNvSpPr>
            <a:spLocks noGrp="1"/>
          </p:cNvSpPr>
          <p:nvPr>
            <p:ph type="body" sz="quarter" idx="19" hasCustomPrompt="1"/>
          </p:nvPr>
        </p:nvSpPr>
        <p:spPr>
          <a:xfrm>
            <a:off x="1490232" y="2942793"/>
            <a:ext cx="749337" cy="749337"/>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a:solidFill>
            <a:schemeClr val="accent1"/>
          </a:solidFill>
        </p:spPr>
        <p:txBody>
          <a:bodyPr wrap="square">
            <a:noAutofit/>
          </a:bodyPr>
          <a:lstStyle>
            <a:lvl1pPr marL="0" indent="0">
              <a:buNone/>
              <a:defRPr/>
            </a:lvl1pPr>
          </a:lstStyle>
          <a:p>
            <a:pPr lvl="0"/>
            <a:r>
              <a:rPr lang="fr-FR"/>
              <a:t> </a:t>
            </a:r>
          </a:p>
        </p:txBody>
      </p:sp>
      <p:sp>
        <p:nvSpPr>
          <p:cNvPr id="44" name="Espace réservé du texte 43">
            <a:extLst>
              <a:ext uri="{FF2B5EF4-FFF2-40B4-BE49-F238E27FC236}">
                <a16:creationId xmlns:a16="http://schemas.microsoft.com/office/drawing/2014/main" id="{15D5ADBC-9958-A4D3-6468-8549A68C6870}"/>
              </a:ext>
            </a:extLst>
          </p:cNvPr>
          <p:cNvSpPr>
            <a:spLocks noGrp="1"/>
          </p:cNvSpPr>
          <p:nvPr>
            <p:ph type="body" sz="quarter" idx="20" hasCustomPrompt="1"/>
          </p:nvPr>
        </p:nvSpPr>
        <p:spPr>
          <a:xfrm>
            <a:off x="1490232" y="3692130"/>
            <a:ext cx="749337" cy="749337"/>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a:solidFill>
            <a:schemeClr val="tx2"/>
          </a:solidFill>
        </p:spPr>
        <p:txBody>
          <a:bodyPr wrap="square">
            <a:noAutofit/>
          </a:bodyPr>
          <a:lstStyle>
            <a:lvl1pPr marL="0" indent="0">
              <a:buNone/>
              <a:defRPr/>
            </a:lvl1pPr>
          </a:lstStyle>
          <a:p>
            <a:pPr lvl="0"/>
            <a:r>
              <a:rPr lang="fr-FR"/>
              <a:t> </a:t>
            </a:r>
          </a:p>
        </p:txBody>
      </p:sp>
      <p:sp>
        <p:nvSpPr>
          <p:cNvPr id="45" name="Espace réservé du texte 44">
            <a:extLst>
              <a:ext uri="{FF2B5EF4-FFF2-40B4-BE49-F238E27FC236}">
                <a16:creationId xmlns:a16="http://schemas.microsoft.com/office/drawing/2014/main" id="{9AC42168-8CA1-332A-FF0F-B574E44DD80B}"/>
              </a:ext>
            </a:extLst>
          </p:cNvPr>
          <p:cNvSpPr>
            <a:spLocks noGrp="1"/>
          </p:cNvSpPr>
          <p:nvPr>
            <p:ph type="body" sz="quarter" idx="21" hasCustomPrompt="1"/>
          </p:nvPr>
        </p:nvSpPr>
        <p:spPr>
          <a:xfrm>
            <a:off x="1490232" y="4441467"/>
            <a:ext cx="749337" cy="749337"/>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a:solidFill>
            <a:schemeClr val="accent1"/>
          </a:solidFill>
        </p:spPr>
        <p:txBody>
          <a:bodyPr wrap="square">
            <a:noAutofit/>
          </a:bodyPr>
          <a:lstStyle>
            <a:lvl1pPr marL="0" indent="0">
              <a:buNone/>
              <a:defRPr/>
            </a:lvl1pPr>
          </a:lstStyle>
          <a:p>
            <a:pPr lvl="0"/>
            <a:r>
              <a:rPr lang="fr-FR"/>
              <a:t> </a:t>
            </a:r>
          </a:p>
        </p:txBody>
      </p:sp>
      <p:sp>
        <p:nvSpPr>
          <p:cNvPr id="35" name="Espace réservé pour une image  34">
            <a:extLst>
              <a:ext uri="{FF2B5EF4-FFF2-40B4-BE49-F238E27FC236}">
                <a16:creationId xmlns:a16="http://schemas.microsoft.com/office/drawing/2014/main" id="{F060874B-960B-E937-70DF-2BE45997CB43}"/>
              </a:ext>
            </a:extLst>
          </p:cNvPr>
          <p:cNvSpPr>
            <a:spLocks noGrp="1"/>
          </p:cNvSpPr>
          <p:nvPr>
            <p:ph type="pic" sz="quarter" idx="17" hasCustomPrompt="1"/>
          </p:nvPr>
        </p:nvSpPr>
        <p:spPr>
          <a:xfrm>
            <a:off x="1625113" y="4558695"/>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Image</a:t>
            </a:r>
          </a:p>
        </p:txBody>
      </p:sp>
      <p:sp>
        <p:nvSpPr>
          <p:cNvPr id="36" name="Espace réservé pour une image  35">
            <a:extLst>
              <a:ext uri="{FF2B5EF4-FFF2-40B4-BE49-F238E27FC236}">
                <a16:creationId xmlns:a16="http://schemas.microsoft.com/office/drawing/2014/main" id="{B9BDFCB3-9D32-57A4-0682-012663EE179B}"/>
              </a:ext>
            </a:extLst>
          </p:cNvPr>
          <p:cNvSpPr>
            <a:spLocks noGrp="1"/>
          </p:cNvSpPr>
          <p:nvPr>
            <p:ph type="pic" sz="quarter" idx="16" hasCustomPrompt="1"/>
          </p:nvPr>
        </p:nvSpPr>
        <p:spPr>
          <a:xfrm>
            <a:off x="1625113" y="3809358"/>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Image</a:t>
            </a:r>
          </a:p>
        </p:txBody>
      </p:sp>
      <p:sp>
        <p:nvSpPr>
          <p:cNvPr id="37" name="Espace réservé pour une image  36">
            <a:extLst>
              <a:ext uri="{FF2B5EF4-FFF2-40B4-BE49-F238E27FC236}">
                <a16:creationId xmlns:a16="http://schemas.microsoft.com/office/drawing/2014/main" id="{1E70B1A5-3111-F04E-9754-39E0DD80934E}"/>
              </a:ext>
            </a:extLst>
          </p:cNvPr>
          <p:cNvSpPr>
            <a:spLocks noGrp="1"/>
          </p:cNvSpPr>
          <p:nvPr>
            <p:ph type="pic" sz="quarter" idx="15" hasCustomPrompt="1"/>
          </p:nvPr>
        </p:nvSpPr>
        <p:spPr>
          <a:xfrm>
            <a:off x="1625113" y="3060021"/>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Image</a:t>
            </a:r>
          </a:p>
        </p:txBody>
      </p:sp>
      <p:sp>
        <p:nvSpPr>
          <p:cNvPr id="38" name="Espace réservé pour une image  37">
            <a:extLst>
              <a:ext uri="{FF2B5EF4-FFF2-40B4-BE49-F238E27FC236}">
                <a16:creationId xmlns:a16="http://schemas.microsoft.com/office/drawing/2014/main" id="{98150F03-3B77-928C-1CB7-65E6433D1776}"/>
              </a:ext>
            </a:extLst>
          </p:cNvPr>
          <p:cNvSpPr>
            <a:spLocks noGrp="1"/>
          </p:cNvSpPr>
          <p:nvPr>
            <p:ph type="pic" sz="quarter" idx="14" hasCustomPrompt="1"/>
          </p:nvPr>
        </p:nvSpPr>
        <p:spPr>
          <a:xfrm>
            <a:off x="1625113" y="2310684"/>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Image</a:t>
            </a:r>
          </a:p>
        </p:txBody>
      </p:sp>
      <p:sp>
        <p:nvSpPr>
          <p:cNvPr id="47" name="Espace réservé du texte 5">
            <a:extLst>
              <a:ext uri="{FF2B5EF4-FFF2-40B4-BE49-F238E27FC236}">
                <a16:creationId xmlns:a16="http://schemas.microsoft.com/office/drawing/2014/main" id="{7BE21EA7-91AE-8D95-42A7-D29644DA838D}"/>
              </a:ext>
            </a:extLst>
          </p:cNvPr>
          <p:cNvSpPr>
            <a:spLocks noGrp="1"/>
          </p:cNvSpPr>
          <p:nvPr>
            <p:ph type="body" sz="quarter" idx="12" hasCustomPrompt="1"/>
          </p:nvPr>
        </p:nvSpPr>
        <p:spPr>
          <a:xfrm>
            <a:off x="2239569" y="4441467"/>
            <a:ext cx="3856431" cy="749336"/>
          </a:xfrm>
          <a:solidFill>
            <a:schemeClr val="bg1">
              <a:lumMod val="85000"/>
            </a:schemeClr>
          </a:solidFill>
        </p:spPr>
        <p:txBody>
          <a:bodyPr anchor="ctr">
            <a:normAutofit/>
          </a:bodyPr>
          <a:lstStyle>
            <a:lvl2pPr marL="85725" indent="-85725" algn="l">
              <a:buFont typeface="Source Sans Pro" panose="020B0503030403020204" pitchFamily="34" charset="0"/>
              <a:buChar char=" "/>
              <a:defRPr sz="1200"/>
            </a:lvl2pPr>
            <a:lvl3pPr marL="85725" indent="-85725" algn="l">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48" name="Espace réservé du texte 5">
            <a:extLst>
              <a:ext uri="{FF2B5EF4-FFF2-40B4-BE49-F238E27FC236}">
                <a16:creationId xmlns:a16="http://schemas.microsoft.com/office/drawing/2014/main" id="{27D914FF-AE4C-5F83-2454-D094C2F797E1}"/>
              </a:ext>
            </a:extLst>
          </p:cNvPr>
          <p:cNvSpPr>
            <a:spLocks noGrp="1"/>
          </p:cNvSpPr>
          <p:nvPr>
            <p:ph type="body" sz="quarter" idx="22" hasCustomPrompt="1"/>
          </p:nvPr>
        </p:nvSpPr>
        <p:spPr>
          <a:xfrm>
            <a:off x="6274551" y="4441467"/>
            <a:ext cx="5410503" cy="749336"/>
          </a:xfrm>
          <a:gradFill>
            <a:gsLst>
              <a:gs pos="10000">
                <a:schemeClr val="bg1">
                  <a:lumMod val="85000"/>
                </a:schemeClr>
              </a:gs>
              <a:gs pos="0">
                <a:schemeClr val="bg1">
                  <a:lumMod val="75000"/>
                </a:schemeClr>
              </a:gs>
            </a:gsLst>
            <a:lin ang="0" scaled="1"/>
          </a:gradFill>
        </p:spPr>
        <p:txBody>
          <a:bodyPr anchor="ctr">
            <a:normAutofit/>
          </a:bodyPr>
          <a:lstStyle>
            <a:lvl2pPr marL="85725" indent="-85725" algn="l">
              <a:buFont typeface="Source Sans Pro" panose="020B0503030403020204" pitchFamily="34" charset="0"/>
              <a:buChar char=" "/>
              <a:defRPr sz="1200"/>
            </a:lvl2pPr>
            <a:lvl3pPr marL="85725" indent="-85725" algn="l">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49" name="Espace réservé du texte 5">
            <a:extLst>
              <a:ext uri="{FF2B5EF4-FFF2-40B4-BE49-F238E27FC236}">
                <a16:creationId xmlns:a16="http://schemas.microsoft.com/office/drawing/2014/main" id="{7F8EB284-A638-6A54-7DFC-1A51AF7B0DAC}"/>
              </a:ext>
            </a:extLst>
          </p:cNvPr>
          <p:cNvSpPr>
            <a:spLocks noGrp="1"/>
          </p:cNvSpPr>
          <p:nvPr>
            <p:ph type="body" sz="quarter" idx="23" hasCustomPrompt="1"/>
          </p:nvPr>
        </p:nvSpPr>
        <p:spPr>
          <a:xfrm>
            <a:off x="2239569" y="3692130"/>
            <a:ext cx="3856431" cy="749336"/>
          </a:xfrm>
          <a:solidFill>
            <a:schemeClr val="bg1">
              <a:lumMod val="95000"/>
            </a:schemeClr>
          </a:solidFill>
        </p:spPr>
        <p:txBody>
          <a:bodyPr anchor="ctr">
            <a:normAutofit/>
          </a:bodyPr>
          <a:lstStyle>
            <a:lvl2pPr marL="85725" indent="-85725" algn="l">
              <a:buFont typeface="Source Sans Pro" panose="020B0503030403020204" pitchFamily="34" charset="0"/>
              <a:buChar char=" "/>
              <a:defRPr sz="1200"/>
            </a:lvl2pPr>
            <a:lvl3pPr marL="85725" indent="-85725" algn="l">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50" name="Espace réservé du texte 5">
            <a:extLst>
              <a:ext uri="{FF2B5EF4-FFF2-40B4-BE49-F238E27FC236}">
                <a16:creationId xmlns:a16="http://schemas.microsoft.com/office/drawing/2014/main" id="{809ECB14-999E-B68A-31D0-CAD0DA15BF1A}"/>
              </a:ext>
            </a:extLst>
          </p:cNvPr>
          <p:cNvSpPr>
            <a:spLocks noGrp="1"/>
          </p:cNvSpPr>
          <p:nvPr>
            <p:ph type="body" sz="quarter" idx="24" hasCustomPrompt="1"/>
          </p:nvPr>
        </p:nvSpPr>
        <p:spPr>
          <a:xfrm>
            <a:off x="6274551" y="3692130"/>
            <a:ext cx="5410503" cy="749336"/>
          </a:xfrm>
          <a:gradFill flip="none" rotWithShape="1">
            <a:gsLst>
              <a:gs pos="0">
                <a:schemeClr val="bg1">
                  <a:lumMod val="85000"/>
                </a:schemeClr>
              </a:gs>
              <a:gs pos="10000">
                <a:schemeClr val="bg1">
                  <a:lumMod val="95000"/>
                </a:schemeClr>
              </a:gs>
            </a:gsLst>
            <a:lin ang="0" scaled="1"/>
            <a:tileRect/>
          </a:gradFill>
        </p:spPr>
        <p:txBody>
          <a:bodyPr anchor="ctr">
            <a:normAutofit/>
          </a:bodyPr>
          <a:lstStyle>
            <a:lvl2pPr marL="85725" indent="-85725" algn="l">
              <a:buFont typeface="Source Sans Pro" panose="020B0503030403020204" pitchFamily="34" charset="0"/>
              <a:buChar char=" "/>
              <a:defRPr sz="1200"/>
            </a:lvl2pPr>
            <a:lvl3pPr marL="85725" indent="-85725" algn="l">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51" name="Espace réservé du texte 5">
            <a:extLst>
              <a:ext uri="{FF2B5EF4-FFF2-40B4-BE49-F238E27FC236}">
                <a16:creationId xmlns:a16="http://schemas.microsoft.com/office/drawing/2014/main" id="{B96971FC-D08F-6ACA-307A-02064B650A9C}"/>
              </a:ext>
            </a:extLst>
          </p:cNvPr>
          <p:cNvSpPr>
            <a:spLocks noGrp="1"/>
          </p:cNvSpPr>
          <p:nvPr>
            <p:ph type="body" sz="quarter" idx="25" hasCustomPrompt="1"/>
          </p:nvPr>
        </p:nvSpPr>
        <p:spPr>
          <a:xfrm>
            <a:off x="2239569" y="2942793"/>
            <a:ext cx="3856431" cy="749336"/>
          </a:xfrm>
          <a:solidFill>
            <a:schemeClr val="bg1">
              <a:lumMod val="85000"/>
            </a:schemeClr>
          </a:solidFill>
        </p:spPr>
        <p:txBody>
          <a:bodyPr anchor="ctr">
            <a:normAutofit/>
          </a:bodyPr>
          <a:lstStyle>
            <a:lvl2pPr marL="85725" indent="-85725" algn="l">
              <a:buFont typeface="Source Sans Pro" panose="020B0503030403020204" pitchFamily="34" charset="0"/>
              <a:buChar char=" "/>
              <a:defRPr sz="1200"/>
            </a:lvl2pPr>
            <a:lvl3pPr marL="85725" indent="-85725" algn="l">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52" name="Espace réservé du texte 5">
            <a:extLst>
              <a:ext uri="{FF2B5EF4-FFF2-40B4-BE49-F238E27FC236}">
                <a16:creationId xmlns:a16="http://schemas.microsoft.com/office/drawing/2014/main" id="{762C8AF2-4F24-2D9B-BF3E-E97BFF6E2428}"/>
              </a:ext>
            </a:extLst>
          </p:cNvPr>
          <p:cNvSpPr>
            <a:spLocks noGrp="1"/>
          </p:cNvSpPr>
          <p:nvPr>
            <p:ph type="body" sz="quarter" idx="26" hasCustomPrompt="1"/>
          </p:nvPr>
        </p:nvSpPr>
        <p:spPr>
          <a:xfrm>
            <a:off x="6274551" y="2942793"/>
            <a:ext cx="5410503" cy="749336"/>
          </a:xfrm>
          <a:gradFill>
            <a:gsLst>
              <a:gs pos="10000">
                <a:schemeClr val="bg1">
                  <a:lumMod val="85000"/>
                </a:schemeClr>
              </a:gs>
              <a:gs pos="0">
                <a:schemeClr val="bg1">
                  <a:lumMod val="75000"/>
                </a:schemeClr>
              </a:gs>
            </a:gsLst>
            <a:lin ang="0" scaled="1"/>
          </a:gradFill>
        </p:spPr>
        <p:txBody>
          <a:bodyPr anchor="ctr">
            <a:normAutofit/>
          </a:bodyPr>
          <a:lstStyle>
            <a:lvl2pPr marL="85725" indent="-85725" algn="l">
              <a:buFont typeface="Source Sans Pro" panose="020B0503030403020204" pitchFamily="34" charset="0"/>
              <a:buChar char=" "/>
              <a:defRPr sz="1200"/>
            </a:lvl2pPr>
            <a:lvl3pPr marL="85725" indent="-85725" algn="l">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53" name="Espace réservé du texte 5">
            <a:extLst>
              <a:ext uri="{FF2B5EF4-FFF2-40B4-BE49-F238E27FC236}">
                <a16:creationId xmlns:a16="http://schemas.microsoft.com/office/drawing/2014/main" id="{02E722DC-BF54-EFE0-EC6F-3044F590D9B0}"/>
              </a:ext>
            </a:extLst>
          </p:cNvPr>
          <p:cNvSpPr>
            <a:spLocks noGrp="1"/>
          </p:cNvSpPr>
          <p:nvPr>
            <p:ph type="body" sz="quarter" idx="27" hasCustomPrompt="1"/>
          </p:nvPr>
        </p:nvSpPr>
        <p:spPr>
          <a:xfrm>
            <a:off x="2239569" y="2193457"/>
            <a:ext cx="3856431" cy="749336"/>
          </a:xfrm>
          <a:solidFill>
            <a:schemeClr val="bg1">
              <a:lumMod val="95000"/>
            </a:schemeClr>
          </a:solidFill>
        </p:spPr>
        <p:txBody>
          <a:bodyPr anchor="ctr">
            <a:normAutofit/>
          </a:bodyPr>
          <a:lstStyle>
            <a:lvl2pPr marL="85725" indent="-85725" algn="l">
              <a:buFont typeface="Source Sans Pro" panose="020B0503030403020204" pitchFamily="34" charset="0"/>
              <a:buChar char=" "/>
              <a:defRPr sz="1200"/>
            </a:lvl2pPr>
            <a:lvl3pPr marL="85725" indent="-85725" algn="l">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
        <p:nvSpPr>
          <p:cNvPr id="54" name="Espace réservé du texte 5">
            <a:extLst>
              <a:ext uri="{FF2B5EF4-FFF2-40B4-BE49-F238E27FC236}">
                <a16:creationId xmlns:a16="http://schemas.microsoft.com/office/drawing/2014/main" id="{31861A45-9B2B-E200-B7B3-D0D9DB3A8589}"/>
              </a:ext>
            </a:extLst>
          </p:cNvPr>
          <p:cNvSpPr>
            <a:spLocks noGrp="1"/>
          </p:cNvSpPr>
          <p:nvPr>
            <p:ph type="body" sz="quarter" idx="28" hasCustomPrompt="1"/>
          </p:nvPr>
        </p:nvSpPr>
        <p:spPr>
          <a:xfrm>
            <a:off x="6274551" y="2193457"/>
            <a:ext cx="5410503" cy="749336"/>
          </a:xfrm>
          <a:gradFill flip="none" rotWithShape="1">
            <a:gsLst>
              <a:gs pos="0">
                <a:schemeClr val="bg1">
                  <a:lumMod val="85000"/>
                </a:schemeClr>
              </a:gs>
              <a:gs pos="10000">
                <a:schemeClr val="bg1">
                  <a:lumMod val="95000"/>
                </a:schemeClr>
              </a:gs>
            </a:gsLst>
            <a:lin ang="0" scaled="1"/>
            <a:tileRect/>
          </a:gradFill>
        </p:spPr>
        <p:txBody>
          <a:bodyPr anchor="ctr">
            <a:normAutofit/>
          </a:bodyPr>
          <a:lstStyle>
            <a:lvl2pPr marL="85725" indent="-85725" algn="l">
              <a:buFont typeface="Source Sans Pro" panose="020B0503030403020204" pitchFamily="34" charset="0"/>
              <a:buChar char=" "/>
              <a:defRPr sz="1200"/>
            </a:lvl2pPr>
            <a:lvl3pPr marL="85725" indent="-85725" algn="l">
              <a:buFont typeface="Source Sans Pro" panose="020B0503030403020204" pitchFamily="34" charset="0"/>
              <a:buChar char=" "/>
              <a:defRPr sz="1100"/>
            </a:lvl3pPr>
          </a:lstStyle>
          <a:p>
            <a:pPr lvl="1"/>
            <a:r>
              <a:rPr lang="fr-FR"/>
              <a:t>Click here to add your 01 level text</a:t>
            </a:r>
          </a:p>
          <a:p>
            <a:pPr lvl="2"/>
            <a:r>
              <a:rPr lang="fr-FR"/>
              <a:t>Click here to add your 02 level text</a:t>
            </a:r>
            <a:endParaRPr lang="en-US" dirty="0"/>
          </a:p>
        </p:txBody>
      </p:sp>
    </p:spTree>
    <p:extLst>
      <p:ext uri="{BB962C8B-B14F-4D97-AF65-F5344CB8AC3E}">
        <p14:creationId xmlns:p14="http://schemas.microsoft.com/office/powerpoint/2010/main" val="35704206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4 Block text in a smartphone A">
    <p:spTree>
      <p:nvGrpSpPr>
        <p:cNvPr id="1" name=""/>
        <p:cNvGrpSpPr/>
        <p:nvPr/>
      </p:nvGrpSpPr>
      <p:grpSpPr>
        <a:xfrm>
          <a:off x="0" y="0"/>
          <a:ext cx="0" cy="0"/>
          <a:chOff x="0" y="0"/>
          <a:chExt cx="0" cy="0"/>
        </a:xfrm>
      </p:grpSpPr>
      <p:sp>
        <p:nvSpPr>
          <p:cNvPr id="14" name="Forme libre : forme 13">
            <a:extLst>
              <a:ext uri="{FF2B5EF4-FFF2-40B4-BE49-F238E27FC236}">
                <a16:creationId xmlns:a16="http://schemas.microsoft.com/office/drawing/2014/main" id="{EF23B174-C6C0-F7F4-C871-45E34F5273B3}"/>
              </a:ext>
            </a:extLst>
          </p:cNvPr>
          <p:cNvSpPr/>
          <p:nvPr userDrawn="1"/>
        </p:nvSpPr>
        <p:spPr>
          <a:xfrm flipV="1">
            <a:off x="1614027" y="3792797"/>
            <a:ext cx="3250098" cy="720000"/>
          </a:xfrm>
          <a:custGeom>
            <a:avLst/>
            <a:gdLst>
              <a:gd name="connsiteX0" fmla="*/ 3352991 w 3352990"/>
              <a:gd name="connsiteY0" fmla="*/ 0 h 394144"/>
              <a:gd name="connsiteX1" fmla="*/ 0 w 3352990"/>
              <a:gd name="connsiteY1" fmla="*/ 0 h 394144"/>
              <a:gd name="connsiteX2" fmla="*/ 762 w 3352990"/>
              <a:gd name="connsiteY2" fmla="*/ 394144 h 394144"/>
              <a:gd name="connsiteX3" fmla="*/ 3352991 w 3352990"/>
              <a:gd name="connsiteY3" fmla="*/ 394144 h 394144"/>
              <a:gd name="connsiteX4" fmla="*/ 3352991 w 3352990"/>
              <a:gd name="connsiteY4" fmla="*/ 0 h 394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990" h="394144">
                <a:moveTo>
                  <a:pt x="3352991" y="0"/>
                </a:moveTo>
                <a:lnTo>
                  <a:pt x="0" y="0"/>
                </a:lnTo>
                <a:lnTo>
                  <a:pt x="762" y="394144"/>
                </a:lnTo>
                <a:lnTo>
                  <a:pt x="3352991" y="394144"/>
                </a:lnTo>
                <a:lnTo>
                  <a:pt x="3352991" y="0"/>
                </a:lnTo>
                <a:close/>
              </a:path>
            </a:pathLst>
          </a:custGeom>
          <a:solidFill>
            <a:schemeClr val="accent3"/>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000E9C"/>
              </a:solidFill>
              <a:effectLst/>
              <a:uLnTx/>
              <a:uFillTx/>
            </a:endParaRPr>
          </a:p>
        </p:txBody>
      </p:sp>
      <p:sp>
        <p:nvSpPr>
          <p:cNvPr id="15" name="Forme libre : forme 14">
            <a:extLst>
              <a:ext uri="{FF2B5EF4-FFF2-40B4-BE49-F238E27FC236}">
                <a16:creationId xmlns:a16="http://schemas.microsoft.com/office/drawing/2014/main" id="{38E69970-7E5C-9431-0DC7-19EF53A8CC00}"/>
              </a:ext>
            </a:extLst>
          </p:cNvPr>
          <p:cNvSpPr/>
          <p:nvPr userDrawn="1"/>
        </p:nvSpPr>
        <p:spPr>
          <a:xfrm flipV="1">
            <a:off x="0" y="3792797"/>
            <a:ext cx="1100138" cy="1118234"/>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0 w 609600"/>
              <a:gd name="connsiteY4" fmla="*/ 0 h 609600"/>
              <a:gd name="connsiteX5" fmla="*/ 0 w 609600"/>
              <a:gd name="connsiteY5" fmla="*/ 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 h="609600">
                <a:moveTo>
                  <a:pt x="0" y="0"/>
                </a:moveTo>
                <a:lnTo>
                  <a:pt x="609600" y="0"/>
                </a:lnTo>
                <a:lnTo>
                  <a:pt x="609600" y="609600"/>
                </a:lnTo>
                <a:lnTo>
                  <a:pt x="0" y="609600"/>
                </a:lnTo>
                <a:lnTo>
                  <a:pt x="0" y="0"/>
                </a:lnTo>
                <a:lnTo>
                  <a:pt x="0" y="0"/>
                </a:lnTo>
                <a:close/>
              </a:path>
            </a:pathLst>
          </a:custGeom>
          <a:solidFill>
            <a:schemeClr val="accent3"/>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endParaRPr>
          </a:p>
        </p:txBody>
      </p:sp>
      <p:sp>
        <p:nvSpPr>
          <p:cNvPr id="16" name="Forme libre : forme 15">
            <a:extLst>
              <a:ext uri="{FF2B5EF4-FFF2-40B4-BE49-F238E27FC236}">
                <a16:creationId xmlns:a16="http://schemas.microsoft.com/office/drawing/2014/main" id="{E0E1862E-6158-78A1-6E91-092DB54BE451}"/>
              </a:ext>
            </a:extLst>
          </p:cNvPr>
          <p:cNvSpPr/>
          <p:nvPr userDrawn="1"/>
        </p:nvSpPr>
        <p:spPr>
          <a:xfrm flipV="1">
            <a:off x="1099621" y="3792797"/>
            <a:ext cx="519643" cy="1113988"/>
          </a:xfrm>
          <a:custGeom>
            <a:avLst/>
            <a:gdLst>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33179 h 1116337"/>
              <a:gd name="connsiteX5" fmla="*/ 518440 w 519643"/>
              <a:gd name="connsiteY5" fmla="*/ 404169 h 1116337"/>
              <a:gd name="connsiteX6" fmla="*/ 518440 w 519643"/>
              <a:gd name="connsiteY6" fmla="*/ 387970 h 1116337"/>
              <a:gd name="connsiteX7" fmla="*/ 518784 w 519643"/>
              <a:gd name="connsiteY7" fmla="*/ 388315 h 1116337"/>
              <a:gd name="connsiteX8" fmla="*/ 519643 w 519643"/>
              <a:gd name="connsiteY8" fmla="*/ 1100138 h 1116337"/>
              <a:gd name="connsiteX9" fmla="*/ 519621 w 519643"/>
              <a:gd name="connsiteY9" fmla="*/ 1100138 h 1116337"/>
              <a:gd name="connsiteX10" fmla="*/ 519643 w 519643"/>
              <a:gd name="connsiteY10" fmla="*/ 1116337 h 1116337"/>
              <a:gd name="connsiteX11" fmla="*/ 0 w 519643"/>
              <a:gd name="connsiteY11" fmla="*/ 1116337 h 1116337"/>
              <a:gd name="connsiteX12" fmla="*/ 0 w 519643"/>
              <a:gd name="connsiteY12" fmla="*/ 1100138 h 1116337"/>
              <a:gd name="connsiteX13" fmla="*/ 0 w 519643"/>
              <a:gd name="connsiteY13" fmla="*/ 16199 h 1116337"/>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33179 h 1116337"/>
              <a:gd name="connsiteX5" fmla="*/ 518440 w 519643"/>
              <a:gd name="connsiteY5" fmla="*/ 404169 h 1116337"/>
              <a:gd name="connsiteX6" fmla="*/ 518440 w 519643"/>
              <a:gd name="connsiteY6" fmla="*/ 387970 h 1116337"/>
              <a:gd name="connsiteX7" fmla="*/ 518784 w 519643"/>
              <a:gd name="connsiteY7" fmla="*/ 388315 h 1116337"/>
              <a:gd name="connsiteX8" fmla="*/ 519643 w 519643"/>
              <a:gd name="connsiteY8" fmla="*/ 1100138 h 1116337"/>
              <a:gd name="connsiteX9" fmla="*/ 519621 w 519643"/>
              <a:gd name="connsiteY9" fmla="*/ 1100138 h 1116337"/>
              <a:gd name="connsiteX10" fmla="*/ 519643 w 519643"/>
              <a:gd name="connsiteY10" fmla="*/ 1116337 h 1116337"/>
              <a:gd name="connsiteX11" fmla="*/ 0 w 519643"/>
              <a:gd name="connsiteY11" fmla="*/ 1116337 h 1116337"/>
              <a:gd name="connsiteX12" fmla="*/ 0 w 519643"/>
              <a:gd name="connsiteY12" fmla="*/ 1100138 h 1116337"/>
              <a:gd name="connsiteX13" fmla="*/ 0 w 519643"/>
              <a:gd name="connsiteY13" fmla="*/ 0 h 1116337"/>
              <a:gd name="connsiteX0" fmla="*/ 59531 w 519643"/>
              <a:gd name="connsiteY0" fmla="*/ 0 h 1113951"/>
              <a:gd name="connsiteX1" fmla="*/ 518097 w 519643"/>
              <a:gd name="connsiteY1" fmla="*/ 386788 h 1113951"/>
              <a:gd name="connsiteX2" fmla="*/ 518097 w 519643"/>
              <a:gd name="connsiteY2" fmla="*/ 402987 h 1113951"/>
              <a:gd name="connsiteX3" fmla="*/ 518097 w 519643"/>
              <a:gd name="connsiteY3" fmla="*/ 430793 h 1113951"/>
              <a:gd name="connsiteX4" fmla="*/ 518440 w 519643"/>
              <a:gd name="connsiteY4" fmla="*/ 430793 h 1113951"/>
              <a:gd name="connsiteX5" fmla="*/ 518440 w 519643"/>
              <a:gd name="connsiteY5" fmla="*/ 401783 h 1113951"/>
              <a:gd name="connsiteX6" fmla="*/ 518440 w 519643"/>
              <a:gd name="connsiteY6" fmla="*/ 385584 h 1113951"/>
              <a:gd name="connsiteX7" fmla="*/ 518784 w 519643"/>
              <a:gd name="connsiteY7" fmla="*/ 385929 h 1113951"/>
              <a:gd name="connsiteX8" fmla="*/ 519643 w 519643"/>
              <a:gd name="connsiteY8" fmla="*/ 1097752 h 1113951"/>
              <a:gd name="connsiteX9" fmla="*/ 519621 w 519643"/>
              <a:gd name="connsiteY9" fmla="*/ 1097752 h 1113951"/>
              <a:gd name="connsiteX10" fmla="*/ 519643 w 519643"/>
              <a:gd name="connsiteY10" fmla="*/ 1113951 h 1113951"/>
              <a:gd name="connsiteX11" fmla="*/ 0 w 519643"/>
              <a:gd name="connsiteY11" fmla="*/ 1113951 h 1113951"/>
              <a:gd name="connsiteX12" fmla="*/ 0 w 519643"/>
              <a:gd name="connsiteY12" fmla="*/ 1097752 h 1113951"/>
              <a:gd name="connsiteX13" fmla="*/ 59531 w 519643"/>
              <a:gd name="connsiteY13" fmla="*/ 0 h 1113951"/>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33179 h 1116337"/>
              <a:gd name="connsiteX5" fmla="*/ 518440 w 519643"/>
              <a:gd name="connsiteY5" fmla="*/ 404169 h 1116337"/>
              <a:gd name="connsiteX6" fmla="*/ 518440 w 519643"/>
              <a:gd name="connsiteY6" fmla="*/ 387970 h 1116337"/>
              <a:gd name="connsiteX7" fmla="*/ 518784 w 519643"/>
              <a:gd name="connsiteY7" fmla="*/ 388315 h 1116337"/>
              <a:gd name="connsiteX8" fmla="*/ 519643 w 519643"/>
              <a:gd name="connsiteY8" fmla="*/ 1100138 h 1116337"/>
              <a:gd name="connsiteX9" fmla="*/ 519621 w 519643"/>
              <a:gd name="connsiteY9" fmla="*/ 1100138 h 1116337"/>
              <a:gd name="connsiteX10" fmla="*/ 519643 w 519643"/>
              <a:gd name="connsiteY10" fmla="*/ 1116337 h 1116337"/>
              <a:gd name="connsiteX11" fmla="*/ 0 w 519643"/>
              <a:gd name="connsiteY11" fmla="*/ 1116337 h 1116337"/>
              <a:gd name="connsiteX12" fmla="*/ 0 w 519643"/>
              <a:gd name="connsiteY12" fmla="*/ 1100138 h 1116337"/>
              <a:gd name="connsiteX13" fmla="*/ 0 w 519643"/>
              <a:gd name="connsiteY13" fmla="*/ 0 h 1116337"/>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04169 h 1116337"/>
              <a:gd name="connsiteX5" fmla="*/ 518440 w 519643"/>
              <a:gd name="connsiteY5" fmla="*/ 387970 h 1116337"/>
              <a:gd name="connsiteX6" fmla="*/ 518784 w 519643"/>
              <a:gd name="connsiteY6" fmla="*/ 388315 h 1116337"/>
              <a:gd name="connsiteX7" fmla="*/ 519643 w 519643"/>
              <a:gd name="connsiteY7" fmla="*/ 1100138 h 1116337"/>
              <a:gd name="connsiteX8" fmla="*/ 519621 w 519643"/>
              <a:gd name="connsiteY8" fmla="*/ 1100138 h 1116337"/>
              <a:gd name="connsiteX9" fmla="*/ 519643 w 519643"/>
              <a:gd name="connsiteY9" fmla="*/ 1116337 h 1116337"/>
              <a:gd name="connsiteX10" fmla="*/ 0 w 519643"/>
              <a:gd name="connsiteY10" fmla="*/ 1116337 h 1116337"/>
              <a:gd name="connsiteX11" fmla="*/ 0 w 519643"/>
              <a:gd name="connsiteY11" fmla="*/ 1100138 h 1116337"/>
              <a:gd name="connsiteX12" fmla="*/ 0 w 519643"/>
              <a:gd name="connsiteY12" fmla="*/ 0 h 1116337"/>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387970 h 1116337"/>
              <a:gd name="connsiteX5" fmla="*/ 518784 w 519643"/>
              <a:gd name="connsiteY5" fmla="*/ 388315 h 1116337"/>
              <a:gd name="connsiteX6" fmla="*/ 519643 w 519643"/>
              <a:gd name="connsiteY6" fmla="*/ 1100138 h 1116337"/>
              <a:gd name="connsiteX7" fmla="*/ 519621 w 519643"/>
              <a:gd name="connsiteY7" fmla="*/ 1100138 h 1116337"/>
              <a:gd name="connsiteX8" fmla="*/ 519643 w 519643"/>
              <a:gd name="connsiteY8" fmla="*/ 1116337 h 1116337"/>
              <a:gd name="connsiteX9" fmla="*/ 0 w 519643"/>
              <a:gd name="connsiteY9" fmla="*/ 1116337 h 1116337"/>
              <a:gd name="connsiteX10" fmla="*/ 0 w 519643"/>
              <a:gd name="connsiteY10" fmla="*/ 1100138 h 1116337"/>
              <a:gd name="connsiteX11" fmla="*/ 0 w 519643"/>
              <a:gd name="connsiteY11" fmla="*/ 0 h 1116337"/>
              <a:gd name="connsiteX0" fmla="*/ 0 w 519643"/>
              <a:gd name="connsiteY0" fmla="*/ 0 h 1116337"/>
              <a:gd name="connsiteX1" fmla="*/ 518097 w 519643"/>
              <a:gd name="connsiteY1" fmla="*/ 389174 h 1116337"/>
              <a:gd name="connsiteX2" fmla="*/ 518097 w 519643"/>
              <a:gd name="connsiteY2" fmla="*/ 405373 h 1116337"/>
              <a:gd name="connsiteX3" fmla="*/ 518440 w 519643"/>
              <a:gd name="connsiteY3" fmla="*/ 387970 h 1116337"/>
              <a:gd name="connsiteX4" fmla="*/ 518784 w 519643"/>
              <a:gd name="connsiteY4" fmla="*/ 388315 h 1116337"/>
              <a:gd name="connsiteX5" fmla="*/ 519643 w 519643"/>
              <a:gd name="connsiteY5" fmla="*/ 1100138 h 1116337"/>
              <a:gd name="connsiteX6" fmla="*/ 519621 w 519643"/>
              <a:gd name="connsiteY6" fmla="*/ 1100138 h 1116337"/>
              <a:gd name="connsiteX7" fmla="*/ 519643 w 519643"/>
              <a:gd name="connsiteY7" fmla="*/ 1116337 h 1116337"/>
              <a:gd name="connsiteX8" fmla="*/ 0 w 519643"/>
              <a:gd name="connsiteY8" fmla="*/ 1116337 h 1116337"/>
              <a:gd name="connsiteX9" fmla="*/ 0 w 519643"/>
              <a:gd name="connsiteY9" fmla="*/ 1100138 h 1116337"/>
              <a:gd name="connsiteX10" fmla="*/ 0 w 519643"/>
              <a:gd name="connsiteY10" fmla="*/ 0 h 1116337"/>
              <a:gd name="connsiteX0" fmla="*/ 0 w 519643"/>
              <a:gd name="connsiteY0" fmla="*/ 0 h 1116337"/>
              <a:gd name="connsiteX1" fmla="*/ 518097 w 519643"/>
              <a:gd name="connsiteY1" fmla="*/ 389174 h 1116337"/>
              <a:gd name="connsiteX2" fmla="*/ 518440 w 519643"/>
              <a:gd name="connsiteY2" fmla="*/ 387970 h 1116337"/>
              <a:gd name="connsiteX3" fmla="*/ 518784 w 519643"/>
              <a:gd name="connsiteY3" fmla="*/ 388315 h 1116337"/>
              <a:gd name="connsiteX4" fmla="*/ 519643 w 519643"/>
              <a:gd name="connsiteY4" fmla="*/ 1100138 h 1116337"/>
              <a:gd name="connsiteX5" fmla="*/ 519621 w 519643"/>
              <a:gd name="connsiteY5" fmla="*/ 1100138 h 1116337"/>
              <a:gd name="connsiteX6" fmla="*/ 519643 w 519643"/>
              <a:gd name="connsiteY6" fmla="*/ 1116337 h 1116337"/>
              <a:gd name="connsiteX7" fmla="*/ 0 w 519643"/>
              <a:gd name="connsiteY7" fmla="*/ 1116337 h 1116337"/>
              <a:gd name="connsiteX8" fmla="*/ 0 w 519643"/>
              <a:gd name="connsiteY8" fmla="*/ 1100138 h 1116337"/>
              <a:gd name="connsiteX9" fmla="*/ 0 w 519643"/>
              <a:gd name="connsiteY9" fmla="*/ 0 h 1116337"/>
              <a:gd name="connsiteX0" fmla="*/ 0 w 661659"/>
              <a:gd name="connsiteY0" fmla="*/ 0 h 1116337"/>
              <a:gd name="connsiteX1" fmla="*/ 518097 w 661659"/>
              <a:gd name="connsiteY1" fmla="*/ 389174 h 1116337"/>
              <a:gd name="connsiteX2" fmla="*/ 518440 w 661659"/>
              <a:gd name="connsiteY2" fmla="*/ 387970 h 1116337"/>
              <a:gd name="connsiteX3" fmla="*/ 661659 w 661659"/>
              <a:gd name="connsiteY3" fmla="*/ 376384 h 1116337"/>
              <a:gd name="connsiteX4" fmla="*/ 519643 w 661659"/>
              <a:gd name="connsiteY4" fmla="*/ 1100138 h 1116337"/>
              <a:gd name="connsiteX5" fmla="*/ 519621 w 661659"/>
              <a:gd name="connsiteY5" fmla="*/ 1100138 h 1116337"/>
              <a:gd name="connsiteX6" fmla="*/ 519643 w 661659"/>
              <a:gd name="connsiteY6" fmla="*/ 1116337 h 1116337"/>
              <a:gd name="connsiteX7" fmla="*/ 0 w 661659"/>
              <a:gd name="connsiteY7" fmla="*/ 1116337 h 1116337"/>
              <a:gd name="connsiteX8" fmla="*/ 0 w 661659"/>
              <a:gd name="connsiteY8" fmla="*/ 1100138 h 1116337"/>
              <a:gd name="connsiteX9" fmla="*/ 0 w 661659"/>
              <a:gd name="connsiteY9" fmla="*/ 0 h 1116337"/>
              <a:gd name="connsiteX0" fmla="*/ 0 w 519643"/>
              <a:gd name="connsiteY0" fmla="*/ 0 h 1116337"/>
              <a:gd name="connsiteX1" fmla="*/ 518097 w 519643"/>
              <a:gd name="connsiteY1" fmla="*/ 389174 h 1116337"/>
              <a:gd name="connsiteX2" fmla="*/ 518440 w 519643"/>
              <a:gd name="connsiteY2" fmla="*/ 387970 h 1116337"/>
              <a:gd name="connsiteX3" fmla="*/ 519643 w 519643"/>
              <a:gd name="connsiteY3" fmla="*/ 1100138 h 1116337"/>
              <a:gd name="connsiteX4" fmla="*/ 519621 w 519643"/>
              <a:gd name="connsiteY4" fmla="*/ 1100138 h 1116337"/>
              <a:gd name="connsiteX5" fmla="*/ 519643 w 519643"/>
              <a:gd name="connsiteY5" fmla="*/ 1116337 h 1116337"/>
              <a:gd name="connsiteX6" fmla="*/ 0 w 519643"/>
              <a:gd name="connsiteY6" fmla="*/ 1116337 h 1116337"/>
              <a:gd name="connsiteX7" fmla="*/ 0 w 519643"/>
              <a:gd name="connsiteY7" fmla="*/ 1100138 h 1116337"/>
              <a:gd name="connsiteX8" fmla="*/ 0 w 519643"/>
              <a:gd name="connsiteY8" fmla="*/ 0 h 1116337"/>
              <a:gd name="connsiteX0" fmla="*/ 0 w 519643"/>
              <a:gd name="connsiteY0" fmla="*/ 0 h 1116337"/>
              <a:gd name="connsiteX1" fmla="*/ 518097 w 519643"/>
              <a:gd name="connsiteY1" fmla="*/ 389174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437134 w 519643"/>
              <a:gd name="connsiteY1" fmla="*/ 446444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518097 w 519643"/>
              <a:gd name="connsiteY1" fmla="*/ 389174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477616 w 519643"/>
              <a:gd name="connsiteY1" fmla="*/ 429740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515716 w 519643"/>
              <a:gd name="connsiteY1" fmla="*/ 393947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477616 w 519643"/>
              <a:gd name="connsiteY1" fmla="*/ 413037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518097 w 519643"/>
              <a:gd name="connsiteY1" fmla="*/ 393947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643" h="1116337">
                <a:moveTo>
                  <a:pt x="0" y="0"/>
                </a:moveTo>
                <a:lnTo>
                  <a:pt x="518097" y="393947"/>
                </a:lnTo>
                <a:cubicBezTo>
                  <a:pt x="518612" y="630935"/>
                  <a:pt x="519128" y="863150"/>
                  <a:pt x="519643" y="1100138"/>
                </a:cubicBezTo>
                <a:lnTo>
                  <a:pt x="519621" y="1100138"/>
                </a:lnTo>
                <a:cubicBezTo>
                  <a:pt x="519628" y="1105538"/>
                  <a:pt x="519636" y="1110937"/>
                  <a:pt x="519643" y="1116337"/>
                </a:cubicBezTo>
                <a:lnTo>
                  <a:pt x="0" y="1116337"/>
                </a:lnTo>
                <a:lnTo>
                  <a:pt x="0" y="1100138"/>
                </a:lnTo>
                <a:lnTo>
                  <a:pt x="0" y="0"/>
                </a:lnTo>
                <a:close/>
              </a:path>
            </a:pathLst>
          </a:custGeom>
          <a:solidFill>
            <a:schemeClr val="accent3"/>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000E9C"/>
              </a:solidFill>
              <a:effectLst/>
              <a:uLnTx/>
              <a:uFillTx/>
            </a:endParaRPr>
          </a:p>
        </p:txBody>
      </p:sp>
      <p:sp>
        <p:nvSpPr>
          <p:cNvPr id="162" name="Rectangle 161">
            <a:extLst>
              <a:ext uri="{FF2B5EF4-FFF2-40B4-BE49-F238E27FC236}">
                <a16:creationId xmlns:a16="http://schemas.microsoft.com/office/drawing/2014/main" id="{8C54C2C8-3AA0-52B7-661C-176E89AB58F6}"/>
              </a:ext>
            </a:extLst>
          </p:cNvPr>
          <p:cNvSpPr/>
          <p:nvPr userDrawn="1"/>
        </p:nvSpPr>
        <p:spPr>
          <a:xfrm>
            <a:off x="1099448" y="4998720"/>
            <a:ext cx="8534247" cy="1859280"/>
          </a:xfrm>
          <a:prstGeom prst="rect">
            <a:avLst/>
          </a:prstGeom>
          <a:gradFill flip="none" rotWithShape="1">
            <a:gsLst>
              <a:gs pos="0">
                <a:schemeClr val="bg1">
                  <a:lumMod val="65000"/>
                </a:schemeClr>
              </a:gs>
              <a:gs pos="54000">
                <a:schemeClr val="bg1"/>
              </a:gs>
            </a:gsLst>
            <a:path path="rect">
              <a:fillToRect r="100000" b="100000"/>
            </a:path>
            <a:tileRect l="-100000" t="-100000"/>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 name="Rectangle 4">
            <a:extLst>
              <a:ext uri="{FF2B5EF4-FFF2-40B4-BE49-F238E27FC236}">
                <a16:creationId xmlns:a16="http://schemas.microsoft.com/office/drawing/2014/main" id="{6FAFF04E-7E7C-27E3-C569-442D03962585}"/>
              </a:ext>
            </a:extLst>
          </p:cNvPr>
          <p:cNvSpPr/>
          <p:nvPr userDrawn="1"/>
        </p:nvSpPr>
        <p:spPr>
          <a:xfrm>
            <a:off x="1099448" y="4998720"/>
            <a:ext cx="8534247" cy="1859280"/>
          </a:xfrm>
          <a:prstGeom prst="rect">
            <a:avLst/>
          </a:prstGeom>
          <a:gradFill flip="none" rotWithShape="1">
            <a:gsLst>
              <a:gs pos="0">
                <a:schemeClr val="bg1">
                  <a:lumMod val="65000"/>
                </a:schemeClr>
              </a:gs>
              <a:gs pos="54000">
                <a:schemeClr val="bg1"/>
              </a:gs>
            </a:gsLst>
            <a:path path="rect">
              <a:fillToRect r="100000" b="100000"/>
            </a:path>
            <a:tileRect l="-100000" t="-100000"/>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 name="Rectangle 7">
            <a:extLst>
              <a:ext uri="{FF2B5EF4-FFF2-40B4-BE49-F238E27FC236}">
                <a16:creationId xmlns:a16="http://schemas.microsoft.com/office/drawing/2014/main" id="{6D26F1DB-5D29-0E39-7996-F98F22F537BF}"/>
              </a:ext>
            </a:extLst>
          </p:cNvPr>
          <p:cNvSpPr/>
          <p:nvPr userDrawn="1"/>
        </p:nvSpPr>
        <p:spPr>
          <a:xfrm>
            <a:off x="1277423" y="6190264"/>
            <a:ext cx="8577806" cy="669018"/>
          </a:xfrm>
          <a:prstGeom prst="rect">
            <a:avLst/>
          </a:prstGeom>
          <a:gradFill>
            <a:gsLst>
              <a:gs pos="0">
                <a:schemeClr val="bg1">
                  <a:alpha val="0"/>
                </a:schemeClr>
              </a:gs>
              <a:gs pos="48000">
                <a:schemeClr val="bg1"/>
              </a:gs>
            </a:gsLst>
            <a:lin ang="5400000" scaled="1"/>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2" name="Forme libre : forme 81">
            <a:extLst>
              <a:ext uri="{FF2B5EF4-FFF2-40B4-BE49-F238E27FC236}">
                <a16:creationId xmlns:a16="http://schemas.microsoft.com/office/drawing/2014/main" id="{6F3C6549-03B8-0044-9E76-78EFDEF4ED97}"/>
              </a:ext>
            </a:extLst>
          </p:cNvPr>
          <p:cNvSpPr/>
          <p:nvPr/>
        </p:nvSpPr>
        <p:spPr>
          <a:xfrm>
            <a:off x="1614027" y="3076458"/>
            <a:ext cx="3250098" cy="720000"/>
          </a:xfrm>
          <a:custGeom>
            <a:avLst/>
            <a:gdLst>
              <a:gd name="connsiteX0" fmla="*/ 3352991 w 3352990"/>
              <a:gd name="connsiteY0" fmla="*/ 0 h 394144"/>
              <a:gd name="connsiteX1" fmla="*/ 0 w 3352990"/>
              <a:gd name="connsiteY1" fmla="*/ 0 h 394144"/>
              <a:gd name="connsiteX2" fmla="*/ 762 w 3352990"/>
              <a:gd name="connsiteY2" fmla="*/ 394144 h 394144"/>
              <a:gd name="connsiteX3" fmla="*/ 3352991 w 3352990"/>
              <a:gd name="connsiteY3" fmla="*/ 394144 h 394144"/>
              <a:gd name="connsiteX4" fmla="*/ 3352991 w 3352990"/>
              <a:gd name="connsiteY4" fmla="*/ 0 h 394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990" h="394144">
                <a:moveTo>
                  <a:pt x="3352991" y="0"/>
                </a:moveTo>
                <a:lnTo>
                  <a:pt x="0" y="0"/>
                </a:lnTo>
                <a:lnTo>
                  <a:pt x="762" y="394144"/>
                </a:lnTo>
                <a:lnTo>
                  <a:pt x="3352991" y="394144"/>
                </a:lnTo>
                <a:lnTo>
                  <a:pt x="3352991" y="0"/>
                </a:lnTo>
                <a:close/>
              </a:path>
            </a:pathLst>
          </a:custGeom>
          <a:solidFill>
            <a:schemeClr val="tx1"/>
          </a:solidFill>
          <a:ln w="9525" cap="flat">
            <a:noFill/>
            <a:prstDash val="solid"/>
            <a:miter/>
          </a:ln>
        </p:spPr>
        <p:txBody>
          <a:bodyPr rtlCol="0" anchor="ctr"/>
          <a:lstStyle/>
          <a:p>
            <a:endParaRPr lang="fr-FR"/>
          </a:p>
        </p:txBody>
      </p:sp>
      <p:sp>
        <p:nvSpPr>
          <p:cNvPr id="83" name="Forme libre : forme 82">
            <a:extLst>
              <a:ext uri="{FF2B5EF4-FFF2-40B4-BE49-F238E27FC236}">
                <a16:creationId xmlns:a16="http://schemas.microsoft.com/office/drawing/2014/main" id="{1E44BB59-DA06-7C64-B4D1-C91358552087}"/>
              </a:ext>
            </a:extLst>
          </p:cNvPr>
          <p:cNvSpPr/>
          <p:nvPr/>
        </p:nvSpPr>
        <p:spPr>
          <a:xfrm>
            <a:off x="1614027" y="2356547"/>
            <a:ext cx="3249452" cy="720000"/>
          </a:xfrm>
          <a:custGeom>
            <a:avLst/>
            <a:gdLst>
              <a:gd name="connsiteX0" fmla="*/ 0 w 3352323"/>
              <a:gd name="connsiteY0" fmla="*/ 0 h 392430"/>
              <a:gd name="connsiteX1" fmla="*/ 3352324 w 3352323"/>
              <a:gd name="connsiteY1" fmla="*/ 0 h 392430"/>
              <a:gd name="connsiteX2" fmla="*/ 3352324 w 3352323"/>
              <a:gd name="connsiteY2" fmla="*/ 392430 h 392430"/>
              <a:gd name="connsiteX3" fmla="*/ 0 w 3352323"/>
              <a:gd name="connsiteY3" fmla="*/ 392430 h 392430"/>
            </a:gdLst>
            <a:ahLst/>
            <a:cxnLst>
              <a:cxn ang="0">
                <a:pos x="connsiteX0" y="connsiteY0"/>
              </a:cxn>
              <a:cxn ang="0">
                <a:pos x="connsiteX1" y="connsiteY1"/>
              </a:cxn>
              <a:cxn ang="0">
                <a:pos x="connsiteX2" y="connsiteY2"/>
              </a:cxn>
              <a:cxn ang="0">
                <a:pos x="connsiteX3" y="connsiteY3"/>
              </a:cxn>
            </a:cxnLst>
            <a:rect l="l" t="t" r="r" b="b"/>
            <a:pathLst>
              <a:path w="3352323" h="392430">
                <a:moveTo>
                  <a:pt x="0" y="0"/>
                </a:moveTo>
                <a:lnTo>
                  <a:pt x="3352324" y="0"/>
                </a:lnTo>
                <a:lnTo>
                  <a:pt x="3352324" y="392430"/>
                </a:lnTo>
                <a:lnTo>
                  <a:pt x="0" y="392430"/>
                </a:lnTo>
                <a:close/>
              </a:path>
            </a:pathLst>
          </a:custGeom>
          <a:solidFill>
            <a:schemeClr val="tx2"/>
          </a:solidFill>
          <a:ln w="9525" cap="flat">
            <a:noFill/>
            <a:prstDash val="solid"/>
            <a:miter/>
          </a:ln>
        </p:spPr>
        <p:txBody>
          <a:bodyPr rtlCol="0" anchor="ctr"/>
          <a:lstStyle/>
          <a:p>
            <a:endParaRPr lang="fr-FR"/>
          </a:p>
        </p:txBody>
      </p:sp>
      <p:sp>
        <p:nvSpPr>
          <p:cNvPr id="137" name="Forme libre : forme 136">
            <a:extLst>
              <a:ext uri="{FF2B5EF4-FFF2-40B4-BE49-F238E27FC236}">
                <a16:creationId xmlns:a16="http://schemas.microsoft.com/office/drawing/2014/main" id="{0A060B52-9FA7-9556-D9C9-D47378D98D50}"/>
              </a:ext>
            </a:extLst>
          </p:cNvPr>
          <p:cNvSpPr/>
          <p:nvPr/>
        </p:nvSpPr>
        <p:spPr>
          <a:xfrm flipV="1">
            <a:off x="1614027" y="4512708"/>
            <a:ext cx="3249452" cy="720000"/>
          </a:xfrm>
          <a:custGeom>
            <a:avLst/>
            <a:gdLst>
              <a:gd name="connsiteX0" fmla="*/ 0 w 3352323"/>
              <a:gd name="connsiteY0" fmla="*/ 0 h 392430"/>
              <a:gd name="connsiteX1" fmla="*/ 3352324 w 3352323"/>
              <a:gd name="connsiteY1" fmla="*/ 0 h 392430"/>
              <a:gd name="connsiteX2" fmla="*/ 3352324 w 3352323"/>
              <a:gd name="connsiteY2" fmla="*/ 392430 h 392430"/>
              <a:gd name="connsiteX3" fmla="*/ 0 w 3352323"/>
              <a:gd name="connsiteY3" fmla="*/ 392430 h 392430"/>
            </a:gdLst>
            <a:ahLst/>
            <a:cxnLst>
              <a:cxn ang="0">
                <a:pos x="connsiteX0" y="connsiteY0"/>
              </a:cxn>
              <a:cxn ang="0">
                <a:pos x="connsiteX1" y="connsiteY1"/>
              </a:cxn>
              <a:cxn ang="0">
                <a:pos x="connsiteX2" y="connsiteY2"/>
              </a:cxn>
              <a:cxn ang="0">
                <a:pos x="connsiteX3" y="connsiteY3"/>
              </a:cxn>
            </a:cxnLst>
            <a:rect l="l" t="t" r="r" b="b"/>
            <a:pathLst>
              <a:path w="3352323" h="392430">
                <a:moveTo>
                  <a:pt x="0" y="0"/>
                </a:moveTo>
                <a:lnTo>
                  <a:pt x="3352324" y="0"/>
                </a:lnTo>
                <a:lnTo>
                  <a:pt x="3352324" y="392430"/>
                </a:lnTo>
                <a:lnTo>
                  <a:pt x="0" y="392430"/>
                </a:lnTo>
                <a:close/>
              </a:path>
            </a:pathLst>
          </a:custGeom>
          <a:solidFill>
            <a:schemeClr val="accent4"/>
          </a:solidFill>
          <a:ln w="9525" cap="flat">
            <a:noFill/>
            <a:prstDash val="solid"/>
            <a:miter/>
          </a:ln>
        </p:spPr>
        <p:txBody>
          <a:bodyPr rtlCol="0" anchor="ctr"/>
          <a:lstStyle/>
          <a:p>
            <a:endParaRPr lang="fr-FR"/>
          </a:p>
        </p:txBody>
      </p:sp>
      <p:pic>
        <p:nvPicPr>
          <p:cNvPr id="99" name="Image 98" descr="Une image contenant Téléphone mobile, capture d’écran, noir et blanc, noir&#10;&#10;Description générée automatiquement">
            <a:extLst>
              <a:ext uri="{FF2B5EF4-FFF2-40B4-BE49-F238E27FC236}">
                <a16:creationId xmlns:a16="http://schemas.microsoft.com/office/drawing/2014/main" id="{386AAA00-3C0E-EC76-74B9-94760C0905A0}"/>
              </a:ext>
            </a:extLst>
          </p:cNvPr>
          <p:cNvPicPr>
            <a:picLocks noChangeAspect="1"/>
          </p:cNvPicPr>
          <p:nvPr userDrawn="1"/>
        </p:nvPicPr>
        <p:blipFill>
          <a:blip r:embed="rId2"/>
          <a:stretch>
            <a:fillRect/>
          </a:stretch>
        </p:blipFill>
        <p:spPr>
          <a:xfrm>
            <a:off x="2197095" y="1415368"/>
            <a:ext cx="2783586" cy="4953000"/>
          </a:xfrm>
          <a:prstGeom prst="rect">
            <a:avLst/>
          </a:prstGeom>
        </p:spPr>
      </p:pic>
      <p:sp>
        <p:nvSpPr>
          <p:cNvPr id="142" name="Forme libre : forme 141">
            <a:extLst>
              <a:ext uri="{FF2B5EF4-FFF2-40B4-BE49-F238E27FC236}">
                <a16:creationId xmlns:a16="http://schemas.microsoft.com/office/drawing/2014/main" id="{BF6BF2C5-FF6C-D54D-09D7-BF67FBFFEB8B}"/>
              </a:ext>
            </a:extLst>
          </p:cNvPr>
          <p:cNvSpPr/>
          <p:nvPr userDrawn="1"/>
        </p:nvSpPr>
        <p:spPr>
          <a:xfrm>
            <a:off x="1099621" y="2682470"/>
            <a:ext cx="519643" cy="1113988"/>
          </a:xfrm>
          <a:custGeom>
            <a:avLst/>
            <a:gdLst>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33179 h 1116337"/>
              <a:gd name="connsiteX5" fmla="*/ 518440 w 519643"/>
              <a:gd name="connsiteY5" fmla="*/ 404169 h 1116337"/>
              <a:gd name="connsiteX6" fmla="*/ 518440 w 519643"/>
              <a:gd name="connsiteY6" fmla="*/ 387970 h 1116337"/>
              <a:gd name="connsiteX7" fmla="*/ 518784 w 519643"/>
              <a:gd name="connsiteY7" fmla="*/ 388315 h 1116337"/>
              <a:gd name="connsiteX8" fmla="*/ 519643 w 519643"/>
              <a:gd name="connsiteY8" fmla="*/ 1100138 h 1116337"/>
              <a:gd name="connsiteX9" fmla="*/ 519621 w 519643"/>
              <a:gd name="connsiteY9" fmla="*/ 1100138 h 1116337"/>
              <a:gd name="connsiteX10" fmla="*/ 519643 w 519643"/>
              <a:gd name="connsiteY10" fmla="*/ 1116337 h 1116337"/>
              <a:gd name="connsiteX11" fmla="*/ 0 w 519643"/>
              <a:gd name="connsiteY11" fmla="*/ 1116337 h 1116337"/>
              <a:gd name="connsiteX12" fmla="*/ 0 w 519643"/>
              <a:gd name="connsiteY12" fmla="*/ 1100138 h 1116337"/>
              <a:gd name="connsiteX13" fmla="*/ 0 w 519643"/>
              <a:gd name="connsiteY13" fmla="*/ 16199 h 1116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9643" h="1116337">
                <a:moveTo>
                  <a:pt x="0" y="0"/>
                </a:moveTo>
                <a:cubicBezTo>
                  <a:pt x="0" y="0"/>
                  <a:pt x="518097" y="389174"/>
                  <a:pt x="518097" y="389174"/>
                </a:cubicBezTo>
                <a:lnTo>
                  <a:pt x="518097" y="405373"/>
                </a:lnTo>
                <a:lnTo>
                  <a:pt x="518097" y="433179"/>
                </a:lnTo>
                <a:cubicBezTo>
                  <a:pt x="518097" y="433179"/>
                  <a:pt x="518440" y="433179"/>
                  <a:pt x="518440" y="433179"/>
                </a:cubicBezTo>
                <a:lnTo>
                  <a:pt x="518440" y="404169"/>
                </a:lnTo>
                <a:lnTo>
                  <a:pt x="518440" y="387970"/>
                </a:lnTo>
                <a:lnTo>
                  <a:pt x="518784" y="388315"/>
                </a:lnTo>
                <a:cubicBezTo>
                  <a:pt x="518956" y="613843"/>
                  <a:pt x="519299" y="874610"/>
                  <a:pt x="519643" y="1100138"/>
                </a:cubicBezTo>
                <a:lnTo>
                  <a:pt x="519621" y="1100138"/>
                </a:lnTo>
                <a:lnTo>
                  <a:pt x="519643" y="1116337"/>
                </a:lnTo>
                <a:lnTo>
                  <a:pt x="0" y="1116337"/>
                </a:lnTo>
                <a:lnTo>
                  <a:pt x="0" y="1100138"/>
                </a:lnTo>
                <a:lnTo>
                  <a:pt x="0" y="16199"/>
                </a:lnTo>
                <a:close/>
              </a:path>
            </a:pathLst>
          </a:custGeom>
          <a:solidFill>
            <a:schemeClr val="tx1"/>
          </a:solidFill>
          <a:ln w="9525" cap="flat">
            <a:noFill/>
            <a:prstDash val="solid"/>
            <a:miter/>
          </a:ln>
        </p:spPr>
        <p:txBody>
          <a:bodyPr rtlCol="0" anchor="ctr"/>
          <a:lstStyle/>
          <a:p>
            <a:endParaRPr lang="fr-FR"/>
          </a:p>
        </p:txBody>
      </p:sp>
      <p:sp>
        <p:nvSpPr>
          <p:cNvPr id="78" name="Forme libre : forme 77">
            <a:extLst>
              <a:ext uri="{FF2B5EF4-FFF2-40B4-BE49-F238E27FC236}">
                <a16:creationId xmlns:a16="http://schemas.microsoft.com/office/drawing/2014/main" id="{E7AEC011-A592-35EE-8EA4-66ADC79963DD}"/>
              </a:ext>
            </a:extLst>
          </p:cNvPr>
          <p:cNvSpPr/>
          <p:nvPr/>
        </p:nvSpPr>
        <p:spPr>
          <a:xfrm>
            <a:off x="0" y="2678224"/>
            <a:ext cx="1100138" cy="1118234"/>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0 w 609600"/>
              <a:gd name="connsiteY4" fmla="*/ 0 h 609600"/>
              <a:gd name="connsiteX5" fmla="*/ 0 w 609600"/>
              <a:gd name="connsiteY5" fmla="*/ 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 h="609600">
                <a:moveTo>
                  <a:pt x="0" y="0"/>
                </a:moveTo>
                <a:lnTo>
                  <a:pt x="609600" y="0"/>
                </a:lnTo>
                <a:lnTo>
                  <a:pt x="609600" y="609600"/>
                </a:lnTo>
                <a:lnTo>
                  <a:pt x="0" y="609600"/>
                </a:lnTo>
                <a:lnTo>
                  <a:pt x="0" y="0"/>
                </a:lnTo>
                <a:lnTo>
                  <a:pt x="0" y="0"/>
                </a:lnTo>
                <a:close/>
              </a:path>
            </a:pathLst>
          </a:custGeom>
          <a:solidFill>
            <a:schemeClr val="accent1"/>
          </a:solidFill>
          <a:ln w="9525" cap="flat">
            <a:noFill/>
            <a:prstDash val="solid"/>
            <a:miter/>
          </a:ln>
        </p:spPr>
        <p:txBody>
          <a:bodyPr rtlCol="0" anchor="ctr"/>
          <a:lstStyle/>
          <a:p>
            <a:endParaRPr lang="fr-FR">
              <a:solidFill>
                <a:schemeClr val="bg1"/>
              </a:solidFill>
            </a:endParaRPr>
          </a:p>
        </p:txBody>
      </p:sp>
      <p:sp>
        <p:nvSpPr>
          <p:cNvPr id="79" name="Forme libre : forme 78">
            <a:extLst>
              <a:ext uri="{FF2B5EF4-FFF2-40B4-BE49-F238E27FC236}">
                <a16:creationId xmlns:a16="http://schemas.microsoft.com/office/drawing/2014/main" id="{816320D2-F99D-0397-72C3-A7234C5468EE}"/>
              </a:ext>
            </a:extLst>
          </p:cNvPr>
          <p:cNvSpPr/>
          <p:nvPr/>
        </p:nvSpPr>
        <p:spPr>
          <a:xfrm>
            <a:off x="0" y="1578086"/>
            <a:ext cx="1100138" cy="1100138"/>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Lst>
            <a:ahLst/>
            <a:cxnLst>
              <a:cxn ang="0">
                <a:pos x="connsiteX0" y="connsiteY0"/>
              </a:cxn>
              <a:cxn ang="0">
                <a:pos x="connsiteX1" y="connsiteY1"/>
              </a:cxn>
              <a:cxn ang="0">
                <a:pos x="connsiteX2" y="connsiteY2"/>
              </a:cxn>
              <a:cxn ang="0">
                <a:pos x="connsiteX3" y="connsiteY3"/>
              </a:cxn>
            </a:cxnLst>
            <a:rect l="l" t="t" r="r" b="b"/>
            <a:pathLst>
              <a:path w="609600" h="609600">
                <a:moveTo>
                  <a:pt x="0" y="0"/>
                </a:moveTo>
                <a:lnTo>
                  <a:pt x="609600" y="0"/>
                </a:lnTo>
                <a:lnTo>
                  <a:pt x="609600" y="609600"/>
                </a:lnTo>
                <a:lnTo>
                  <a:pt x="0" y="609600"/>
                </a:lnTo>
                <a:close/>
              </a:path>
            </a:pathLst>
          </a:custGeom>
          <a:solidFill>
            <a:schemeClr val="tx2"/>
          </a:solidFill>
          <a:ln w="9525" cap="flat">
            <a:noFill/>
            <a:prstDash val="solid"/>
            <a:miter/>
          </a:ln>
        </p:spPr>
        <p:txBody>
          <a:bodyPr rtlCol="0" anchor="ctr"/>
          <a:lstStyle/>
          <a:p>
            <a:endParaRPr lang="fr-FR">
              <a:solidFill>
                <a:schemeClr val="bg1"/>
              </a:solidFill>
            </a:endParaRPr>
          </a:p>
        </p:txBody>
      </p:sp>
      <p:sp>
        <p:nvSpPr>
          <p:cNvPr id="132" name="Forme libre : forme 131">
            <a:extLst>
              <a:ext uri="{FF2B5EF4-FFF2-40B4-BE49-F238E27FC236}">
                <a16:creationId xmlns:a16="http://schemas.microsoft.com/office/drawing/2014/main" id="{A7F2DB5B-8029-16B1-5FB1-22908256259F}"/>
              </a:ext>
            </a:extLst>
          </p:cNvPr>
          <p:cNvSpPr/>
          <p:nvPr userDrawn="1"/>
        </p:nvSpPr>
        <p:spPr>
          <a:xfrm>
            <a:off x="1099621" y="2675843"/>
            <a:ext cx="519643" cy="1113988"/>
          </a:xfrm>
          <a:custGeom>
            <a:avLst/>
            <a:gdLst>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33179 h 1116337"/>
              <a:gd name="connsiteX5" fmla="*/ 518440 w 519643"/>
              <a:gd name="connsiteY5" fmla="*/ 404169 h 1116337"/>
              <a:gd name="connsiteX6" fmla="*/ 518440 w 519643"/>
              <a:gd name="connsiteY6" fmla="*/ 387970 h 1116337"/>
              <a:gd name="connsiteX7" fmla="*/ 518784 w 519643"/>
              <a:gd name="connsiteY7" fmla="*/ 388315 h 1116337"/>
              <a:gd name="connsiteX8" fmla="*/ 519643 w 519643"/>
              <a:gd name="connsiteY8" fmla="*/ 1100138 h 1116337"/>
              <a:gd name="connsiteX9" fmla="*/ 519621 w 519643"/>
              <a:gd name="connsiteY9" fmla="*/ 1100138 h 1116337"/>
              <a:gd name="connsiteX10" fmla="*/ 519643 w 519643"/>
              <a:gd name="connsiteY10" fmla="*/ 1116337 h 1116337"/>
              <a:gd name="connsiteX11" fmla="*/ 0 w 519643"/>
              <a:gd name="connsiteY11" fmla="*/ 1116337 h 1116337"/>
              <a:gd name="connsiteX12" fmla="*/ 0 w 519643"/>
              <a:gd name="connsiteY12" fmla="*/ 1100138 h 1116337"/>
              <a:gd name="connsiteX13" fmla="*/ 0 w 519643"/>
              <a:gd name="connsiteY13" fmla="*/ 16199 h 1116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9643" h="1116337">
                <a:moveTo>
                  <a:pt x="0" y="0"/>
                </a:moveTo>
                <a:cubicBezTo>
                  <a:pt x="0" y="0"/>
                  <a:pt x="518097" y="389174"/>
                  <a:pt x="518097" y="389174"/>
                </a:cubicBezTo>
                <a:lnTo>
                  <a:pt x="518097" y="405373"/>
                </a:lnTo>
                <a:lnTo>
                  <a:pt x="518097" y="433179"/>
                </a:lnTo>
                <a:cubicBezTo>
                  <a:pt x="518097" y="433179"/>
                  <a:pt x="518440" y="433179"/>
                  <a:pt x="518440" y="433179"/>
                </a:cubicBezTo>
                <a:lnTo>
                  <a:pt x="518440" y="404169"/>
                </a:lnTo>
                <a:lnTo>
                  <a:pt x="518440" y="387970"/>
                </a:lnTo>
                <a:lnTo>
                  <a:pt x="518784" y="388315"/>
                </a:lnTo>
                <a:cubicBezTo>
                  <a:pt x="518956" y="613843"/>
                  <a:pt x="519299" y="874610"/>
                  <a:pt x="519643" y="1100138"/>
                </a:cubicBezTo>
                <a:lnTo>
                  <a:pt x="519621" y="1100138"/>
                </a:lnTo>
                <a:lnTo>
                  <a:pt x="519643" y="1116337"/>
                </a:lnTo>
                <a:lnTo>
                  <a:pt x="0" y="1116337"/>
                </a:lnTo>
                <a:lnTo>
                  <a:pt x="0" y="1100138"/>
                </a:lnTo>
                <a:lnTo>
                  <a:pt x="0" y="16199"/>
                </a:lnTo>
                <a:close/>
              </a:path>
            </a:pathLst>
          </a:custGeom>
          <a:solidFill>
            <a:schemeClr val="tx1"/>
          </a:solidFill>
          <a:ln w="9525" cap="flat">
            <a:noFill/>
            <a:prstDash val="solid"/>
            <a:miter/>
          </a:ln>
        </p:spPr>
        <p:txBody>
          <a:bodyPr rtlCol="0" anchor="ctr"/>
          <a:lstStyle/>
          <a:p>
            <a:endParaRPr lang="fr-FR"/>
          </a:p>
        </p:txBody>
      </p:sp>
      <p:sp>
        <p:nvSpPr>
          <p:cNvPr id="80" name="Forme libre : forme 79">
            <a:extLst>
              <a:ext uri="{FF2B5EF4-FFF2-40B4-BE49-F238E27FC236}">
                <a16:creationId xmlns:a16="http://schemas.microsoft.com/office/drawing/2014/main" id="{E227932B-E6E7-8037-CD1C-494AA6C294B1}"/>
              </a:ext>
            </a:extLst>
          </p:cNvPr>
          <p:cNvSpPr/>
          <p:nvPr/>
        </p:nvSpPr>
        <p:spPr>
          <a:xfrm>
            <a:off x="1099448" y="1587581"/>
            <a:ext cx="523203" cy="1488968"/>
          </a:xfrm>
          <a:custGeom>
            <a:avLst/>
            <a:gdLst>
              <a:gd name="connsiteX0" fmla="*/ 0 w 287274"/>
              <a:gd name="connsiteY0" fmla="*/ 609600 h 825055"/>
              <a:gd name="connsiteX1" fmla="*/ 287274 w 287274"/>
              <a:gd name="connsiteY1" fmla="*/ 825056 h 825055"/>
              <a:gd name="connsiteX2" fmla="*/ 287274 w 287274"/>
              <a:gd name="connsiteY2" fmla="*/ 432721 h 825055"/>
              <a:gd name="connsiteX3" fmla="*/ 0 w 287274"/>
              <a:gd name="connsiteY3" fmla="*/ 0 h 825055"/>
              <a:gd name="connsiteX4" fmla="*/ 0 w 287274"/>
              <a:gd name="connsiteY4" fmla="*/ 609600 h 825055"/>
              <a:gd name="connsiteX0" fmla="*/ 0 w 287274"/>
              <a:gd name="connsiteY0" fmla="*/ 609600 h 825056"/>
              <a:gd name="connsiteX1" fmla="*/ 287274 w 287274"/>
              <a:gd name="connsiteY1" fmla="*/ 825056 h 825056"/>
              <a:gd name="connsiteX2" fmla="*/ 262204 w 287274"/>
              <a:gd name="connsiteY2" fmla="*/ 455152 h 825056"/>
              <a:gd name="connsiteX3" fmla="*/ 0 w 287274"/>
              <a:gd name="connsiteY3" fmla="*/ 0 h 825056"/>
              <a:gd name="connsiteX4" fmla="*/ 0 w 287274"/>
              <a:gd name="connsiteY4" fmla="*/ 609600 h 825056"/>
              <a:gd name="connsiteX0" fmla="*/ 0 w 289913"/>
              <a:gd name="connsiteY0" fmla="*/ 609600 h 825056"/>
              <a:gd name="connsiteX1" fmla="*/ 287274 w 289913"/>
              <a:gd name="connsiteY1" fmla="*/ 825056 h 825056"/>
              <a:gd name="connsiteX2" fmla="*/ 289913 w 289913"/>
              <a:gd name="connsiteY2" fmla="*/ 427443 h 825056"/>
              <a:gd name="connsiteX3" fmla="*/ 0 w 289913"/>
              <a:gd name="connsiteY3" fmla="*/ 0 h 825056"/>
              <a:gd name="connsiteX4" fmla="*/ 0 w 289913"/>
              <a:gd name="connsiteY4" fmla="*/ 609600 h 825056"/>
              <a:gd name="connsiteX0" fmla="*/ 0 w 289913"/>
              <a:gd name="connsiteY0" fmla="*/ 606961 h 825056"/>
              <a:gd name="connsiteX1" fmla="*/ 287274 w 289913"/>
              <a:gd name="connsiteY1" fmla="*/ 825056 h 825056"/>
              <a:gd name="connsiteX2" fmla="*/ 289913 w 289913"/>
              <a:gd name="connsiteY2" fmla="*/ 427443 h 825056"/>
              <a:gd name="connsiteX3" fmla="*/ 0 w 289913"/>
              <a:gd name="connsiteY3" fmla="*/ 0 h 825056"/>
              <a:gd name="connsiteX4" fmla="*/ 0 w 289913"/>
              <a:gd name="connsiteY4" fmla="*/ 606961 h 825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913" h="825056">
                <a:moveTo>
                  <a:pt x="0" y="606961"/>
                </a:moveTo>
                <a:lnTo>
                  <a:pt x="287274" y="825056"/>
                </a:lnTo>
                <a:cubicBezTo>
                  <a:pt x="288154" y="692518"/>
                  <a:pt x="289033" y="559981"/>
                  <a:pt x="289913" y="427443"/>
                </a:cubicBezTo>
                <a:lnTo>
                  <a:pt x="0" y="0"/>
                </a:lnTo>
                <a:lnTo>
                  <a:pt x="0" y="606961"/>
                </a:lnTo>
                <a:close/>
              </a:path>
            </a:pathLst>
          </a:custGeom>
          <a:solidFill>
            <a:schemeClr val="tx2"/>
          </a:solidFill>
          <a:ln w="9525" cap="flat">
            <a:noFill/>
            <a:prstDash val="solid"/>
            <a:miter/>
          </a:ln>
        </p:spPr>
        <p:txBody>
          <a:bodyPr rtlCol="0" anchor="ctr"/>
          <a:lstStyle/>
          <a:p>
            <a:endParaRPr lang="fr-FR"/>
          </a:p>
        </p:txBody>
      </p:sp>
      <p:sp>
        <p:nvSpPr>
          <p:cNvPr id="139" name="Forme libre : forme 138">
            <a:extLst>
              <a:ext uri="{FF2B5EF4-FFF2-40B4-BE49-F238E27FC236}">
                <a16:creationId xmlns:a16="http://schemas.microsoft.com/office/drawing/2014/main" id="{9F46DF9C-95DF-EA6F-A5C8-B3F63E713B1D}"/>
              </a:ext>
            </a:extLst>
          </p:cNvPr>
          <p:cNvSpPr/>
          <p:nvPr/>
        </p:nvSpPr>
        <p:spPr>
          <a:xfrm flipV="1">
            <a:off x="0" y="4911031"/>
            <a:ext cx="1100138" cy="1100138"/>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Lst>
            <a:ahLst/>
            <a:cxnLst>
              <a:cxn ang="0">
                <a:pos x="connsiteX0" y="connsiteY0"/>
              </a:cxn>
              <a:cxn ang="0">
                <a:pos x="connsiteX1" y="connsiteY1"/>
              </a:cxn>
              <a:cxn ang="0">
                <a:pos x="connsiteX2" y="connsiteY2"/>
              </a:cxn>
              <a:cxn ang="0">
                <a:pos x="connsiteX3" y="connsiteY3"/>
              </a:cxn>
            </a:cxnLst>
            <a:rect l="l" t="t" r="r" b="b"/>
            <a:pathLst>
              <a:path w="609600" h="609600">
                <a:moveTo>
                  <a:pt x="0" y="0"/>
                </a:moveTo>
                <a:lnTo>
                  <a:pt x="609600" y="0"/>
                </a:lnTo>
                <a:lnTo>
                  <a:pt x="609600" y="609600"/>
                </a:lnTo>
                <a:lnTo>
                  <a:pt x="0" y="609600"/>
                </a:lnTo>
                <a:close/>
              </a:path>
            </a:pathLst>
          </a:custGeom>
          <a:solidFill>
            <a:schemeClr val="accent4"/>
          </a:solidFill>
          <a:ln w="9525" cap="flat">
            <a:noFill/>
            <a:prstDash val="solid"/>
            <a:miter/>
          </a:ln>
        </p:spPr>
        <p:txBody>
          <a:bodyPr rtlCol="0" anchor="ctr"/>
          <a:lstStyle/>
          <a:p>
            <a:endParaRPr lang="fr-FR">
              <a:solidFill>
                <a:schemeClr val="bg1"/>
              </a:solidFill>
            </a:endParaRPr>
          </a:p>
        </p:txBody>
      </p:sp>
      <p:sp>
        <p:nvSpPr>
          <p:cNvPr id="141" name="Forme libre : forme 140">
            <a:extLst>
              <a:ext uri="{FF2B5EF4-FFF2-40B4-BE49-F238E27FC236}">
                <a16:creationId xmlns:a16="http://schemas.microsoft.com/office/drawing/2014/main" id="{52AEB4B6-A715-0DB4-D54D-5364363E02C3}"/>
              </a:ext>
            </a:extLst>
          </p:cNvPr>
          <p:cNvSpPr/>
          <p:nvPr/>
        </p:nvSpPr>
        <p:spPr>
          <a:xfrm flipV="1">
            <a:off x="1099448" y="4512706"/>
            <a:ext cx="523203" cy="1488968"/>
          </a:xfrm>
          <a:custGeom>
            <a:avLst/>
            <a:gdLst>
              <a:gd name="connsiteX0" fmla="*/ 0 w 287274"/>
              <a:gd name="connsiteY0" fmla="*/ 609600 h 825055"/>
              <a:gd name="connsiteX1" fmla="*/ 287274 w 287274"/>
              <a:gd name="connsiteY1" fmla="*/ 825056 h 825055"/>
              <a:gd name="connsiteX2" fmla="*/ 287274 w 287274"/>
              <a:gd name="connsiteY2" fmla="*/ 432721 h 825055"/>
              <a:gd name="connsiteX3" fmla="*/ 0 w 287274"/>
              <a:gd name="connsiteY3" fmla="*/ 0 h 825055"/>
              <a:gd name="connsiteX4" fmla="*/ 0 w 287274"/>
              <a:gd name="connsiteY4" fmla="*/ 609600 h 825055"/>
              <a:gd name="connsiteX0" fmla="*/ 0 w 287274"/>
              <a:gd name="connsiteY0" fmla="*/ 609600 h 825056"/>
              <a:gd name="connsiteX1" fmla="*/ 287274 w 287274"/>
              <a:gd name="connsiteY1" fmla="*/ 825056 h 825056"/>
              <a:gd name="connsiteX2" fmla="*/ 262204 w 287274"/>
              <a:gd name="connsiteY2" fmla="*/ 455152 h 825056"/>
              <a:gd name="connsiteX3" fmla="*/ 0 w 287274"/>
              <a:gd name="connsiteY3" fmla="*/ 0 h 825056"/>
              <a:gd name="connsiteX4" fmla="*/ 0 w 287274"/>
              <a:gd name="connsiteY4" fmla="*/ 609600 h 825056"/>
              <a:gd name="connsiteX0" fmla="*/ 0 w 289913"/>
              <a:gd name="connsiteY0" fmla="*/ 609600 h 825056"/>
              <a:gd name="connsiteX1" fmla="*/ 287274 w 289913"/>
              <a:gd name="connsiteY1" fmla="*/ 825056 h 825056"/>
              <a:gd name="connsiteX2" fmla="*/ 289913 w 289913"/>
              <a:gd name="connsiteY2" fmla="*/ 427443 h 825056"/>
              <a:gd name="connsiteX3" fmla="*/ 0 w 289913"/>
              <a:gd name="connsiteY3" fmla="*/ 0 h 825056"/>
              <a:gd name="connsiteX4" fmla="*/ 0 w 289913"/>
              <a:gd name="connsiteY4" fmla="*/ 609600 h 825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913" h="825056">
                <a:moveTo>
                  <a:pt x="0" y="609600"/>
                </a:moveTo>
                <a:lnTo>
                  <a:pt x="287274" y="825056"/>
                </a:lnTo>
                <a:cubicBezTo>
                  <a:pt x="288154" y="692518"/>
                  <a:pt x="289033" y="559981"/>
                  <a:pt x="289913" y="427443"/>
                </a:cubicBezTo>
                <a:lnTo>
                  <a:pt x="0" y="0"/>
                </a:lnTo>
                <a:lnTo>
                  <a:pt x="0" y="609600"/>
                </a:lnTo>
                <a:close/>
              </a:path>
            </a:pathLst>
          </a:custGeom>
          <a:solidFill>
            <a:schemeClr val="accent4"/>
          </a:solidFill>
          <a:ln w="9525" cap="flat">
            <a:noFill/>
            <a:prstDash val="solid"/>
            <a:miter/>
          </a:ln>
        </p:spPr>
        <p:txBody>
          <a:bodyPr rtlCol="0" anchor="ctr"/>
          <a:lstStyle/>
          <a:p>
            <a:endParaRPr lang="fr-FR"/>
          </a:p>
        </p:txBody>
      </p:sp>
      <p:sp>
        <p:nvSpPr>
          <p:cNvPr id="2" name="Titre 1">
            <a:extLst>
              <a:ext uri="{FF2B5EF4-FFF2-40B4-BE49-F238E27FC236}">
                <a16:creationId xmlns:a16="http://schemas.microsoft.com/office/drawing/2014/main" id="{0B3E612B-7586-F068-5191-7BA08DB66C09}"/>
              </a:ext>
            </a:extLst>
          </p:cNvPr>
          <p:cNvSpPr>
            <a:spLocks noGrp="1"/>
          </p:cNvSpPr>
          <p:nvPr userDrawn="1">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userDrawn="1">
            <p:ph type="sldNum" sz="quarter" idx="11"/>
          </p:nvPr>
        </p:nvSpPr>
        <p:spPr>
          <a:xfrm>
            <a:off x="9220776" y="6382382"/>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userDrawn="1">
            <p:ph type="body" sz="quarter" idx="13" hasCustomPrompt="1"/>
          </p:nvPr>
        </p:nvSpPr>
        <p:spPr>
          <a:xfrm>
            <a:off x="731837" y="966302"/>
            <a:ext cx="10953217" cy="313932"/>
          </a:xfrm>
        </p:spPr>
        <p:txBody>
          <a:bodyPr wrap="square">
            <a:spAutoFit/>
          </a:bodyPr>
          <a:lstStyle>
            <a:lvl1pPr marL="0" indent="0">
              <a:buNone/>
              <a:defRPr b="0"/>
            </a:lvl1pPr>
          </a:lstStyle>
          <a:p>
            <a:pPr lvl="0"/>
            <a:r>
              <a:rPr lang="fr-FR"/>
              <a:t>Subtitle of the slide</a:t>
            </a:r>
            <a:endParaRPr lang="fr-FR" dirty="0"/>
          </a:p>
        </p:txBody>
      </p:sp>
      <p:sp>
        <p:nvSpPr>
          <p:cNvPr id="6" name="Freeform 1">
            <a:extLst>
              <a:ext uri="{FF2B5EF4-FFF2-40B4-BE49-F238E27FC236}">
                <a16:creationId xmlns:a16="http://schemas.microsoft.com/office/drawing/2014/main" id="{63F3B991-24DB-2232-1DA6-8C338B51702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cxnSp>
        <p:nvCxnSpPr>
          <p:cNvPr id="9" name="Connecteur droit 8">
            <a:extLst>
              <a:ext uri="{FF2B5EF4-FFF2-40B4-BE49-F238E27FC236}">
                <a16:creationId xmlns:a16="http://schemas.microsoft.com/office/drawing/2014/main" id="{D29C8996-F6D0-986C-B8F3-D44BE8259B15}"/>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sp>
        <p:nvSpPr>
          <p:cNvPr id="64" name="Espace réservé pour une image  63">
            <a:extLst>
              <a:ext uri="{FF2B5EF4-FFF2-40B4-BE49-F238E27FC236}">
                <a16:creationId xmlns:a16="http://schemas.microsoft.com/office/drawing/2014/main" id="{E6B8CA52-B342-029F-F262-9CA7C3F368AD}"/>
              </a:ext>
            </a:extLst>
          </p:cNvPr>
          <p:cNvSpPr>
            <a:spLocks noGrp="1"/>
          </p:cNvSpPr>
          <p:nvPr userDrawn="1">
            <p:ph type="pic" sz="quarter" idx="14" hasCustomPrompt="1"/>
          </p:nvPr>
        </p:nvSpPr>
        <p:spPr>
          <a:xfrm>
            <a:off x="181769" y="1759855"/>
            <a:ext cx="736600" cy="736600"/>
          </a:xfrm>
        </p:spPr>
        <p:txBody>
          <a:bodyPr>
            <a:normAutofit/>
          </a:bodyPr>
          <a:lstStyle>
            <a:lvl1pPr marL="0" indent="0" algn="ctr">
              <a:buNone/>
              <a:defRPr sz="1000" b="0">
                <a:solidFill>
                  <a:schemeClr val="bg1"/>
                </a:solidFill>
              </a:defRPr>
            </a:lvl1pPr>
          </a:lstStyle>
          <a:p>
            <a:r>
              <a:rPr lang="fr-FR"/>
              <a:t>Picture</a:t>
            </a:r>
          </a:p>
        </p:txBody>
      </p:sp>
      <p:sp>
        <p:nvSpPr>
          <p:cNvPr id="92" name="Espace réservé pour une image  63">
            <a:extLst>
              <a:ext uri="{FF2B5EF4-FFF2-40B4-BE49-F238E27FC236}">
                <a16:creationId xmlns:a16="http://schemas.microsoft.com/office/drawing/2014/main" id="{BAE12B3F-565E-EC5F-EE2A-241A3B0C57C7}"/>
              </a:ext>
            </a:extLst>
          </p:cNvPr>
          <p:cNvSpPr>
            <a:spLocks noGrp="1"/>
          </p:cNvSpPr>
          <p:nvPr userDrawn="1">
            <p:ph type="pic" sz="quarter" idx="15" hasCustomPrompt="1"/>
          </p:nvPr>
        </p:nvSpPr>
        <p:spPr>
          <a:xfrm>
            <a:off x="181769" y="2869041"/>
            <a:ext cx="736600" cy="736600"/>
          </a:xfrm>
        </p:spPr>
        <p:txBody>
          <a:bodyPr>
            <a:normAutofit/>
          </a:bodyPr>
          <a:lstStyle>
            <a:lvl1pPr marL="0" indent="0" algn="ctr">
              <a:buNone/>
              <a:defRPr sz="1000" b="0">
                <a:solidFill>
                  <a:schemeClr val="bg1"/>
                </a:solidFill>
              </a:defRPr>
            </a:lvl1pPr>
          </a:lstStyle>
          <a:p>
            <a:r>
              <a:rPr lang="fr-FR"/>
              <a:t>Picture</a:t>
            </a:r>
          </a:p>
        </p:txBody>
      </p:sp>
      <p:sp>
        <p:nvSpPr>
          <p:cNvPr id="93" name="Espace réservé pour une image  63">
            <a:extLst>
              <a:ext uri="{FF2B5EF4-FFF2-40B4-BE49-F238E27FC236}">
                <a16:creationId xmlns:a16="http://schemas.microsoft.com/office/drawing/2014/main" id="{1EFA115F-4D24-13F4-8064-BDF6F48E5097}"/>
              </a:ext>
            </a:extLst>
          </p:cNvPr>
          <p:cNvSpPr>
            <a:spLocks noGrp="1"/>
          </p:cNvSpPr>
          <p:nvPr userDrawn="1">
            <p:ph type="pic" sz="quarter" idx="16" hasCustomPrompt="1"/>
          </p:nvPr>
        </p:nvSpPr>
        <p:spPr>
          <a:xfrm>
            <a:off x="181769" y="3960130"/>
            <a:ext cx="736600" cy="736600"/>
          </a:xfrm>
        </p:spPr>
        <p:txBody>
          <a:bodyPr>
            <a:normAutofit/>
          </a:bodyPr>
          <a:lstStyle>
            <a:lvl1pPr marL="0" indent="0" algn="ctr">
              <a:buNone/>
              <a:defRPr sz="1000" b="0">
                <a:solidFill>
                  <a:schemeClr val="bg1"/>
                </a:solidFill>
              </a:defRPr>
            </a:lvl1pPr>
          </a:lstStyle>
          <a:p>
            <a:r>
              <a:rPr lang="fr-FR"/>
              <a:t>Picture</a:t>
            </a:r>
          </a:p>
        </p:txBody>
      </p:sp>
      <p:sp>
        <p:nvSpPr>
          <p:cNvPr id="94" name="Espace réservé pour une image  63">
            <a:extLst>
              <a:ext uri="{FF2B5EF4-FFF2-40B4-BE49-F238E27FC236}">
                <a16:creationId xmlns:a16="http://schemas.microsoft.com/office/drawing/2014/main" id="{1BE87479-A031-7029-5970-BEEE1059122E}"/>
              </a:ext>
            </a:extLst>
          </p:cNvPr>
          <p:cNvSpPr>
            <a:spLocks noGrp="1"/>
          </p:cNvSpPr>
          <p:nvPr userDrawn="1">
            <p:ph type="pic" sz="quarter" idx="17" hasCustomPrompt="1"/>
          </p:nvPr>
        </p:nvSpPr>
        <p:spPr>
          <a:xfrm>
            <a:off x="181769" y="5060268"/>
            <a:ext cx="736600" cy="736600"/>
          </a:xfrm>
        </p:spPr>
        <p:txBody>
          <a:bodyPr>
            <a:normAutofit/>
          </a:bodyPr>
          <a:lstStyle>
            <a:lvl1pPr marL="0" indent="0" algn="ctr">
              <a:buNone/>
              <a:defRPr sz="1000" b="0">
                <a:solidFill>
                  <a:schemeClr val="bg1"/>
                </a:solidFill>
              </a:defRPr>
            </a:lvl1pPr>
          </a:lstStyle>
          <a:p>
            <a:r>
              <a:rPr lang="fr-FR"/>
              <a:t>Picture</a:t>
            </a:r>
          </a:p>
        </p:txBody>
      </p:sp>
      <p:sp>
        <p:nvSpPr>
          <p:cNvPr id="114" name="Espace réservé du texte 5">
            <a:extLst>
              <a:ext uri="{FF2B5EF4-FFF2-40B4-BE49-F238E27FC236}">
                <a16:creationId xmlns:a16="http://schemas.microsoft.com/office/drawing/2014/main" id="{CCD73C40-2C29-45B1-3875-AAEDE37FCB66}"/>
              </a:ext>
            </a:extLst>
          </p:cNvPr>
          <p:cNvSpPr>
            <a:spLocks noGrp="1"/>
          </p:cNvSpPr>
          <p:nvPr userDrawn="1">
            <p:ph type="body" sz="quarter" idx="27" hasCustomPrompt="1"/>
          </p:nvPr>
        </p:nvSpPr>
        <p:spPr>
          <a:xfrm>
            <a:off x="4854269" y="2358840"/>
            <a:ext cx="5614566" cy="720000"/>
          </a:xfrm>
          <a:solidFill>
            <a:schemeClr val="tx2"/>
          </a:solidFill>
        </p:spPr>
        <p:txBody>
          <a:bodyPr anchor="ctr">
            <a:normAutofit/>
          </a:bodyPr>
          <a:lstStyle>
            <a:lvl2pPr marL="85725" indent="-85725" algn="l">
              <a:buFont typeface="Source Sans Pro" panose="020B0503030403020204" pitchFamily="34" charset="0"/>
              <a:buChar char=" "/>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Click here to add your 01 level text</a:t>
            </a:r>
          </a:p>
          <a:p>
            <a:pPr lvl="2"/>
            <a:r>
              <a:rPr lang="fr-FR"/>
              <a:t>Click here to add your 02 level text</a:t>
            </a:r>
            <a:endParaRPr lang="en-US" dirty="0"/>
          </a:p>
        </p:txBody>
      </p:sp>
      <p:sp>
        <p:nvSpPr>
          <p:cNvPr id="115" name="Espace réservé du texte 5">
            <a:extLst>
              <a:ext uri="{FF2B5EF4-FFF2-40B4-BE49-F238E27FC236}">
                <a16:creationId xmlns:a16="http://schemas.microsoft.com/office/drawing/2014/main" id="{C86A0CF1-84DD-0B51-C0B5-394523C7DD6F}"/>
              </a:ext>
            </a:extLst>
          </p:cNvPr>
          <p:cNvSpPr>
            <a:spLocks noGrp="1"/>
          </p:cNvSpPr>
          <p:nvPr userDrawn="1">
            <p:ph type="body" sz="quarter" idx="28" hasCustomPrompt="1"/>
          </p:nvPr>
        </p:nvSpPr>
        <p:spPr>
          <a:xfrm>
            <a:off x="4854269" y="3076458"/>
            <a:ext cx="5212244" cy="720000"/>
          </a:xfrm>
          <a:solidFill>
            <a:schemeClr val="tx1"/>
          </a:solidFill>
        </p:spPr>
        <p:txBody>
          <a:bodyPr anchor="ctr">
            <a:normAutofit/>
          </a:bodyPr>
          <a:lstStyle>
            <a:lvl2pPr marL="85725" indent="-85725" algn="l">
              <a:buFont typeface="Source Sans Pro" panose="020B0503030403020204" pitchFamily="34" charset="0"/>
              <a:buChar char=" "/>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Click here to add your 01 level text</a:t>
            </a:r>
          </a:p>
          <a:p>
            <a:pPr lvl="2"/>
            <a:r>
              <a:rPr lang="fr-FR"/>
              <a:t>Click here to add your 02 level text</a:t>
            </a:r>
            <a:endParaRPr lang="en-US" dirty="0"/>
          </a:p>
        </p:txBody>
      </p:sp>
      <p:sp>
        <p:nvSpPr>
          <p:cNvPr id="116" name="Espace réservé du texte 5">
            <a:extLst>
              <a:ext uri="{FF2B5EF4-FFF2-40B4-BE49-F238E27FC236}">
                <a16:creationId xmlns:a16="http://schemas.microsoft.com/office/drawing/2014/main" id="{2D0CF8CE-E54C-02D6-531D-AAD34E487F9F}"/>
              </a:ext>
            </a:extLst>
          </p:cNvPr>
          <p:cNvSpPr>
            <a:spLocks noGrp="1"/>
          </p:cNvSpPr>
          <p:nvPr userDrawn="1">
            <p:ph type="body" sz="quarter" idx="29" hasCustomPrompt="1"/>
          </p:nvPr>
        </p:nvSpPr>
        <p:spPr>
          <a:xfrm>
            <a:off x="4854269" y="3792797"/>
            <a:ext cx="3856431" cy="720000"/>
          </a:xfrm>
          <a:solidFill>
            <a:schemeClr val="accent3"/>
          </a:solidFill>
        </p:spPr>
        <p:txBody>
          <a:bodyPr anchor="ctr">
            <a:normAutofit/>
          </a:bodyPr>
          <a:lstStyle>
            <a:lvl2pPr marL="85725" indent="-85725" algn="l">
              <a:buFont typeface="Source Sans Pro" panose="020B0503030403020204" pitchFamily="34" charset="0"/>
              <a:buChar char=" "/>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Click here to add your 01 level text</a:t>
            </a:r>
          </a:p>
          <a:p>
            <a:pPr lvl="2"/>
            <a:r>
              <a:rPr lang="fr-FR"/>
              <a:t>Click here to add your 02 level text</a:t>
            </a:r>
            <a:endParaRPr lang="en-US" dirty="0"/>
          </a:p>
        </p:txBody>
      </p:sp>
      <p:sp>
        <p:nvSpPr>
          <p:cNvPr id="117" name="Espace réservé du texte 5">
            <a:extLst>
              <a:ext uri="{FF2B5EF4-FFF2-40B4-BE49-F238E27FC236}">
                <a16:creationId xmlns:a16="http://schemas.microsoft.com/office/drawing/2014/main" id="{99F0FE81-CFC3-1C96-2673-4D549B504F41}"/>
              </a:ext>
            </a:extLst>
          </p:cNvPr>
          <p:cNvSpPr>
            <a:spLocks noGrp="1"/>
          </p:cNvSpPr>
          <p:nvPr userDrawn="1">
            <p:ph type="body" sz="quarter" idx="30" hasCustomPrompt="1"/>
          </p:nvPr>
        </p:nvSpPr>
        <p:spPr>
          <a:xfrm>
            <a:off x="4854270" y="4512708"/>
            <a:ext cx="3530300" cy="720000"/>
          </a:xfrm>
          <a:solidFill>
            <a:schemeClr val="accent4"/>
          </a:solidFill>
        </p:spPr>
        <p:txBody>
          <a:bodyPr anchor="ctr">
            <a:normAutofit/>
          </a:bodyPr>
          <a:lstStyle>
            <a:lvl2pPr marL="85725" indent="-85725" algn="l">
              <a:buFont typeface="Source Sans Pro" panose="020B0503030403020204" pitchFamily="34" charset="0"/>
              <a:buChar char=" "/>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Click here to add your 01 level text</a:t>
            </a:r>
          </a:p>
          <a:p>
            <a:pPr lvl="2"/>
            <a:r>
              <a:rPr lang="fr-FR"/>
              <a:t>Click here to add your 02 level text</a:t>
            </a:r>
            <a:endParaRPr lang="en-US" dirty="0"/>
          </a:p>
        </p:txBody>
      </p:sp>
      <p:sp>
        <p:nvSpPr>
          <p:cNvPr id="153" name="Forme libre : forme 152">
            <a:extLst>
              <a:ext uri="{FF2B5EF4-FFF2-40B4-BE49-F238E27FC236}">
                <a16:creationId xmlns:a16="http://schemas.microsoft.com/office/drawing/2014/main" id="{B57F35F7-8DEC-943D-FFE6-69F0845D732D}"/>
              </a:ext>
            </a:extLst>
          </p:cNvPr>
          <p:cNvSpPr/>
          <p:nvPr userDrawn="1"/>
        </p:nvSpPr>
        <p:spPr>
          <a:xfrm>
            <a:off x="1099448" y="1587581"/>
            <a:ext cx="523203" cy="4414093"/>
          </a:xfrm>
          <a:custGeom>
            <a:avLst/>
            <a:gdLst>
              <a:gd name="connsiteX0" fmla="*/ 0 w 523203"/>
              <a:gd name="connsiteY0" fmla="*/ 0 h 4414093"/>
              <a:gd name="connsiteX1" fmla="*/ 523203 w 523203"/>
              <a:gd name="connsiteY1" fmla="*/ 771401 h 4414093"/>
              <a:gd name="connsiteX2" fmla="*/ 519126 w 523203"/>
              <a:gd name="connsiteY2" fmla="*/ 1385565 h 4414093"/>
              <a:gd name="connsiteX3" fmla="*/ 519537 w 523203"/>
              <a:gd name="connsiteY3" fmla="*/ 1724992 h 4414093"/>
              <a:gd name="connsiteX4" fmla="*/ 519816 w 523203"/>
              <a:gd name="connsiteY4" fmla="*/ 1724992 h 4414093"/>
              <a:gd name="connsiteX5" fmla="*/ 519794 w 523203"/>
              <a:gd name="connsiteY5" fmla="*/ 1741157 h 4414093"/>
              <a:gd name="connsiteX6" fmla="*/ 519816 w 523203"/>
              <a:gd name="connsiteY6" fmla="*/ 1741157 h 4414093"/>
              <a:gd name="connsiteX7" fmla="*/ 519649 w 523203"/>
              <a:gd name="connsiteY7" fmla="*/ 1817425 h 4414093"/>
              <a:gd name="connsiteX8" fmla="*/ 519816 w 523203"/>
              <a:gd name="connsiteY8" fmla="*/ 1955840 h 4414093"/>
              <a:gd name="connsiteX9" fmla="*/ 519794 w 523203"/>
              <a:gd name="connsiteY9" fmla="*/ 1955840 h 4414093"/>
              <a:gd name="connsiteX10" fmla="*/ 519816 w 523203"/>
              <a:gd name="connsiteY10" fmla="*/ 1972005 h 4414093"/>
              <a:gd name="connsiteX11" fmla="*/ 519557 w 523203"/>
              <a:gd name="connsiteY11" fmla="*/ 1972005 h 4414093"/>
              <a:gd name="connsiteX12" fmla="*/ 519816 w 523203"/>
              <a:gd name="connsiteY12" fmla="*/ 2186085 h 4414093"/>
              <a:gd name="connsiteX13" fmla="*/ 519794 w 523203"/>
              <a:gd name="connsiteY13" fmla="*/ 2186085 h 4414093"/>
              <a:gd name="connsiteX14" fmla="*/ 519816 w 523203"/>
              <a:gd name="connsiteY14" fmla="*/ 2202250 h 4414093"/>
              <a:gd name="connsiteX15" fmla="*/ 519646 w 523203"/>
              <a:gd name="connsiteY15" fmla="*/ 2202250 h 4414093"/>
              <a:gd name="connsiteX16" fmla="*/ 519650 w 523203"/>
              <a:gd name="connsiteY16" fmla="*/ 2205216 h 4414093"/>
              <a:gd name="connsiteX17" fmla="*/ 519816 w 523203"/>
              <a:gd name="connsiteY17" fmla="*/ 2205216 h 4414093"/>
              <a:gd name="connsiteX18" fmla="*/ 519794 w 523203"/>
              <a:gd name="connsiteY18" fmla="*/ 2221381 h 4414093"/>
              <a:gd name="connsiteX19" fmla="*/ 519816 w 523203"/>
              <a:gd name="connsiteY19" fmla="*/ 2221381 h 4414093"/>
              <a:gd name="connsiteX20" fmla="*/ 519728 w 523203"/>
              <a:gd name="connsiteY20" fmla="*/ 2261336 h 4414093"/>
              <a:gd name="connsiteX21" fmla="*/ 519816 w 523203"/>
              <a:gd name="connsiteY21" fmla="*/ 2324231 h 4414093"/>
              <a:gd name="connsiteX22" fmla="*/ 519794 w 523203"/>
              <a:gd name="connsiteY22" fmla="*/ 2324231 h 4414093"/>
              <a:gd name="connsiteX23" fmla="*/ 519816 w 523203"/>
              <a:gd name="connsiteY23" fmla="*/ 2340396 h 4414093"/>
              <a:gd name="connsiteX24" fmla="*/ 519555 w 523203"/>
              <a:gd name="connsiteY24" fmla="*/ 2340396 h 4414093"/>
              <a:gd name="connsiteX25" fmla="*/ 519043 w 523203"/>
              <a:gd name="connsiteY25" fmla="*/ 2573607 h 4414093"/>
              <a:gd name="connsiteX26" fmla="*/ 519816 w 523203"/>
              <a:gd name="connsiteY26" fmla="*/ 2573607 h 4414093"/>
              <a:gd name="connsiteX27" fmla="*/ 519794 w 523203"/>
              <a:gd name="connsiteY27" fmla="*/ 2589772 h 4414093"/>
              <a:gd name="connsiteX28" fmla="*/ 519816 w 523203"/>
              <a:gd name="connsiteY28" fmla="*/ 2589772 h 4414093"/>
              <a:gd name="connsiteX29" fmla="*/ 518921 w 523203"/>
              <a:gd name="connsiteY29" fmla="*/ 2997626 h 4414093"/>
              <a:gd name="connsiteX30" fmla="*/ 523203 w 523203"/>
              <a:gd name="connsiteY30" fmla="*/ 3642692 h 4414093"/>
              <a:gd name="connsiteX31" fmla="*/ 0 w 523203"/>
              <a:gd name="connsiteY31" fmla="*/ 4414093 h 4414093"/>
              <a:gd name="connsiteX32" fmla="*/ 0 w 523203"/>
              <a:gd name="connsiteY32" fmla="*/ 3313956 h 4414093"/>
              <a:gd name="connsiteX33" fmla="*/ 173 w 523203"/>
              <a:gd name="connsiteY33" fmla="*/ 3313826 h 4414093"/>
              <a:gd name="connsiteX34" fmla="*/ 173 w 523203"/>
              <a:gd name="connsiteY34" fmla="*/ 2838980 h 4414093"/>
              <a:gd name="connsiteX35" fmla="*/ 173 w 523203"/>
              <a:gd name="connsiteY35" fmla="*/ 2589772 h 4414093"/>
              <a:gd name="connsiteX36" fmla="*/ 173 w 523203"/>
              <a:gd name="connsiteY36" fmla="*/ 2573607 h 4414093"/>
              <a:gd name="connsiteX37" fmla="*/ 173 w 523203"/>
              <a:gd name="connsiteY37" fmla="*/ 2340396 h 4414093"/>
              <a:gd name="connsiteX38" fmla="*/ 173 w 523203"/>
              <a:gd name="connsiteY38" fmla="*/ 2324231 h 4414093"/>
              <a:gd name="connsiteX39" fmla="*/ 173 w 523203"/>
              <a:gd name="connsiteY39" fmla="*/ 2221381 h 4414093"/>
              <a:gd name="connsiteX40" fmla="*/ 173 w 523203"/>
              <a:gd name="connsiteY40" fmla="*/ 2205216 h 4414093"/>
              <a:gd name="connsiteX41" fmla="*/ 173 w 523203"/>
              <a:gd name="connsiteY41" fmla="*/ 2202250 h 4414093"/>
              <a:gd name="connsiteX42" fmla="*/ 173 w 523203"/>
              <a:gd name="connsiteY42" fmla="*/ 2186085 h 4414093"/>
              <a:gd name="connsiteX43" fmla="*/ 173 w 523203"/>
              <a:gd name="connsiteY43" fmla="*/ 1972005 h 4414093"/>
              <a:gd name="connsiteX44" fmla="*/ 173 w 523203"/>
              <a:gd name="connsiteY44" fmla="*/ 1955840 h 4414093"/>
              <a:gd name="connsiteX45" fmla="*/ 173 w 523203"/>
              <a:gd name="connsiteY45" fmla="*/ 1741157 h 4414093"/>
              <a:gd name="connsiteX46" fmla="*/ 173 w 523203"/>
              <a:gd name="connsiteY46" fmla="*/ 1724992 h 4414093"/>
              <a:gd name="connsiteX47" fmla="*/ 173 w 523203"/>
              <a:gd name="connsiteY47" fmla="*/ 1242573 h 4414093"/>
              <a:gd name="connsiteX48" fmla="*/ 173 w 523203"/>
              <a:gd name="connsiteY48" fmla="*/ 1226408 h 4414093"/>
              <a:gd name="connsiteX49" fmla="*/ 173 w 523203"/>
              <a:gd name="connsiteY49" fmla="*/ 1104427 h 4414093"/>
              <a:gd name="connsiteX50" fmla="*/ 173 w 523203"/>
              <a:gd name="connsiteY50" fmla="*/ 1095506 h 4414093"/>
              <a:gd name="connsiteX51" fmla="*/ 0 w 523203"/>
              <a:gd name="connsiteY51" fmla="*/ 1095375 h 4414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3203" h="4414093">
                <a:moveTo>
                  <a:pt x="0" y="0"/>
                </a:moveTo>
                <a:lnTo>
                  <a:pt x="523203" y="771401"/>
                </a:lnTo>
                <a:lnTo>
                  <a:pt x="519126" y="1385565"/>
                </a:lnTo>
                <a:lnTo>
                  <a:pt x="519537" y="1724992"/>
                </a:lnTo>
                <a:lnTo>
                  <a:pt x="519816" y="1724992"/>
                </a:lnTo>
                <a:cubicBezTo>
                  <a:pt x="519809" y="1730381"/>
                  <a:pt x="519801" y="1735768"/>
                  <a:pt x="519794" y="1741157"/>
                </a:cubicBezTo>
                <a:lnTo>
                  <a:pt x="519816" y="1741157"/>
                </a:lnTo>
                <a:lnTo>
                  <a:pt x="519649" y="1817425"/>
                </a:lnTo>
                <a:lnTo>
                  <a:pt x="519816" y="1955840"/>
                </a:lnTo>
                <a:lnTo>
                  <a:pt x="519794" y="1955840"/>
                </a:lnTo>
                <a:lnTo>
                  <a:pt x="519816" y="1972005"/>
                </a:lnTo>
                <a:lnTo>
                  <a:pt x="519557" y="1972005"/>
                </a:lnTo>
                <a:lnTo>
                  <a:pt x="519816" y="2186085"/>
                </a:lnTo>
                <a:lnTo>
                  <a:pt x="519794" y="2186085"/>
                </a:lnTo>
                <a:lnTo>
                  <a:pt x="519816" y="2202250"/>
                </a:lnTo>
                <a:lnTo>
                  <a:pt x="519646" y="2202250"/>
                </a:lnTo>
                <a:lnTo>
                  <a:pt x="519650" y="2205216"/>
                </a:lnTo>
                <a:lnTo>
                  <a:pt x="519816" y="2205216"/>
                </a:lnTo>
                <a:cubicBezTo>
                  <a:pt x="519809" y="2210605"/>
                  <a:pt x="519801" y="2215992"/>
                  <a:pt x="519794" y="2221381"/>
                </a:cubicBezTo>
                <a:lnTo>
                  <a:pt x="519816" y="2221381"/>
                </a:lnTo>
                <a:lnTo>
                  <a:pt x="519728" y="2261336"/>
                </a:lnTo>
                <a:lnTo>
                  <a:pt x="519816" y="2324231"/>
                </a:lnTo>
                <a:lnTo>
                  <a:pt x="519794" y="2324231"/>
                </a:lnTo>
                <a:lnTo>
                  <a:pt x="519816" y="2340396"/>
                </a:lnTo>
                <a:lnTo>
                  <a:pt x="519555" y="2340396"/>
                </a:lnTo>
                <a:lnTo>
                  <a:pt x="519043" y="2573607"/>
                </a:lnTo>
                <a:lnTo>
                  <a:pt x="519816" y="2573607"/>
                </a:lnTo>
                <a:cubicBezTo>
                  <a:pt x="519809" y="2578996"/>
                  <a:pt x="519801" y="2584383"/>
                  <a:pt x="519794" y="2589772"/>
                </a:cubicBezTo>
                <a:lnTo>
                  <a:pt x="519816" y="2589772"/>
                </a:lnTo>
                <a:lnTo>
                  <a:pt x="518921" y="2997626"/>
                </a:lnTo>
                <a:lnTo>
                  <a:pt x="523203" y="3642692"/>
                </a:lnTo>
                <a:lnTo>
                  <a:pt x="0" y="4414093"/>
                </a:lnTo>
                <a:lnTo>
                  <a:pt x="0" y="3313956"/>
                </a:lnTo>
                <a:lnTo>
                  <a:pt x="173" y="3313826"/>
                </a:lnTo>
                <a:lnTo>
                  <a:pt x="173" y="2838980"/>
                </a:lnTo>
                <a:lnTo>
                  <a:pt x="173" y="2589772"/>
                </a:lnTo>
                <a:lnTo>
                  <a:pt x="173" y="2573607"/>
                </a:lnTo>
                <a:lnTo>
                  <a:pt x="173" y="2340396"/>
                </a:lnTo>
                <a:lnTo>
                  <a:pt x="173" y="2324231"/>
                </a:lnTo>
                <a:lnTo>
                  <a:pt x="173" y="2221381"/>
                </a:lnTo>
                <a:lnTo>
                  <a:pt x="173" y="2205216"/>
                </a:lnTo>
                <a:lnTo>
                  <a:pt x="173" y="2202250"/>
                </a:lnTo>
                <a:lnTo>
                  <a:pt x="173" y="2186085"/>
                </a:lnTo>
                <a:lnTo>
                  <a:pt x="173" y="1972005"/>
                </a:lnTo>
                <a:lnTo>
                  <a:pt x="173" y="1955840"/>
                </a:lnTo>
                <a:lnTo>
                  <a:pt x="173" y="1741157"/>
                </a:lnTo>
                <a:lnTo>
                  <a:pt x="173" y="1724992"/>
                </a:lnTo>
                <a:lnTo>
                  <a:pt x="173" y="1242573"/>
                </a:lnTo>
                <a:lnTo>
                  <a:pt x="173" y="1226408"/>
                </a:lnTo>
                <a:lnTo>
                  <a:pt x="173" y="1104427"/>
                </a:lnTo>
                <a:lnTo>
                  <a:pt x="173" y="1095506"/>
                </a:lnTo>
                <a:lnTo>
                  <a:pt x="0" y="1095375"/>
                </a:lnTo>
                <a:close/>
              </a:path>
            </a:pathLst>
          </a:custGeom>
          <a:solidFill>
            <a:srgbClr val="000000">
              <a:alpha val="17000"/>
            </a:srgb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fr-FR"/>
          </a:p>
        </p:txBody>
      </p:sp>
      <p:sp>
        <p:nvSpPr>
          <p:cNvPr id="158" name="Espace réservé du texte 5">
            <a:extLst>
              <a:ext uri="{FF2B5EF4-FFF2-40B4-BE49-F238E27FC236}">
                <a16:creationId xmlns:a16="http://schemas.microsoft.com/office/drawing/2014/main" id="{C66F713B-F234-E044-3667-B987C0ACDC1D}"/>
              </a:ext>
            </a:extLst>
          </p:cNvPr>
          <p:cNvSpPr>
            <a:spLocks noGrp="1"/>
          </p:cNvSpPr>
          <p:nvPr>
            <p:ph type="body" sz="quarter" idx="39" hasCustomPrompt="1"/>
          </p:nvPr>
        </p:nvSpPr>
        <p:spPr>
          <a:xfrm>
            <a:off x="8385464" y="4512708"/>
            <a:ext cx="922995" cy="720000"/>
          </a:xfrm>
          <a:prstGeom prst="homePlate">
            <a:avLst>
              <a:gd name="adj" fmla="val 65532"/>
            </a:avLst>
          </a:prstGeom>
          <a:solidFill>
            <a:schemeClr val="accent4"/>
          </a:solidFill>
        </p:spPr>
        <p:txBody>
          <a:bodyPr anchor="ctr">
            <a:normAutofit/>
          </a:bodyPr>
          <a:lstStyle>
            <a:lvl2pPr marL="0" indent="0" algn="ctr">
              <a:buFont typeface="Source Sans Pro" panose="020B0503030403020204" pitchFamily="34" charset="0"/>
              <a:buNone/>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XX%</a:t>
            </a:r>
          </a:p>
        </p:txBody>
      </p:sp>
      <p:sp>
        <p:nvSpPr>
          <p:cNvPr id="159" name="Espace réservé du texte 5">
            <a:extLst>
              <a:ext uri="{FF2B5EF4-FFF2-40B4-BE49-F238E27FC236}">
                <a16:creationId xmlns:a16="http://schemas.microsoft.com/office/drawing/2014/main" id="{DF036EC2-8019-9F1F-3B8D-86CF48227924}"/>
              </a:ext>
            </a:extLst>
          </p:cNvPr>
          <p:cNvSpPr>
            <a:spLocks noGrp="1"/>
          </p:cNvSpPr>
          <p:nvPr>
            <p:ph type="body" sz="quarter" idx="40" hasCustomPrompt="1"/>
          </p:nvPr>
        </p:nvSpPr>
        <p:spPr>
          <a:xfrm>
            <a:off x="8710700" y="3792797"/>
            <a:ext cx="922995" cy="720000"/>
          </a:xfrm>
          <a:prstGeom prst="homePlate">
            <a:avLst>
              <a:gd name="adj" fmla="val 65532"/>
            </a:avLst>
          </a:prstGeom>
          <a:solidFill>
            <a:schemeClr val="accent3"/>
          </a:solidFill>
        </p:spPr>
        <p:txBody>
          <a:bodyPr anchor="ctr">
            <a:normAutofit/>
          </a:bodyPr>
          <a:lstStyle>
            <a:lvl2pPr marL="0" indent="0" algn="ctr">
              <a:buFont typeface="Source Sans Pro" panose="020B0503030403020204" pitchFamily="34" charset="0"/>
              <a:buNone/>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XX%</a:t>
            </a:r>
          </a:p>
        </p:txBody>
      </p:sp>
      <p:sp>
        <p:nvSpPr>
          <p:cNvPr id="160" name="Espace réservé du texte 5">
            <a:extLst>
              <a:ext uri="{FF2B5EF4-FFF2-40B4-BE49-F238E27FC236}">
                <a16:creationId xmlns:a16="http://schemas.microsoft.com/office/drawing/2014/main" id="{5A2F3910-DA0E-A45F-86FC-62AE3F4FA7F5}"/>
              </a:ext>
            </a:extLst>
          </p:cNvPr>
          <p:cNvSpPr>
            <a:spLocks noGrp="1"/>
          </p:cNvSpPr>
          <p:nvPr>
            <p:ph type="body" sz="quarter" idx="41" hasCustomPrompt="1"/>
          </p:nvPr>
        </p:nvSpPr>
        <p:spPr>
          <a:xfrm>
            <a:off x="10066513" y="3076458"/>
            <a:ext cx="922995" cy="720000"/>
          </a:xfrm>
          <a:prstGeom prst="homePlate">
            <a:avLst>
              <a:gd name="adj" fmla="val 65532"/>
            </a:avLst>
          </a:prstGeom>
          <a:solidFill>
            <a:schemeClr val="tx1"/>
          </a:solidFill>
        </p:spPr>
        <p:txBody>
          <a:bodyPr anchor="ctr">
            <a:normAutofit/>
          </a:bodyPr>
          <a:lstStyle>
            <a:lvl2pPr marL="0" indent="0" algn="ctr">
              <a:buFont typeface="Source Sans Pro" panose="020B0503030403020204" pitchFamily="34" charset="0"/>
              <a:buNone/>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XX%</a:t>
            </a:r>
          </a:p>
        </p:txBody>
      </p:sp>
      <p:sp>
        <p:nvSpPr>
          <p:cNvPr id="161" name="Espace réservé du texte 5">
            <a:extLst>
              <a:ext uri="{FF2B5EF4-FFF2-40B4-BE49-F238E27FC236}">
                <a16:creationId xmlns:a16="http://schemas.microsoft.com/office/drawing/2014/main" id="{A3BA71D5-7C50-530D-D0BD-CDD57BAEF042}"/>
              </a:ext>
            </a:extLst>
          </p:cNvPr>
          <p:cNvSpPr>
            <a:spLocks noGrp="1"/>
          </p:cNvSpPr>
          <p:nvPr>
            <p:ph type="body" sz="quarter" idx="42" hasCustomPrompt="1"/>
          </p:nvPr>
        </p:nvSpPr>
        <p:spPr>
          <a:xfrm>
            <a:off x="10468835" y="2358840"/>
            <a:ext cx="922995" cy="720000"/>
          </a:xfrm>
          <a:prstGeom prst="homePlate">
            <a:avLst>
              <a:gd name="adj" fmla="val 65532"/>
            </a:avLst>
          </a:prstGeom>
          <a:solidFill>
            <a:schemeClr val="tx2"/>
          </a:solidFill>
        </p:spPr>
        <p:txBody>
          <a:bodyPr anchor="ctr">
            <a:normAutofit/>
          </a:bodyPr>
          <a:lstStyle>
            <a:lvl2pPr marL="0" indent="0" algn="ctr">
              <a:buFont typeface="Source Sans Pro" panose="020B0503030403020204" pitchFamily="34" charset="0"/>
              <a:buNone/>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XX%</a:t>
            </a:r>
          </a:p>
        </p:txBody>
      </p:sp>
      <p:sp>
        <p:nvSpPr>
          <p:cNvPr id="97" name="Graphique 95">
            <a:extLst>
              <a:ext uri="{FF2B5EF4-FFF2-40B4-BE49-F238E27FC236}">
                <a16:creationId xmlns:a16="http://schemas.microsoft.com/office/drawing/2014/main" id="{DB63371F-DACA-E8BF-FE0B-E20E90846F02}"/>
              </a:ext>
            </a:extLst>
          </p:cNvPr>
          <p:cNvSpPr/>
          <p:nvPr userDrawn="1"/>
        </p:nvSpPr>
        <p:spPr>
          <a:xfrm>
            <a:off x="2528406" y="1536699"/>
            <a:ext cx="2126143" cy="4527551"/>
          </a:xfrm>
          <a:prstGeom prst="roundRect">
            <a:avLst>
              <a:gd name="adj" fmla="val 12187"/>
            </a:avLst>
          </a:prstGeom>
          <a:noFill/>
          <a:ln w="50800" cap="flat">
            <a:solidFill>
              <a:srgbClr val="000000"/>
            </a:solidFill>
            <a:prstDash val="solid"/>
            <a:miter/>
          </a:ln>
        </p:spPr>
        <p:txBody>
          <a:bodyPr rtlCol="0" anchor="ctr"/>
          <a:lstStyle/>
          <a:p>
            <a:endParaRPr lang="fr-FR"/>
          </a:p>
        </p:txBody>
      </p:sp>
      <p:sp>
        <p:nvSpPr>
          <p:cNvPr id="157" name="Espace réservé pour une image  156">
            <a:extLst>
              <a:ext uri="{FF2B5EF4-FFF2-40B4-BE49-F238E27FC236}">
                <a16:creationId xmlns:a16="http://schemas.microsoft.com/office/drawing/2014/main" id="{8528845B-0C4E-DC2A-3CAF-8553F69D0F28}"/>
              </a:ext>
            </a:extLst>
          </p:cNvPr>
          <p:cNvSpPr>
            <a:spLocks noGrp="1"/>
          </p:cNvSpPr>
          <p:nvPr>
            <p:ph type="pic" sz="quarter" idx="18" hasCustomPrompt="1"/>
          </p:nvPr>
        </p:nvSpPr>
        <p:spPr>
          <a:xfrm>
            <a:off x="2557463" y="1566863"/>
            <a:ext cx="2076450" cy="4471987"/>
          </a:xfrm>
          <a:custGeom>
            <a:avLst/>
            <a:gdLst>
              <a:gd name="connsiteX0" fmla="*/ 238813 w 2076450"/>
              <a:gd name="connsiteY0" fmla="*/ 0 h 4471987"/>
              <a:gd name="connsiteX1" fmla="*/ 576262 w 2076450"/>
              <a:gd name="connsiteY1" fmla="*/ 0 h 4471987"/>
              <a:gd name="connsiteX2" fmla="*/ 576262 w 2076450"/>
              <a:gd name="connsiteY2" fmla="*/ 62068 h 4471987"/>
              <a:gd name="connsiteX3" fmla="*/ 618970 w 2076450"/>
              <a:gd name="connsiteY3" fmla="*/ 104776 h 4471987"/>
              <a:gd name="connsiteX4" fmla="*/ 1443192 w 2076450"/>
              <a:gd name="connsiteY4" fmla="*/ 104776 h 4471987"/>
              <a:gd name="connsiteX5" fmla="*/ 1485900 w 2076450"/>
              <a:gd name="connsiteY5" fmla="*/ 62068 h 4471987"/>
              <a:gd name="connsiteX6" fmla="*/ 1485900 w 2076450"/>
              <a:gd name="connsiteY6" fmla="*/ 0 h 4471987"/>
              <a:gd name="connsiteX7" fmla="*/ 1837637 w 2076450"/>
              <a:gd name="connsiteY7" fmla="*/ 0 h 4471987"/>
              <a:gd name="connsiteX8" fmla="*/ 2076450 w 2076450"/>
              <a:gd name="connsiteY8" fmla="*/ 238813 h 4471987"/>
              <a:gd name="connsiteX9" fmla="*/ 2076450 w 2076450"/>
              <a:gd name="connsiteY9" fmla="*/ 4233174 h 4471987"/>
              <a:gd name="connsiteX10" fmla="*/ 1837637 w 2076450"/>
              <a:gd name="connsiteY10" fmla="*/ 4471987 h 4471987"/>
              <a:gd name="connsiteX11" fmla="*/ 238813 w 2076450"/>
              <a:gd name="connsiteY11" fmla="*/ 4471987 h 4471987"/>
              <a:gd name="connsiteX12" fmla="*/ 0 w 2076450"/>
              <a:gd name="connsiteY12" fmla="*/ 4233174 h 4471987"/>
              <a:gd name="connsiteX13" fmla="*/ 0 w 2076450"/>
              <a:gd name="connsiteY13" fmla="*/ 238813 h 4471987"/>
              <a:gd name="connsiteX14" fmla="*/ 238813 w 2076450"/>
              <a:gd name="connsiteY14" fmla="*/ 0 h 4471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76450" h="4471987">
                <a:moveTo>
                  <a:pt x="238813" y="0"/>
                </a:moveTo>
                <a:lnTo>
                  <a:pt x="576262" y="0"/>
                </a:lnTo>
                <a:lnTo>
                  <a:pt x="576262" y="62068"/>
                </a:lnTo>
                <a:cubicBezTo>
                  <a:pt x="576262" y="85655"/>
                  <a:pt x="595383" y="104776"/>
                  <a:pt x="618970" y="104776"/>
                </a:cubicBezTo>
                <a:lnTo>
                  <a:pt x="1443192" y="104776"/>
                </a:lnTo>
                <a:cubicBezTo>
                  <a:pt x="1466779" y="104776"/>
                  <a:pt x="1485900" y="85655"/>
                  <a:pt x="1485900" y="62068"/>
                </a:cubicBezTo>
                <a:lnTo>
                  <a:pt x="1485900" y="0"/>
                </a:lnTo>
                <a:lnTo>
                  <a:pt x="1837637" y="0"/>
                </a:lnTo>
                <a:cubicBezTo>
                  <a:pt x="1969530" y="0"/>
                  <a:pt x="2076450" y="106920"/>
                  <a:pt x="2076450" y="238813"/>
                </a:cubicBezTo>
                <a:lnTo>
                  <a:pt x="2076450" y="4233174"/>
                </a:lnTo>
                <a:cubicBezTo>
                  <a:pt x="2076450" y="4365067"/>
                  <a:pt x="1969530" y="4471987"/>
                  <a:pt x="1837637" y="4471987"/>
                </a:cubicBezTo>
                <a:lnTo>
                  <a:pt x="238813" y="4471987"/>
                </a:lnTo>
                <a:cubicBezTo>
                  <a:pt x="106920" y="4471987"/>
                  <a:pt x="0" y="4365067"/>
                  <a:pt x="0" y="4233174"/>
                </a:cubicBezTo>
                <a:lnTo>
                  <a:pt x="0" y="238813"/>
                </a:lnTo>
                <a:cubicBezTo>
                  <a:pt x="0" y="106920"/>
                  <a:pt x="106920" y="0"/>
                  <a:pt x="238813" y="0"/>
                </a:cubicBezTo>
                <a:close/>
              </a:path>
            </a:pathLst>
          </a:custGeom>
          <a:solidFill>
            <a:schemeClr val="bg1">
              <a:lumMod val="85000"/>
            </a:schemeClr>
          </a:solidFill>
        </p:spPr>
        <p:txBody>
          <a:bodyPr wrap="square" bIns="648000" anchor="ctr">
            <a:noAutofit/>
          </a:bodyPr>
          <a:lstStyle>
            <a:lvl1pPr marL="0" indent="0" algn="ctr">
              <a:spcBef>
                <a:spcPts val="0"/>
              </a:spcBef>
              <a:buNone/>
              <a:defRPr sz="1000" b="0"/>
            </a:lvl1pPr>
          </a:lstStyle>
          <a:p>
            <a:r>
              <a:rPr lang="fr-FR"/>
              <a:t>Picture</a:t>
            </a:r>
            <a:br>
              <a:rPr lang="fr-FR"/>
            </a:br>
            <a:r>
              <a:rPr lang="fr-FR"/>
              <a:t>( or delete the block)</a:t>
            </a:r>
          </a:p>
        </p:txBody>
      </p:sp>
      <p:sp>
        <p:nvSpPr>
          <p:cNvPr id="10" name="Rectangle 9">
            <a:extLst>
              <a:ext uri="{FF2B5EF4-FFF2-40B4-BE49-F238E27FC236}">
                <a16:creationId xmlns:a16="http://schemas.microsoft.com/office/drawing/2014/main" id="{33E1467F-D916-74FD-E3D2-394801C4624B}"/>
              </a:ext>
            </a:extLst>
          </p:cNvPr>
          <p:cNvSpPr/>
          <p:nvPr userDrawn="1"/>
        </p:nvSpPr>
        <p:spPr>
          <a:xfrm rot="16200000">
            <a:off x="4495114" y="5469610"/>
            <a:ext cx="1621891" cy="1148080"/>
          </a:xfrm>
          <a:prstGeom prst="rect">
            <a:avLst/>
          </a:prstGeom>
          <a:gradFill>
            <a:gsLst>
              <a:gs pos="0">
                <a:schemeClr val="bg1">
                  <a:alpha val="0"/>
                </a:schemeClr>
              </a:gs>
              <a:gs pos="63000">
                <a:schemeClr val="bg1"/>
              </a:gs>
            </a:gsLst>
            <a:lin ang="5400000" scaled="1"/>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userDrawn="1">
            <p:ph type="ftr" sz="quarter" idx="10"/>
          </p:nvPr>
        </p:nvSpPr>
        <p:spPr>
          <a:xfrm>
            <a:off x="1511300" y="6383064"/>
            <a:ext cx="7099300" cy="365125"/>
          </a:xfrm>
        </p:spPr>
        <p:txBody>
          <a:bodyPr/>
          <a:lstStyle/>
          <a:p>
            <a:r>
              <a:rPr lang="en-US"/>
              <a:t>Name of the document</a:t>
            </a:r>
            <a:endParaRPr lang="en-US" dirty="0"/>
          </a:p>
        </p:txBody>
      </p:sp>
    </p:spTree>
    <p:extLst>
      <p:ext uri="{BB962C8B-B14F-4D97-AF65-F5344CB8AC3E}">
        <p14:creationId xmlns:p14="http://schemas.microsoft.com/office/powerpoint/2010/main" val="42162450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4 Block text in a smartphone B">
    <p:spTree>
      <p:nvGrpSpPr>
        <p:cNvPr id="1" name=""/>
        <p:cNvGrpSpPr/>
        <p:nvPr/>
      </p:nvGrpSpPr>
      <p:grpSpPr>
        <a:xfrm>
          <a:off x="0" y="0"/>
          <a:ext cx="0" cy="0"/>
          <a:chOff x="0" y="0"/>
          <a:chExt cx="0" cy="0"/>
        </a:xfrm>
      </p:grpSpPr>
      <p:sp>
        <p:nvSpPr>
          <p:cNvPr id="5" name="Forme libre : forme 4">
            <a:extLst>
              <a:ext uri="{FF2B5EF4-FFF2-40B4-BE49-F238E27FC236}">
                <a16:creationId xmlns:a16="http://schemas.microsoft.com/office/drawing/2014/main" id="{26783B69-58BA-9122-4F0C-767BE16850A1}"/>
              </a:ext>
            </a:extLst>
          </p:cNvPr>
          <p:cNvSpPr/>
          <p:nvPr userDrawn="1"/>
        </p:nvSpPr>
        <p:spPr>
          <a:xfrm flipV="1">
            <a:off x="1614027" y="3792797"/>
            <a:ext cx="3250098" cy="720000"/>
          </a:xfrm>
          <a:custGeom>
            <a:avLst/>
            <a:gdLst>
              <a:gd name="connsiteX0" fmla="*/ 3352991 w 3352990"/>
              <a:gd name="connsiteY0" fmla="*/ 0 h 394144"/>
              <a:gd name="connsiteX1" fmla="*/ 0 w 3352990"/>
              <a:gd name="connsiteY1" fmla="*/ 0 h 394144"/>
              <a:gd name="connsiteX2" fmla="*/ 762 w 3352990"/>
              <a:gd name="connsiteY2" fmla="*/ 394144 h 394144"/>
              <a:gd name="connsiteX3" fmla="*/ 3352991 w 3352990"/>
              <a:gd name="connsiteY3" fmla="*/ 394144 h 394144"/>
              <a:gd name="connsiteX4" fmla="*/ 3352991 w 3352990"/>
              <a:gd name="connsiteY4" fmla="*/ 0 h 394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990" h="394144">
                <a:moveTo>
                  <a:pt x="3352991" y="0"/>
                </a:moveTo>
                <a:lnTo>
                  <a:pt x="0" y="0"/>
                </a:lnTo>
                <a:lnTo>
                  <a:pt x="762" y="394144"/>
                </a:lnTo>
                <a:lnTo>
                  <a:pt x="3352991" y="394144"/>
                </a:lnTo>
                <a:lnTo>
                  <a:pt x="3352991" y="0"/>
                </a:lnTo>
                <a:close/>
              </a:path>
            </a:pathLst>
          </a:custGeom>
          <a:solidFill>
            <a:schemeClr val="accent3"/>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000E9C"/>
              </a:solidFill>
              <a:effectLst/>
              <a:uLnTx/>
              <a:uFillTx/>
            </a:endParaRPr>
          </a:p>
        </p:txBody>
      </p:sp>
      <p:sp>
        <p:nvSpPr>
          <p:cNvPr id="8" name="Forme libre : forme 7">
            <a:extLst>
              <a:ext uri="{FF2B5EF4-FFF2-40B4-BE49-F238E27FC236}">
                <a16:creationId xmlns:a16="http://schemas.microsoft.com/office/drawing/2014/main" id="{7891C494-0787-3C0B-476E-EF10C17A39BA}"/>
              </a:ext>
            </a:extLst>
          </p:cNvPr>
          <p:cNvSpPr/>
          <p:nvPr userDrawn="1"/>
        </p:nvSpPr>
        <p:spPr>
          <a:xfrm flipV="1">
            <a:off x="0" y="3792797"/>
            <a:ext cx="1100138" cy="1118234"/>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0 w 609600"/>
              <a:gd name="connsiteY4" fmla="*/ 0 h 609600"/>
              <a:gd name="connsiteX5" fmla="*/ 0 w 609600"/>
              <a:gd name="connsiteY5" fmla="*/ 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 h="609600">
                <a:moveTo>
                  <a:pt x="0" y="0"/>
                </a:moveTo>
                <a:lnTo>
                  <a:pt x="609600" y="0"/>
                </a:lnTo>
                <a:lnTo>
                  <a:pt x="609600" y="609600"/>
                </a:lnTo>
                <a:lnTo>
                  <a:pt x="0" y="609600"/>
                </a:lnTo>
                <a:lnTo>
                  <a:pt x="0" y="0"/>
                </a:lnTo>
                <a:lnTo>
                  <a:pt x="0" y="0"/>
                </a:lnTo>
                <a:close/>
              </a:path>
            </a:pathLst>
          </a:custGeom>
          <a:solidFill>
            <a:schemeClr val="accent3"/>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endParaRPr>
          </a:p>
        </p:txBody>
      </p:sp>
      <p:sp>
        <p:nvSpPr>
          <p:cNvPr id="10" name="Forme libre : forme 9">
            <a:extLst>
              <a:ext uri="{FF2B5EF4-FFF2-40B4-BE49-F238E27FC236}">
                <a16:creationId xmlns:a16="http://schemas.microsoft.com/office/drawing/2014/main" id="{DD7D3867-7D86-80A5-CAC1-74A64DB7E489}"/>
              </a:ext>
            </a:extLst>
          </p:cNvPr>
          <p:cNvSpPr/>
          <p:nvPr userDrawn="1"/>
        </p:nvSpPr>
        <p:spPr>
          <a:xfrm flipV="1">
            <a:off x="1099621" y="3792797"/>
            <a:ext cx="519643" cy="1113988"/>
          </a:xfrm>
          <a:custGeom>
            <a:avLst/>
            <a:gdLst>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33179 h 1116337"/>
              <a:gd name="connsiteX5" fmla="*/ 518440 w 519643"/>
              <a:gd name="connsiteY5" fmla="*/ 404169 h 1116337"/>
              <a:gd name="connsiteX6" fmla="*/ 518440 w 519643"/>
              <a:gd name="connsiteY6" fmla="*/ 387970 h 1116337"/>
              <a:gd name="connsiteX7" fmla="*/ 518784 w 519643"/>
              <a:gd name="connsiteY7" fmla="*/ 388315 h 1116337"/>
              <a:gd name="connsiteX8" fmla="*/ 519643 w 519643"/>
              <a:gd name="connsiteY8" fmla="*/ 1100138 h 1116337"/>
              <a:gd name="connsiteX9" fmla="*/ 519621 w 519643"/>
              <a:gd name="connsiteY9" fmla="*/ 1100138 h 1116337"/>
              <a:gd name="connsiteX10" fmla="*/ 519643 w 519643"/>
              <a:gd name="connsiteY10" fmla="*/ 1116337 h 1116337"/>
              <a:gd name="connsiteX11" fmla="*/ 0 w 519643"/>
              <a:gd name="connsiteY11" fmla="*/ 1116337 h 1116337"/>
              <a:gd name="connsiteX12" fmla="*/ 0 w 519643"/>
              <a:gd name="connsiteY12" fmla="*/ 1100138 h 1116337"/>
              <a:gd name="connsiteX13" fmla="*/ 0 w 519643"/>
              <a:gd name="connsiteY13" fmla="*/ 16199 h 1116337"/>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33179 h 1116337"/>
              <a:gd name="connsiteX5" fmla="*/ 518440 w 519643"/>
              <a:gd name="connsiteY5" fmla="*/ 404169 h 1116337"/>
              <a:gd name="connsiteX6" fmla="*/ 518440 w 519643"/>
              <a:gd name="connsiteY6" fmla="*/ 387970 h 1116337"/>
              <a:gd name="connsiteX7" fmla="*/ 518784 w 519643"/>
              <a:gd name="connsiteY7" fmla="*/ 388315 h 1116337"/>
              <a:gd name="connsiteX8" fmla="*/ 519643 w 519643"/>
              <a:gd name="connsiteY8" fmla="*/ 1100138 h 1116337"/>
              <a:gd name="connsiteX9" fmla="*/ 519621 w 519643"/>
              <a:gd name="connsiteY9" fmla="*/ 1100138 h 1116337"/>
              <a:gd name="connsiteX10" fmla="*/ 519643 w 519643"/>
              <a:gd name="connsiteY10" fmla="*/ 1116337 h 1116337"/>
              <a:gd name="connsiteX11" fmla="*/ 0 w 519643"/>
              <a:gd name="connsiteY11" fmla="*/ 1116337 h 1116337"/>
              <a:gd name="connsiteX12" fmla="*/ 0 w 519643"/>
              <a:gd name="connsiteY12" fmla="*/ 1100138 h 1116337"/>
              <a:gd name="connsiteX13" fmla="*/ 0 w 519643"/>
              <a:gd name="connsiteY13" fmla="*/ 0 h 1116337"/>
              <a:gd name="connsiteX0" fmla="*/ 59531 w 519643"/>
              <a:gd name="connsiteY0" fmla="*/ 0 h 1113951"/>
              <a:gd name="connsiteX1" fmla="*/ 518097 w 519643"/>
              <a:gd name="connsiteY1" fmla="*/ 386788 h 1113951"/>
              <a:gd name="connsiteX2" fmla="*/ 518097 w 519643"/>
              <a:gd name="connsiteY2" fmla="*/ 402987 h 1113951"/>
              <a:gd name="connsiteX3" fmla="*/ 518097 w 519643"/>
              <a:gd name="connsiteY3" fmla="*/ 430793 h 1113951"/>
              <a:gd name="connsiteX4" fmla="*/ 518440 w 519643"/>
              <a:gd name="connsiteY4" fmla="*/ 430793 h 1113951"/>
              <a:gd name="connsiteX5" fmla="*/ 518440 w 519643"/>
              <a:gd name="connsiteY5" fmla="*/ 401783 h 1113951"/>
              <a:gd name="connsiteX6" fmla="*/ 518440 w 519643"/>
              <a:gd name="connsiteY6" fmla="*/ 385584 h 1113951"/>
              <a:gd name="connsiteX7" fmla="*/ 518784 w 519643"/>
              <a:gd name="connsiteY7" fmla="*/ 385929 h 1113951"/>
              <a:gd name="connsiteX8" fmla="*/ 519643 w 519643"/>
              <a:gd name="connsiteY8" fmla="*/ 1097752 h 1113951"/>
              <a:gd name="connsiteX9" fmla="*/ 519621 w 519643"/>
              <a:gd name="connsiteY9" fmla="*/ 1097752 h 1113951"/>
              <a:gd name="connsiteX10" fmla="*/ 519643 w 519643"/>
              <a:gd name="connsiteY10" fmla="*/ 1113951 h 1113951"/>
              <a:gd name="connsiteX11" fmla="*/ 0 w 519643"/>
              <a:gd name="connsiteY11" fmla="*/ 1113951 h 1113951"/>
              <a:gd name="connsiteX12" fmla="*/ 0 w 519643"/>
              <a:gd name="connsiteY12" fmla="*/ 1097752 h 1113951"/>
              <a:gd name="connsiteX13" fmla="*/ 59531 w 519643"/>
              <a:gd name="connsiteY13" fmla="*/ 0 h 1113951"/>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33179 h 1116337"/>
              <a:gd name="connsiteX5" fmla="*/ 518440 w 519643"/>
              <a:gd name="connsiteY5" fmla="*/ 404169 h 1116337"/>
              <a:gd name="connsiteX6" fmla="*/ 518440 w 519643"/>
              <a:gd name="connsiteY6" fmla="*/ 387970 h 1116337"/>
              <a:gd name="connsiteX7" fmla="*/ 518784 w 519643"/>
              <a:gd name="connsiteY7" fmla="*/ 388315 h 1116337"/>
              <a:gd name="connsiteX8" fmla="*/ 519643 w 519643"/>
              <a:gd name="connsiteY8" fmla="*/ 1100138 h 1116337"/>
              <a:gd name="connsiteX9" fmla="*/ 519621 w 519643"/>
              <a:gd name="connsiteY9" fmla="*/ 1100138 h 1116337"/>
              <a:gd name="connsiteX10" fmla="*/ 519643 w 519643"/>
              <a:gd name="connsiteY10" fmla="*/ 1116337 h 1116337"/>
              <a:gd name="connsiteX11" fmla="*/ 0 w 519643"/>
              <a:gd name="connsiteY11" fmla="*/ 1116337 h 1116337"/>
              <a:gd name="connsiteX12" fmla="*/ 0 w 519643"/>
              <a:gd name="connsiteY12" fmla="*/ 1100138 h 1116337"/>
              <a:gd name="connsiteX13" fmla="*/ 0 w 519643"/>
              <a:gd name="connsiteY13" fmla="*/ 0 h 1116337"/>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04169 h 1116337"/>
              <a:gd name="connsiteX5" fmla="*/ 518440 w 519643"/>
              <a:gd name="connsiteY5" fmla="*/ 387970 h 1116337"/>
              <a:gd name="connsiteX6" fmla="*/ 518784 w 519643"/>
              <a:gd name="connsiteY6" fmla="*/ 388315 h 1116337"/>
              <a:gd name="connsiteX7" fmla="*/ 519643 w 519643"/>
              <a:gd name="connsiteY7" fmla="*/ 1100138 h 1116337"/>
              <a:gd name="connsiteX8" fmla="*/ 519621 w 519643"/>
              <a:gd name="connsiteY8" fmla="*/ 1100138 h 1116337"/>
              <a:gd name="connsiteX9" fmla="*/ 519643 w 519643"/>
              <a:gd name="connsiteY9" fmla="*/ 1116337 h 1116337"/>
              <a:gd name="connsiteX10" fmla="*/ 0 w 519643"/>
              <a:gd name="connsiteY10" fmla="*/ 1116337 h 1116337"/>
              <a:gd name="connsiteX11" fmla="*/ 0 w 519643"/>
              <a:gd name="connsiteY11" fmla="*/ 1100138 h 1116337"/>
              <a:gd name="connsiteX12" fmla="*/ 0 w 519643"/>
              <a:gd name="connsiteY12" fmla="*/ 0 h 1116337"/>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387970 h 1116337"/>
              <a:gd name="connsiteX5" fmla="*/ 518784 w 519643"/>
              <a:gd name="connsiteY5" fmla="*/ 388315 h 1116337"/>
              <a:gd name="connsiteX6" fmla="*/ 519643 w 519643"/>
              <a:gd name="connsiteY6" fmla="*/ 1100138 h 1116337"/>
              <a:gd name="connsiteX7" fmla="*/ 519621 w 519643"/>
              <a:gd name="connsiteY7" fmla="*/ 1100138 h 1116337"/>
              <a:gd name="connsiteX8" fmla="*/ 519643 w 519643"/>
              <a:gd name="connsiteY8" fmla="*/ 1116337 h 1116337"/>
              <a:gd name="connsiteX9" fmla="*/ 0 w 519643"/>
              <a:gd name="connsiteY9" fmla="*/ 1116337 h 1116337"/>
              <a:gd name="connsiteX10" fmla="*/ 0 w 519643"/>
              <a:gd name="connsiteY10" fmla="*/ 1100138 h 1116337"/>
              <a:gd name="connsiteX11" fmla="*/ 0 w 519643"/>
              <a:gd name="connsiteY11" fmla="*/ 0 h 1116337"/>
              <a:gd name="connsiteX0" fmla="*/ 0 w 519643"/>
              <a:gd name="connsiteY0" fmla="*/ 0 h 1116337"/>
              <a:gd name="connsiteX1" fmla="*/ 518097 w 519643"/>
              <a:gd name="connsiteY1" fmla="*/ 389174 h 1116337"/>
              <a:gd name="connsiteX2" fmla="*/ 518097 w 519643"/>
              <a:gd name="connsiteY2" fmla="*/ 405373 h 1116337"/>
              <a:gd name="connsiteX3" fmla="*/ 518440 w 519643"/>
              <a:gd name="connsiteY3" fmla="*/ 387970 h 1116337"/>
              <a:gd name="connsiteX4" fmla="*/ 518784 w 519643"/>
              <a:gd name="connsiteY4" fmla="*/ 388315 h 1116337"/>
              <a:gd name="connsiteX5" fmla="*/ 519643 w 519643"/>
              <a:gd name="connsiteY5" fmla="*/ 1100138 h 1116337"/>
              <a:gd name="connsiteX6" fmla="*/ 519621 w 519643"/>
              <a:gd name="connsiteY6" fmla="*/ 1100138 h 1116337"/>
              <a:gd name="connsiteX7" fmla="*/ 519643 w 519643"/>
              <a:gd name="connsiteY7" fmla="*/ 1116337 h 1116337"/>
              <a:gd name="connsiteX8" fmla="*/ 0 w 519643"/>
              <a:gd name="connsiteY8" fmla="*/ 1116337 h 1116337"/>
              <a:gd name="connsiteX9" fmla="*/ 0 w 519643"/>
              <a:gd name="connsiteY9" fmla="*/ 1100138 h 1116337"/>
              <a:gd name="connsiteX10" fmla="*/ 0 w 519643"/>
              <a:gd name="connsiteY10" fmla="*/ 0 h 1116337"/>
              <a:gd name="connsiteX0" fmla="*/ 0 w 519643"/>
              <a:gd name="connsiteY0" fmla="*/ 0 h 1116337"/>
              <a:gd name="connsiteX1" fmla="*/ 518097 w 519643"/>
              <a:gd name="connsiteY1" fmla="*/ 389174 h 1116337"/>
              <a:gd name="connsiteX2" fmla="*/ 518440 w 519643"/>
              <a:gd name="connsiteY2" fmla="*/ 387970 h 1116337"/>
              <a:gd name="connsiteX3" fmla="*/ 518784 w 519643"/>
              <a:gd name="connsiteY3" fmla="*/ 388315 h 1116337"/>
              <a:gd name="connsiteX4" fmla="*/ 519643 w 519643"/>
              <a:gd name="connsiteY4" fmla="*/ 1100138 h 1116337"/>
              <a:gd name="connsiteX5" fmla="*/ 519621 w 519643"/>
              <a:gd name="connsiteY5" fmla="*/ 1100138 h 1116337"/>
              <a:gd name="connsiteX6" fmla="*/ 519643 w 519643"/>
              <a:gd name="connsiteY6" fmla="*/ 1116337 h 1116337"/>
              <a:gd name="connsiteX7" fmla="*/ 0 w 519643"/>
              <a:gd name="connsiteY7" fmla="*/ 1116337 h 1116337"/>
              <a:gd name="connsiteX8" fmla="*/ 0 w 519643"/>
              <a:gd name="connsiteY8" fmla="*/ 1100138 h 1116337"/>
              <a:gd name="connsiteX9" fmla="*/ 0 w 519643"/>
              <a:gd name="connsiteY9" fmla="*/ 0 h 1116337"/>
              <a:gd name="connsiteX0" fmla="*/ 0 w 661659"/>
              <a:gd name="connsiteY0" fmla="*/ 0 h 1116337"/>
              <a:gd name="connsiteX1" fmla="*/ 518097 w 661659"/>
              <a:gd name="connsiteY1" fmla="*/ 389174 h 1116337"/>
              <a:gd name="connsiteX2" fmla="*/ 518440 w 661659"/>
              <a:gd name="connsiteY2" fmla="*/ 387970 h 1116337"/>
              <a:gd name="connsiteX3" fmla="*/ 661659 w 661659"/>
              <a:gd name="connsiteY3" fmla="*/ 376384 h 1116337"/>
              <a:gd name="connsiteX4" fmla="*/ 519643 w 661659"/>
              <a:gd name="connsiteY4" fmla="*/ 1100138 h 1116337"/>
              <a:gd name="connsiteX5" fmla="*/ 519621 w 661659"/>
              <a:gd name="connsiteY5" fmla="*/ 1100138 h 1116337"/>
              <a:gd name="connsiteX6" fmla="*/ 519643 w 661659"/>
              <a:gd name="connsiteY6" fmla="*/ 1116337 h 1116337"/>
              <a:gd name="connsiteX7" fmla="*/ 0 w 661659"/>
              <a:gd name="connsiteY7" fmla="*/ 1116337 h 1116337"/>
              <a:gd name="connsiteX8" fmla="*/ 0 w 661659"/>
              <a:gd name="connsiteY8" fmla="*/ 1100138 h 1116337"/>
              <a:gd name="connsiteX9" fmla="*/ 0 w 661659"/>
              <a:gd name="connsiteY9" fmla="*/ 0 h 1116337"/>
              <a:gd name="connsiteX0" fmla="*/ 0 w 519643"/>
              <a:gd name="connsiteY0" fmla="*/ 0 h 1116337"/>
              <a:gd name="connsiteX1" fmla="*/ 518097 w 519643"/>
              <a:gd name="connsiteY1" fmla="*/ 389174 h 1116337"/>
              <a:gd name="connsiteX2" fmla="*/ 518440 w 519643"/>
              <a:gd name="connsiteY2" fmla="*/ 387970 h 1116337"/>
              <a:gd name="connsiteX3" fmla="*/ 519643 w 519643"/>
              <a:gd name="connsiteY3" fmla="*/ 1100138 h 1116337"/>
              <a:gd name="connsiteX4" fmla="*/ 519621 w 519643"/>
              <a:gd name="connsiteY4" fmla="*/ 1100138 h 1116337"/>
              <a:gd name="connsiteX5" fmla="*/ 519643 w 519643"/>
              <a:gd name="connsiteY5" fmla="*/ 1116337 h 1116337"/>
              <a:gd name="connsiteX6" fmla="*/ 0 w 519643"/>
              <a:gd name="connsiteY6" fmla="*/ 1116337 h 1116337"/>
              <a:gd name="connsiteX7" fmla="*/ 0 w 519643"/>
              <a:gd name="connsiteY7" fmla="*/ 1100138 h 1116337"/>
              <a:gd name="connsiteX8" fmla="*/ 0 w 519643"/>
              <a:gd name="connsiteY8" fmla="*/ 0 h 1116337"/>
              <a:gd name="connsiteX0" fmla="*/ 0 w 519643"/>
              <a:gd name="connsiteY0" fmla="*/ 0 h 1116337"/>
              <a:gd name="connsiteX1" fmla="*/ 518097 w 519643"/>
              <a:gd name="connsiteY1" fmla="*/ 389174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437134 w 519643"/>
              <a:gd name="connsiteY1" fmla="*/ 446444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518097 w 519643"/>
              <a:gd name="connsiteY1" fmla="*/ 389174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477616 w 519643"/>
              <a:gd name="connsiteY1" fmla="*/ 429740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515716 w 519643"/>
              <a:gd name="connsiteY1" fmla="*/ 393947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477616 w 519643"/>
              <a:gd name="connsiteY1" fmla="*/ 413037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 name="connsiteX0" fmla="*/ 0 w 519643"/>
              <a:gd name="connsiteY0" fmla="*/ 0 h 1116337"/>
              <a:gd name="connsiteX1" fmla="*/ 518097 w 519643"/>
              <a:gd name="connsiteY1" fmla="*/ 393947 h 1116337"/>
              <a:gd name="connsiteX2" fmla="*/ 519643 w 519643"/>
              <a:gd name="connsiteY2" fmla="*/ 1100138 h 1116337"/>
              <a:gd name="connsiteX3" fmla="*/ 519621 w 519643"/>
              <a:gd name="connsiteY3" fmla="*/ 1100138 h 1116337"/>
              <a:gd name="connsiteX4" fmla="*/ 519643 w 519643"/>
              <a:gd name="connsiteY4" fmla="*/ 1116337 h 1116337"/>
              <a:gd name="connsiteX5" fmla="*/ 0 w 519643"/>
              <a:gd name="connsiteY5" fmla="*/ 1116337 h 1116337"/>
              <a:gd name="connsiteX6" fmla="*/ 0 w 519643"/>
              <a:gd name="connsiteY6" fmla="*/ 1100138 h 1116337"/>
              <a:gd name="connsiteX7" fmla="*/ 0 w 519643"/>
              <a:gd name="connsiteY7" fmla="*/ 0 h 1116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643" h="1116337">
                <a:moveTo>
                  <a:pt x="0" y="0"/>
                </a:moveTo>
                <a:lnTo>
                  <a:pt x="518097" y="393947"/>
                </a:lnTo>
                <a:cubicBezTo>
                  <a:pt x="518612" y="630935"/>
                  <a:pt x="519128" y="863150"/>
                  <a:pt x="519643" y="1100138"/>
                </a:cubicBezTo>
                <a:lnTo>
                  <a:pt x="519621" y="1100138"/>
                </a:lnTo>
                <a:cubicBezTo>
                  <a:pt x="519628" y="1105538"/>
                  <a:pt x="519636" y="1110937"/>
                  <a:pt x="519643" y="1116337"/>
                </a:cubicBezTo>
                <a:lnTo>
                  <a:pt x="0" y="1116337"/>
                </a:lnTo>
                <a:lnTo>
                  <a:pt x="0" y="1100138"/>
                </a:lnTo>
                <a:lnTo>
                  <a:pt x="0" y="0"/>
                </a:lnTo>
                <a:close/>
              </a:path>
            </a:pathLst>
          </a:custGeom>
          <a:solidFill>
            <a:schemeClr val="accent3"/>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000E9C"/>
              </a:solidFill>
              <a:effectLst/>
              <a:uLnTx/>
              <a:uFillTx/>
            </a:endParaRPr>
          </a:p>
        </p:txBody>
      </p:sp>
      <p:sp>
        <p:nvSpPr>
          <p:cNvPr id="162" name="Rectangle 161">
            <a:extLst>
              <a:ext uri="{FF2B5EF4-FFF2-40B4-BE49-F238E27FC236}">
                <a16:creationId xmlns:a16="http://schemas.microsoft.com/office/drawing/2014/main" id="{8C54C2C8-3AA0-52B7-661C-176E89AB58F6}"/>
              </a:ext>
            </a:extLst>
          </p:cNvPr>
          <p:cNvSpPr/>
          <p:nvPr userDrawn="1"/>
        </p:nvSpPr>
        <p:spPr>
          <a:xfrm>
            <a:off x="1099448" y="4998720"/>
            <a:ext cx="8534247" cy="1859280"/>
          </a:xfrm>
          <a:prstGeom prst="rect">
            <a:avLst/>
          </a:prstGeom>
          <a:gradFill flip="none" rotWithShape="1">
            <a:gsLst>
              <a:gs pos="0">
                <a:schemeClr val="bg1">
                  <a:lumMod val="65000"/>
                </a:schemeClr>
              </a:gs>
              <a:gs pos="54000">
                <a:schemeClr val="bg1"/>
              </a:gs>
            </a:gsLst>
            <a:path path="rect">
              <a:fillToRect r="100000" b="100000"/>
            </a:path>
            <a:tileRect l="-100000" t="-100000"/>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3" name="Rectangle 22">
            <a:extLst>
              <a:ext uri="{FF2B5EF4-FFF2-40B4-BE49-F238E27FC236}">
                <a16:creationId xmlns:a16="http://schemas.microsoft.com/office/drawing/2014/main" id="{7FC508D1-67D6-19D4-67F0-8D8EB3198E70}"/>
              </a:ext>
            </a:extLst>
          </p:cNvPr>
          <p:cNvSpPr/>
          <p:nvPr userDrawn="1"/>
        </p:nvSpPr>
        <p:spPr>
          <a:xfrm>
            <a:off x="1277423" y="6190264"/>
            <a:ext cx="8577806" cy="669018"/>
          </a:xfrm>
          <a:prstGeom prst="rect">
            <a:avLst/>
          </a:prstGeom>
          <a:gradFill>
            <a:gsLst>
              <a:gs pos="0">
                <a:schemeClr val="bg1">
                  <a:alpha val="0"/>
                </a:schemeClr>
              </a:gs>
              <a:gs pos="48000">
                <a:schemeClr val="bg1"/>
              </a:gs>
            </a:gsLst>
            <a:lin ang="5400000" scaled="1"/>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2" name="Forme libre : forme 81">
            <a:extLst>
              <a:ext uri="{FF2B5EF4-FFF2-40B4-BE49-F238E27FC236}">
                <a16:creationId xmlns:a16="http://schemas.microsoft.com/office/drawing/2014/main" id="{6F3C6549-03B8-0044-9E76-78EFDEF4ED97}"/>
              </a:ext>
            </a:extLst>
          </p:cNvPr>
          <p:cNvSpPr/>
          <p:nvPr/>
        </p:nvSpPr>
        <p:spPr>
          <a:xfrm>
            <a:off x="1614027" y="3076458"/>
            <a:ext cx="3250098" cy="720000"/>
          </a:xfrm>
          <a:custGeom>
            <a:avLst/>
            <a:gdLst>
              <a:gd name="connsiteX0" fmla="*/ 3352991 w 3352990"/>
              <a:gd name="connsiteY0" fmla="*/ 0 h 394144"/>
              <a:gd name="connsiteX1" fmla="*/ 0 w 3352990"/>
              <a:gd name="connsiteY1" fmla="*/ 0 h 394144"/>
              <a:gd name="connsiteX2" fmla="*/ 762 w 3352990"/>
              <a:gd name="connsiteY2" fmla="*/ 394144 h 394144"/>
              <a:gd name="connsiteX3" fmla="*/ 3352991 w 3352990"/>
              <a:gd name="connsiteY3" fmla="*/ 394144 h 394144"/>
              <a:gd name="connsiteX4" fmla="*/ 3352991 w 3352990"/>
              <a:gd name="connsiteY4" fmla="*/ 0 h 394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990" h="394144">
                <a:moveTo>
                  <a:pt x="3352991" y="0"/>
                </a:moveTo>
                <a:lnTo>
                  <a:pt x="0" y="0"/>
                </a:lnTo>
                <a:lnTo>
                  <a:pt x="762" y="394144"/>
                </a:lnTo>
                <a:lnTo>
                  <a:pt x="3352991" y="394144"/>
                </a:lnTo>
                <a:lnTo>
                  <a:pt x="3352991" y="0"/>
                </a:lnTo>
                <a:close/>
              </a:path>
            </a:pathLst>
          </a:custGeom>
          <a:solidFill>
            <a:schemeClr val="tx1"/>
          </a:solidFill>
          <a:ln w="9525" cap="flat">
            <a:noFill/>
            <a:prstDash val="solid"/>
            <a:miter/>
          </a:ln>
        </p:spPr>
        <p:txBody>
          <a:bodyPr rtlCol="0" anchor="ctr"/>
          <a:lstStyle/>
          <a:p>
            <a:endParaRPr lang="fr-FR"/>
          </a:p>
        </p:txBody>
      </p:sp>
      <p:sp>
        <p:nvSpPr>
          <p:cNvPr id="83" name="Forme libre : forme 82">
            <a:extLst>
              <a:ext uri="{FF2B5EF4-FFF2-40B4-BE49-F238E27FC236}">
                <a16:creationId xmlns:a16="http://schemas.microsoft.com/office/drawing/2014/main" id="{1E44BB59-DA06-7C64-B4D1-C91358552087}"/>
              </a:ext>
            </a:extLst>
          </p:cNvPr>
          <p:cNvSpPr/>
          <p:nvPr/>
        </p:nvSpPr>
        <p:spPr>
          <a:xfrm>
            <a:off x="1614027" y="2356547"/>
            <a:ext cx="3249452" cy="720000"/>
          </a:xfrm>
          <a:custGeom>
            <a:avLst/>
            <a:gdLst>
              <a:gd name="connsiteX0" fmla="*/ 0 w 3352323"/>
              <a:gd name="connsiteY0" fmla="*/ 0 h 392430"/>
              <a:gd name="connsiteX1" fmla="*/ 3352324 w 3352323"/>
              <a:gd name="connsiteY1" fmla="*/ 0 h 392430"/>
              <a:gd name="connsiteX2" fmla="*/ 3352324 w 3352323"/>
              <a:gd name="connsiteY2" fmla="*/ 392430 h 392430"/>
              <a:gd name="connsiteX3" fmla="*/ 0 w 3352323"/>
              <a:gd name="connsiteY3" fmla="*/ 392430 h 392430"/>
            </a:gdLst>
            <a:ahLst/>
            <a:cxnLst>
              <a:cxn ang="0">
                <a:pos x="connsiteX0" y="connsiteY0"/>
              </a:cxn>
              <a:cxn ang="0">
                <a:pos x="connsiteX1" y="connsiteY1"/>
              </a:cxn>
              <a:cxn ang="0">
                <a:pos x="connsiteX2" y="connsiteY2"/>
              </a:cxn>
              <a:cxn ang="0">
                <a:pos x="connsiteX3" y="connsiteY3"/>
              </a:cxn>
            </a:cxnLst>
            <a:rect l="l" t="t" r="r" b="b"/>
            <a:pathLst>
              <a:path w="3352323" h="392430">
                <a:moveTo>
                  <a:pt x="0" y="0"/>
                </a:moveTo>
                <a:lnTo>
                  <a:pt x="3352324" y="0"/>
                </a:lnTo>
                <a:lnTo>
                  <a:pt x="3352324" y="392430"/>
                </a:lnTo>
                <a:lnTo>
                  <a:pt x="0" y="392430"/>
                </a:lnTo>
                <a:close/>
              </a:path>
            </a:pathLst>
          </a:custGeom>
          <a:solidFill>
            <a:schemeClr val="tx2"/>
          </a:solidFill>
          <a:ln w="9525" cap="flat">
            <a:noFill/>
            <a:prstDash val="solid"/>
            <a:miter/>
          </a:ln>
        </p:spPr>
        <p:txBody>
          <a:bodyPr rtlCol="0" anchor="ctr"/>
          <a:lstStyle/>
          <a:p>
            <a:endParaRPr lang="fr-FR"/>
          </a:p>
        </p:txBody>
      </p:sp>
      <p:sp>
        <p:nvSpPr>
          <p:cNvPr id="137" name="Forme libre : forme 136">
            <a:extLst>
              <a:ext uri="{FF2B5EF4-FFF2-40B4-BE49-F238E27FC236}">
                <a16:creationId xmlns:a16="http://schemas.microsoft.com/office/drawing/2014/main" id="{0A060B52-9FA7-9556-D9C9-D47378D98D50}"/>
              </a:ext>
            </a:extLst>
          </p:cNvPr>
          <p:cNvSpPr/>
          <p:nvPr/>
        </p:nvSpPr>
        <p:spPr>
          <a:xfrm flipV="1">
            <a:off x="1614027" y="4512708"/>
            <a:ext cx="3249452" cy="720000"/>
          </a:xfrm>
          <a:custGeom>
            <a:avLst/>
            <a:gdLst>
              <a:gd name="connsiteX0" fmla="*/ 0 w 3352323"/>
              <a:gd name="connsiteY0" fmla="*/ 0 h 392430"/>
              <a:gd name="connsiteX1" fmla="*/ 3352324 w 3352323"/>
              <a:gd name="connsiteY1" fmla="*/ 0 h 392430"/>
              <a:gd name="connsiteX2" fmla="*/ 3352324 w 3352323"/>
              <a:gd name="connsiteY2" fmla="*/ 392430 h 392430"/>
              <a:gd name="connsiteX3" fmla="*/ 0 w 3352323"/>
              <a:gd name="connsiteY3" fmla="*/ 392430 h 392430"/>
            </a:gdLst>
            <a:ahLst/>
            <a:cxnLst>
              <a:cxn ang="0">
                <a:pos x="connsiteX0" y="connsiteY0"/>
              </a:cxn>
              <a:cxn ang="0">
                <a:pos x="connsiteX1" y="connsiteY1"/>
              </a:cxn>
              <a:cxn ang="0">
                <a:pos x="connsiteX2" y="connsiteY2"/>
              </a:cxn>
              <a:cxn ang="0">
                <a:pos x="connsiteX3" y="connsiteY3"/>
              </a:cxn>
            </a:cxnLst>
            <a:rect l="l" t="t" r="r" b="b"/>
            <a:pathLst>
              <a:path w="3352323" h="392430">
                <a:moveTo>
                  <a:pt x="0" y="0"/>
                </a:moveTo>
                <a:lnTo>
                  <a:pt x="3352324" y="0"/>
                </a:lnTo>
                <a:lnTo>
                  <a:pt x="3352324" y="392430"/>
                </a:lnTo>
                <a:lnTo>
                  <a:pt x="0" y="392430"/>
                </a:lnTo>
                <a:close/>
              </a:path>
            </a:pathLst>
          </a:custGeom>
          <a:solidFill>
            <a:schemeClr val="accent4"/>
          </a:solidFill>
          <a:ln w="9525" cap="flat">
            <a:noFill/>
            <a:prstDash val="solid"/>
            <a:miter/>
          </a:ln>
        </p:spPr>
        <p:txBody>
          <a:bodyPr rtlCol="0" anchor="ctr"/>
          <a:lstStyle/>
          <a:p>
            <a:endParaRPr lang="fr-FR"/>
          </a:p>
        </p:txBody>
      </p:sp>
      <p:pic>
        <p:nvPicPr>
          <p:cNvPr id="99" name="Image 98" descr="Une image contenant Téléphone mobile, capture d’écran, noir et blanc, noir&#10;&#10;Description générée automatiquement">
            <a:extLst>
              <a:ext uri="{FF2B5EF4-FFF2-40B4-BE49-F238E27FC236}">
                <a16:creationId xmlns:a16="http://schemas.microsoft.com/office/drawing/2014/main" id="{386AAA00-3C0E-EC76-74B9-94760C0905A0}"/>
              </a:ext>
            </a:extLst>
          </p:cNvPr>
          <p:cNvPicPr>
            <a:picLocks noChangeAspect="1"/>
          </p:cNvPicPr>
          <p:nvPr userDrawn="1"/>
        </p:nvPicPr>
        <p:blipFill>
          <a:blip r:embed="rId2"/>
          <a:stretch>
            <a:fillRect/>
          </a:stretch>
        </p:blipFill>
        <p:spPr>
          <a:xfrm>
            <a:off x="2197095" y="1415368"/>
            <a:ext cx="2783586" cy="4953000"/>
          </a:xfrm>
          <a:prstGeom prst="rect">
            <a:avLst/>
          </a:prstGeom>
        </p:spPr>
      </p:pic>
      <p:sp>
        <p:nvSpPr>
          <p:cNvPr id="142" name="Forme libre : forme 141">
            <a:extLst>
              <a:ext uri="{FF2B5EF4-FFF2-40B4-BE49-F238E27FC236}">
                <a16:creationId xmlns:a16="http://schemas.microsoft.com/office/drawing/2014/main" id="{BF6BF2C5-FF6C-D54D-09D7-BF67FBFFEB8B}"/>
              </a:ext>
            </a:extLst>
          </p:cNvPr>
          <p:cNvSpPr/>
          <p:nvPr userDrawn="1"/>
        </p:nvSpPr>
        <p:spPr>
          <a:xfrm>
            <a:off x="1099621" y="2682470"/>
            <a:ext cx="519643" cy="1113988"/>
          </a:xfrm>
          <a:custGeom>
            <a:avLst/>
            <a:gdLst>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33179 h 1116337"/>
              <a:gd name="connsiteX5" fmla="*/ 518440 w 519643"/>
              <a:gd name="connsiteY5" fmla="*/ 404169 h 1116337"/>
              <a:gd name="connsiteX6" fmla="*/ 518440 w 519643"/>
              <a:gd name="connsiteY6" fmla="*/ 387970 h 1116337"/>
              <a:gd name="connsiteX7" fmla="*/ 518784 w 519643"/>
              <a:gd name="connsiteY7" fmla="*/ 388315 h 1116337"/>
              <a:gd name="connsiteX8" fmla="*/ 519643 w 519643"/>
              <a:gd name="connsiteY8" fmla="*/ 1100138 h 1116337"/>
              <a:gd name="connsiteX9" fmla="*/ 519621 w 519643"/>
              <a:gd name="connsiteY9" fmla="*/ 1100138 h 1116337"/>
              <a:gd name="connsiteX10" fmla="*/ 519643 w 519643"/>
              <a:gd name="connsiteY10" fmla="*/ 1116337 h 1116337"/>
              <a:gd name="connsiteX11" fmla="*/ 0 w 519643"/>
              <a:gd name="connsiteY11" fmla="*/ 1116337 h 1116337"/>
              <a:gd name="connsiteX12" fmla="*/ 0 w 519643"/>
              <a:gd name="connsiteY12" fmla="*/ 1100138 h 1116337"/>
              <a:gd name="connsiteX13" fmla="*/ 0 w 519643"/>
              <a:gd name="connsiteY13" fmla="*/ 16199 h 1116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9643" h="1116337">
                <a:moveTo>
                  <a:pt x="0" y="0"/>
                </a:moveTo>
                <a:cubicBezTo>
                  <a:pt x="0" y="0"/>
                  <a:pt x="518097" y="389174"/>
                  <a:pt x="518097" y="389174"/>
                </a:cubicBezTo>
                <a:lnTo>
                  <a:pt x="518097" y="405373"/>
                </a:lnTo>
                <a:lnTo>
                  <a:pt x="518097" y="433179"/>
                </a:lnTo>
                <a:cubicBezTo>
                  <a:pt x="518097" y="433179"/>
                  <a:pt x="518440" y="433179"/>
                  <a:pt x="518440" y="433179"/>
                </a:cubicBezTo>
                <a:lnTo>
                  <a:pt x="518440" y="404169"/>
                </a:lnTo>
                <a:lnTo>
                  <a:pt x="518440" y="387970"/>
                </a:lnTo>
                <a:lnTo>
                  <a:pt x="518784" y="388315"/>
                </a:lnTo>
                <a:cubicBezTo>
                  <a:pt x="518956" y="613843"/>
                  <a:pt x="519299" y="874610"/>
                  <a:pt x="519643" y="1100138"/>
                </a:cubicBezTo>
                <a:lnTo>
                  <a:pt x="519621" y="1100138"/>
                </a:lnTo>
                <a:lnTo>
                  <a:pt x="519643" y="1116337"/>
                </a:lnTo>
                <a:lnTo>
                  <a:pt x="0" y="1116337"/>
                </a:lnTo>
                <a:lnTo>
                  <a:pt x="0" y="1100138"/>
                </a:lnTo>
                <a:lnTo>
                  <a:pt x="0" y="16199"/>
                </a:lnTo>
                <a:close/>
              </a:path>
            </a:pathLst>
          </a:custGeom>
          <a:solidFill>
            <a:schemeClr val="tx1"/>
          </a:solidFill>
          <a:ln w="9525" cap="flat">
            <a:noFill/>
            <a:prstDash val="solid"/>
            <a:miter/>
          </a:ln>
        </p:spPr>
        <p:txBody>
          <a:bodyPr rtlCol="0" anchor="ctr"/>
          <a:lstStyle/>
          <a:p>
            <a:endParaRPr lang="fr-FR"/>
          </a:p>
        </p:txBody>
      </p:sp>
      <p:sp>
        <p:nvSpPr>
          <p:cNvPr id="78" name="Forme libre : forme 77">
            <a:extLst>
              <a:ext uri="{FF2B5EF4-FFF2-40B4-BE49-F238E27FC236}">
                <a16:creationId xmlns:a16="http://schemas.microsoft.com/office/drawing/2014/main" id="{E7AEC011-A592-35EE-8EA4-66ADC79963DD}"/>
              </a:ext>
            </a:extLst>
          </p:cNvPr>
          <p:cNvSpPr/>
          <p:nvPr/>
        </p:nvSpPr>
        <p:spPr>
          <a:xfrm>
            <a:off x="0" y="2678224"/>
            <a:ext cx="1100138" cy="1118234"/>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0 w 609600"/>
              <a:gd name="connsiteY4" fmla="*/ 0 h 609600"/>
              <a:gd name="connsiteX5" fmla="*/ 0 w 609600"/>
              <a:gd name="connsiteY5" fmla="*/ 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 h="609600">
                <a:moveTo>
                  <a:pt x="0" y="0"/>
                </a:moveTo>
                <a:lnTo>
                  <a:pt x="609600" y="0"/>
                </a:lnTo>
                <a:lnTo>
                  <a:pt x="609600" y="609600"/>
                </a:lnTo>
                <a:lnTo>
                  <a:pt x="0" y="609600"/>
                </a:lnTo>
                <a:lnTo>
                  <a:pt x="0" y="0"/>
                </a:lnTo>
                <a:lnTo>
                  <a:pt x="0" y="0"/>
                </a:lnTo>
                <a:close/>
              </a:path>
            </a:pathLst>
          </a:custGeom>
          <a:solidFill>
            <a:schemeClr val="tx1"/>
          </a:solidFill>
          <a:ln w="9525" cap="flat">
            <a:noFill/>
            <a:prstDash val="solid"/>
            <a:miter/>
          </a:ln>
        </p:spPr>
        <p:txBody>
          <a:bodyPr rtlCol="0" anchor="ctr"/>
          <a:lstStyle/>
          <a:p>
            <a:endParaRPr lang="fr-FR">
              <a:solidFill>
                <a:schemeClr val="bg1"/>
              </a:solidFill>
            </a:endParaRPr>
          </a:p>
        </p:txBody>
      </p:sp>
      <p:sp>
        <p:nvSpPr>
          <p:cNvPr id="79" name="Forme libre : forme 78">
            <a:extLst>
              <a:ext uri="{FF2B5EF4-FFF2-40B4-BE49-F238E27FC236}">
                <a16:creationId xmlns:a16="http://schemas.microsoft.com/office/drawing/2014/main" id="{816320D2-F99D-0397-72C3-A7234C5468EE}"/>
              </a:ext>
            </a:extLst>
          </p:cNvPr>
          <p:cNvSpPr/>
          <p:nvPr/>
        </p:nvSpPr>
        <p:spPr>
          <a:xfrm>
            <a:off x="0" y="1578086"/>
            <a:ext cx="1100138" cy="1100138"/>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Lst>
            <a:ahLst/>
            <a:cxnLst>
              <a:cxn ang="0">
                <a:pos x="connsiteX0" y="connsiteY0"/>
              </a:cxn>
              <a:cxn ang="0">
                <a:pos x="connsiteX1" y="connsiteY1"/>
              </a:cxn>
              <a:cxn ang="0">
                <a:pos x="connsiteX2" y="connsiteY2"/>
              </a:cxn>
              <a:cxn ang="0">
                <a:pos x="connsiteX3" y="connsiteY3"/>
              </a:cxn>
            </a:cxnLst>
            <a:rect l="l" t="t" r="r" b="b"/>
            <a:pathLst>
              <a:path w="609600" h="609600">
                <a:moveTo>
                  <a:pt x="0" y="0"/>
                </a:moveTo>
                <a:lnTo>
                  <a:pt x="609600" y="0"/>
                </a:lnTo>
                <a:lnTo>
                  <a:pt x="609600" y="609600"/>
                </a:lnTo>
                <a:lnTo>
                  <a:pt x="0" y="609600"/>
                </a:lnTo>
                <a:close/>
              </a:path>
            </a:pathLst>
          </a:custGeom>
          <a:solidFill>
            <a:schemeClr val="tx2"/>
          </a:solidFill>
          <a:ln w="9525" cap="flat">
            <a:noFill/>
            <a:prstDash val="solid"/>
            <a:miter/>
          </a:ln>
        </p:spPr>
        <p:txBody>
          <a:bodyPr rtlCol="0" anchor="ctr"/>
          <a:lstStyle/>
          <a:p>
            <a:endParaRPr lang="fr-FR">
              <a:solidFill>
                <a:schemeClr val="bg1"/>
              </a:solidFill>
            </a:endParaRPr>
          </a:p>
        </p:txBody>
      </p:sp>
      <p:sp>
        <p:nvSpPr>
          <p:cNvPr id="132" name="Forme libre : forme 131">
            <a:extLst>
              <a:ext uri="{FF2B5EF4-FFF2-40B4-BE49-F238E27FC236}">
                <a16:creationId xmlns:a16="http://schemas.microsoft.com/office/drawing/2014/main" id="{A7F2DB5B-8029-16B1-5FB1-22908256259F}"/>
              </a:ext>
            </a:extLst>
          </p:cNvPr>
          <p:cNvSpPr/>
          <p:nvPr userDrawn="1"/>
        </p:nvSpPr>
        <p:spPr>
          <a:xfrm>
            <a:off x="1099621" y="2675843"/>
            <a:ext cx="519643" cy="1113988"/>
          </a:xfrm>
          <a:custGeom>
            <a:avLst/>
            <a:gdLst>
              <a:gd name="connsiteX0" fmla="*/ 0 w 519643"/>
              <a:gd name="connsiteY0" fmla="*/ 0 h 1116337"/>
              <a:gd name="connsiteX1" fmla="*/ 518097 w 519643"/>
              <a:gd name="connsiteY1" fmla="*/ 389174 h 1116337"/>
              <a:gd name="connsiteX2" fmla="*/ 518097 w 519643"/>
              <a:gd name="connsiteY2" fmla="*/ 405373 h 1116337"/>
              <a:gd name="connsiteX3" fmla="*/ 518097 w 519643"/>
              <a:gd name="connsiteY3" fmla="*/ 433179 h 1116337"/>
              <a:gd name="connsiteX4" fmla="*/ 518440 w 519643"/>
              <a:gd name="connsiteY4" fmla="*/ 433179 h 1116337"/>
              <a:gd name="connsiteX5" fmla="*/ 518440 w 519643"/>
              <a:gd name="connsiteY5" fmla="*/ 404169 h 1116337"/>
              <a:gd name="connsiteX6" fmla="*/ 518440 w 519643"/>
              <a:gd name="connsiteY6" fmla="*/ 387970 h 1116337"/>
              <a:gd name="connsiteX7" fmla="*/ 518784 w 519643"/>
              <a:gd name="connsiteY7" fmla="*/ 388315 h 1116337"/>
              <a:gd name="connsiteX8" fmla="*/ 519643 w 519643"/>
              <a:gd name="connsiteY8" fmla="*/ 1100138 h 1116337"/>
              <a:gd name="connsiteX9" fmla="*/ 519621 w 519643"/>
              <a:gd name="connsiteY9" fmla="*/ 1100138 h 1116337"/>
              <a:gd name="connsiteX10" fmla="*/ 519643 w 519643"/>
              <a:gd name="connsiteY10" fmla="*/ 1116337 h 1116337"/>
              <a:gd name="connsiteX11" fmla="*/ 0 w 519643"/>
              <a:gd name="connsiteY11" fmla="*/ 1116337 h 1116337"/>
              <a:gd name="connsiteX12" fmla="*/ 0 w 519643"/>
              <a:gd name="connsiteY12" fmla="*/ 1100138 h 1116337"/>
              <a:gd name="connsiteX13" fmla="*/ 0 w 519643"/>
              <a:gd name="connsiteY13" fmla="*/ 16199 h 1116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9643" h="1116337">
                <a:moveTo>
                  <a:pt x="0" y="0"/>
                </a:moveTo>
                <a:cubicBezTo>
                  <a:pt x="0" y="0"/>
                  <a:pt x="518097" y="389174"/>
                  <a:pt x="518097" y="389174"/>
                </a:cubicBezTo>
                <a:lnTo>
                  <a:pt x="518097" y="405373"/>
                </a:lnTo>
                <a:lnTo>
                  <a:pt x="518097" y="433179"/>
                </a:lnTo>
                <a:cubicBezTo>
                  <a:pt x="518097" y="433179"/>
                  <a:pt x="518440" y="433179"/>
                  <a:pt x="518440" y="433179"/>
                </a:cubicBezTo>
                <a:lnTo>
                  <a:pt x="518440" y="404169"/>
                </a:lnTo>
                <a:lnTo>
                  <a:pt x="518440" y="387970"/>
                </a:lnTo>
                <a:lnTo>
                  <a:pt x="518784" y="388315"/>
                </a:lnTo>
                <a:cubicBezTo>
                  <a:pt x="518956" y="613843"/>
                  <a:pt x="519299" y="874610"/>
                  <a:pt x="519643" y="1100138"/>
                </a:cubicBezTo>
                <a:lnTo>
                  <a:pt x="519621" y="1100138"/>
                </a:lnTo>
                <a:lnTo>
                  <a:pt x="519643" y="1116337"/>
                </a:lnTo>
                <a:lnTo>
                  <a:pt x="0" y="1116337"/>
                </a:lnTo>
                <a:lnTo>
                  <a:pt x="0" y="1100138"/>
                </a:lnTo>
                <a:lnTo>
                  <a:pt x="0" y="16199"/>
                </a:lnTo>
                <a:close/>
              </a:path>
            </a:pathLst>
          </a:custGeom>
          <a:solidFill>
            <a:schemeClr val="tx1"/>
          </a:solidFill>
          <a:ln w="9525" cap="flat">
            <a:noFill/>
            <a:prstDash val="solid"/>
            <a:miter/>
          </a:ln>
        </p:spPr>
        <p:txBody>
          <a:bodyPr rtlCol="0" anchor="ctr"/>
          <a:lstStyle/>
          <a:p>
            <a:endParaRPr lang="fr-FR"/>
          </a:p>
        </p:txBody>
      </p:sp>
      <p:sp>
        <p:nvSpPr>
          <p:cNvPr id="80" name="Forme libre : forme 79">
            <a:extLst>
              <a:ext uri="{FF2B5EF4-FFF2-40B4-BE49-F238E27FC236}">
                <a16:creationId xmlns:a16="http://schemas.microsoft.com/office/drawing/2014/main" id="{E227932B-E6E7-8037-CD1C-494AA6C294B1}"/>
              </a:ext>
            </a:extLst>
          </p:cNvPr>
          <p:cNvSpPr/>
          <p:nvPr/>
        </p:nvSpPr>
        <p:spPr>
          <a:xfrm>
            <a:off x="1099448" y="1587581"/>
            <a:ext cx="523203" cy="1488968"/>
          </a:xfrm>
          <a:custGeom>
            <a:avLst/>
            <a:gdLst>
              <a:gd name="connsiteX0" fmla="*/ 0 w 287274"/>
              <a:gd name="connsiteY0" fmla="*/ 609600 h 825055"/>
              <a:gd name="connsiteX1" fmla="*/ 287274 w 287274"/>
              <a:gd name="connsiteY1" fmla="*/ 825056 h 825055"/>
              <a:gd name="connsiteX2" fmla="*/ 287274 w 287274"/>
              <a:gd name="connsiteY2" fmla="*/ 432721 h 825055"/>
              <a:gd name="connsiteX3" fmla="*/ 0 w 287274"/>
              <a:gd name="connsiteY3" fmla="*/ 0 h 825055"/>
              <a:gd name="connsiteX4" fmla="*/ 0 w 287274"/>
              <a:gd name="connsiteY4" fmla="*/ 609600 h 825055"/>
              <a:gd name="connsiteX0" fmla="*/ 0 w 287274"/>
              <a:gd name="connsiteY0" fmla="*/ 609600 h 825056"/>
              <a:gd name="connsiteX1" fmla="*/ 287274 w 287274"/>
              <a:gd name="connsiteY1" fmla="*/ 825056 h 825056"/>
              <a:gd name="connsiteX2" fmla="*/ 262204 w 287274"/>
              <a:gd name="connsiteY2" fmla="*/ 455152 h 825056"/>
              <a:gd name="connsiteX3" fmla="*/ 0 w 287274"/>
              <a:gd name="connsiteY3" fmla="*/ 0 h 825056"/>
              <a:gd name="connsiteX4" fmla="*/ 0 w 287274"/>
              <a:gd name="connsiteY4" fmla="*/ 609600 h 825056"/>
              <a:gd name="connsiteX0" fmla="*/ 0 w 289913"/>
              <a:gd name="connsiteY0" fmla="*/ 609600 h 825056"/>
              <a:gd name="connsiteX1" fmla="*/ 287274 w 289913"/>
              <a:gd name="connsiteY1" fmla="*/ 825056 h 825056"/>
              <a:gd name="connsiteX2" fmla="*/ 289913 w 289913"/>
              <a:gd name="connsiteY2" fmla="*/ 427443 h 825056"/>
              <a:gd name="connsiteX3" fmla="*/ 0 w 289913"/>
              <a:gd name="connsiteY3" fmla="*/ 0 h 825056"/>
              <a:gd name="connsiteX4" fmla="*/ 0 w 289913"/>
              <a:gd name="connsiteY4" fmla="*/ 609600 h 825056"/>
              <a:gd name="connsiteX0" fmla="*/ 0 w 289913"/>
              <a:gd name="connsiteY0" fmla="*/ 606961 h 825056"/>
              <a:gd name="connsiteX1" fmla="*/ 287274 w 289913"/>
              <a:gd name="connsiteY1" fmla="*/ 825056 h 825056"/>
              <a:gd name="connsiteX2" fmla="*/ 289913 w 289913"/>
              <a:gd name="connsiteY2" fmla="*/ 427443 h 825056"/>
              <a:gd name="connsiteX3" fmla="*/ 0 w 289913"/>
              <a:gd name="connsiteY3" fmla="*/ 0 h 825056"/>
              <a:gd name="connsiteX4" fmla="*/ 0 w 289913"/>
              <a:gd name="connsiteY4" fmla="*/ 606961 h 825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913" h="825056">
                <a:moveTo>
                  <a:pt x="0" y="606961"/>
                </a:moveTo>
                <a:lnTo>
                  <a:pt x="287274" y="825056"/>
                </a:lnTo>
                <a:cubicBezTo>
                  <a:pt x="288154" y="692518"/>
                  <a:pt x="289033" y="559981"/>
                  <a:pt x="289913" y="427443"/>
                </a:cubicBezTo>
                <a:lnTo>
                  <a:pt x="0" y="0"/>
                </a:lnTo>
                <a:lnTo>
                  <a:pt x="0" y="606961"/>
                </a:lnTo>
                <a:close/>
              </a:path>
            </a:pathLst>
          </a:custGeom>
          <a:solidFill>
            <a:schemeClr val="tx2"/>
          </a:solidFill>
          <a:ln w="9525" cap="flat">
            <a:noFill/>
            <a:prstDash val="solid"/>
            <a:miter/>
          </a:ln>
        </p:spPr>
        <p:txBody>
          <a:bodyPr rtlCol="0" anchor="ctr"/>
          <a:lstStyle/>
          <a:p>
            <a:endParaRPr lang="fr-FR"/>
          </a:p>
        </p:txBody>
      </p:sp>
      <p:sp>
        <p:nvSpPr>
          <p:cNvPr id="139" name="Forme libre : forme 138">
            <a:extLst>
              <a:ext uri="{FF2B5EF4-FFF2-40B4-BE49-F238E27FC236}">
                <a16:creationId xmlns:a16="http://schemas.microsoft.com/office/drawing/2014/main" id="{9F46DF9C-95DF-EA6F-A5C8-B3F63E713B1D}"/>
              </a:ext>
            </a:extLst>
          </p:cNvPr>
          <p:cNvSpPr/>
          <p:nvPr/>
        </p:nvSpPr>
        <p:spPr>
          <a:xfrm flipV="1">
            <a:off x="0" y="4911031"/>
            <a:ext cx="1100138" cy="1100138"/>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Lst>
            <a:ahLst/>
            <a:cxnLst>
              <a:cxn ang="0">
                <a:pos x="connsiteX0" y="connsiteY0"/>
              </a:cxn>
              <a:cxn ang="0">
                <a:pos x="connsiteX1" y="connsiteY1"/>
              </a:cxn>
              <a:cxn ang="0">
                <a:pos x="connsiteX2" y="connsiteY2"/>
              </a:cxn>
              <a:cxn ang="0">
                <a:pos x="connsiteX3" y="connsiteY3"/>
              </a:cxn>
            </a:cxnLst>
            <a:rect l="l" t="t" r="r" b="b"/>
            <a:pathLst>
              <a:path w="609600" h="609600">
                <a:moveTo>
                  <a:pt x="0" y="0"/>
                </a:moveTo>
                <a:lnTo>
                  <a:pt x="609600" y="0"/>
                </a:lnTo>
                <a:lnTo>
                  <a:pt x="609600" y="609600"/>
                </a:lnTo>
                <a:lnTo>
                  <a:pt x="0" y="609600"/>
                </a:lnTo>
                <a:close/>
              </a:path>
            </a:pathLst>
          </a:custGeom>
          <a:solidFill>
            <a:schemeClr val="accent4"/>
          </a:solidFill>
          <a:ln w="9525" cap="flat">
            <a:noFill/>
            <a:prstDash val="solid"/>
            <a:miter/>
          </a:ln>
        </p:spPr>
        <p:txBody>
          <a:bodyPr rtlCol="0" anchor="ctr"/>
          <a:lstStyle/>
          <a:p>
            <a:endParaRPr lang="fr-FR">
              <a:solidFill>
                <a:schemeClr val="bg1"/>
              </a:solidFill>
            </a:endParaRPr>
          </a:p>
        </p:txBody>
      </p:sp>
      <p:sp>
        <p:nvSpPr>
          <p:cNvPr id="141" name="Forme libre : forme 140">
            <a:extLst>
              <a:ext uri="{FF2B5EF4-FFF2-40B4-BE49-F238E27FC236}">
                <a16:creationId xmlns:a16="http://schemas.microsoft.com/office/drawing/2014/main" id="{52AEB4B6-A715-0DB4-D54D-5364363E02C3}"/>
              </a:ext>
            </a:extLst>
          </p:cNvPr>
          <p:cNvSpPr/>
          <p:nvPr/>
        </p:nvSpPr>
        <p:spPr>
          <a:xfrm flipV="1">
            <a:off x="1099448" y="4512706"/>
            <a:ext cx="523203" cy="1488968"/>
          </a:xfrm>
          <a:custGeom>
            <a:avLst/>
            <a:gdLst>
              <a:gd name="connsiteX0" fmla="*/ 0 w 287274"/>
              <a:gd name="connsiteY0" fmla="*/ 609600 h 825055"/>
              <a:gd name="connsiteX1" fmla="*/ 287274 w 287274"/>
              <a:gd name="connsiteY1" fmla="*/ 825056 h 825055"/>
              <a:gd name="connsiteX2" fmla="*/ 287274 w 287274"/>
              <a:gd name="connsiteY2" fmla="*/ 432721 h 825055"/>
              <a:gd name="connsiteX3" fmla="*/ 0 w 287274"/>
              <a:gd name="connsiteY3" fmla="*/ 0 h 825055"/>
              <a:gd name="connsiteX4" fmla="*/ 0 w 287274"/>
              <a:gd name="connsiteY4" fmla="*/ 609600 h 825055"/>
              <a:gd name="connsiteX0" fmla="*/ 0 w 287274"/>
              <a:gd name="connsiteY0" fmla="*/ 609600 h 825056"/>
              <a:gd name="connsiteX1" fmla="*/ 287274 w 287274"/>
              <a:gd name="connsiteY1" fmla="*/ 825056 h 825056"/>
              <a:gd name="connsiteX2" fmla="*/ 262204 w 287274"/>
              <a:gd name="connsiteY2" fmla="*/ 455152 h 825056"/>
              <a:gd name="connsiteX3" fmla="*/ 0 w 287274"/>
              <a:gd name="connsiteY3" fmla="*/ 0 h 825056"/>
              <a:gd name="connsiteX4" fmla="*/ 0 w 287274"/>
              <a:gd name="connsiteY4" fmla="*/ 609600 h 825056"/>
              <a:gd name="connsiteX0" fmla="*/ 0 w 289913"/>
              <a:gd name="connsiteY0" fmla="*/ 609600 h 825056"/>
              <a:gd name="connsiteX1" fmla="*/ 287274 w 289913"/>
              <a:gd name="connsiteY1" fmla="*/ 825056 h 825056"/>
              <a:gd name="connsiteX2" fmla="*/ 289913 w 289913"/>
              <a:gd name="connsiteY2" fmla="*/ 427443 h 825056"/>
              <a:gd name="connsiteX3" fmla="*/ 0 w 289913"/>
              <a:gd name="connsiteY3" fmla="*/ 0 h 825056"/>
              <a:gd name="connsiteX4" fmla="*/ 0 w 289913"/>
              <a:gd name="connsiteY4" fmla="*/ 609600 h 825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913" h="825056">
                <a:moveTo>
                  <a:pt x="0" y="609600"/>
                </a:moveTo>
                <a:lnTo>
                  <a:pt x="287274" y="825056"/>
                </a:lnTo>
                <a:cubicBezTo>
                  <a:pt x="288154" y="692518"/>
                  <a:pt x="289033" y="559981"/>
                  <a:pt x="289913" y="427443"/>
                </a:cubicBezTo>
                <a:lnTo>
                  <a:pt x="0" y="0"/>
                </a:lnTo>
                <a:lnTo>
                  <a:pt x="0" y="609600"/>
                </a:lnTo>
                <a:close/>
              </a:path>
            </a:pathLst>
          </a:custGeom>
          <a:solidFill>
            <a:schemeClr val="accent4"/>
          </a:solidFill>
          <a:ln w="9525" cap="flat">
            <a:noFill/>
            <a:prstDash val="solid"/>
            <a:miter/>
          </a:ln>
        </p:spPr>
        <p:txBody>
          <a:bodyPr rtlCol="0" anchor="ctr"/>
          <a:lstStyle/>
          <a:p>
            <a:endParaRPr lang="fr-FR"/>
          </a:p>
        </p:txBody>
      </p:sp>
      <p:sp>
        <p:nvSpPr>
          <p:cNvPr id="97" name="Graphique 95">
            <a:extLst>
              <a:ext uri="{FF2B5EF4-FFF2-40B4-BE49-F238E27FC236}">
                <a16:creationId xmlns:a16="http://schemas.microsoft.com/office/drawing/2014/main" id="{DB63371F-DACA-E8BF-FE0B-E20E90846F02}"/>
              </a:ext>
            </a:extLst>
          </p:cNvPr>
          <p:cNvSpPr/>
          <p:nvPr userDrawn="1"/>
        </p:nvSpPr>
        <p:spPr>
          <a:xfrm>
            <a:off x="2528406" y="1536699"/>
            <a:ext cx="2126143" cy="4527551"/>
          </a:xfrm>
          <a:prstGeom prst="roundRect">
            <a:avLst>
              <a:gd name="adj" fmla="val 12187"/>
            </a:avLst>
          </a:prstGeom>
          <a:noFill/>
          <a:ln w="50800" cap="flat">
            <a:solidFill>
              <a:srgbClr val="000000"/>
            </a:solidFill>
            <a:prstDash val="solid"/>
            <a:miter/>
          </a:ln>
        </p:spPr>
        <p:txBody>
          <a:bodyPr rtlCol="0" anchor="ctr"/>
          <a:lstStyle/>
          <a:p>
            <a:endParaRPr lang="fr-FR"/>
          </a:p>
        </p:txBody>
      </p:sp>
      <p:sp>
        <p:nvSpPr>
          <p:cNvPr id="2" name="Titre 1">
            <a:extLst>
              <a:ext uri="{FF2B5EF4-FFF2-40B4-BE49-F238E27FC236}">
                <a16:creationId xmlns:a16="http://schemas.microsoft.com/office/drawing/2014/main" id="{0B3E612B-7586-F068-5191-7BA08DB66C09}"/>
              </a:ext>
            </a:extLst>
          </p:cNvPr>
          <p:cNvSpPr>
            <a:spLocks noGrp="1"/>
          </p:cNvSpPr>
          <p:nvPr userDrawn="1">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userDrawn="1">
            <p:ph type="sldNum" sz="quarter" idx="11"/>
          </p:nvPr>
        </p:nvSpPr>
        <p:spPr>
          <a:xfrm>
            <a:off x="9220776" y="6380372"/>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userDrawn="1">
            <p:ph type="body" sz="quarter" idx="13" hasCustomPrompt="1"/>
          </p:nvPr>
        </p:nvSpPr>
        <p:spPr>
          <a:xfrm>
            <a:off x="731837" y="966302"/>
            <a:ext cx="10953217" cy="313932"/>
          </a:xfrm>
        </p:spPr>
        <p:txBody>
          <a:bodyPr wrap="square">
            <a:spAutoFit/>
          </a:bodyPr>
          <a:lstStyle>
            <a:lvl1pPr marL="0" indent="0">
              <a:buNone/>
              <a:defRPr b="0"/>
            </a:lvl1pPr>
          </a:lstStyle>
          <a:p>
            <a:pPr lvl="0"/>
            <a:r>
              <a:rPr lang="fr-FR"/>
              <a:t>Subtitle of the slide</a:t>
            </a:r>
            <a:endParaRPr lang="fr-FR" dirty="0"/>
          </a:p>
        </p:txBody>
      </p:sp>
      <p:sp>
        <p:nvSpPr>
          <p:cNvPr id="6" name="Freeform 1">
            <a:extLst>
              <a:ext uri="{FF2B5EF4-FFF2-40B4-BE49-F238E27FC236}">
                <a16:creationId xmlns:a16="http://schemas.microsoft.com/office/drawing/2014/main" id="{63F3B991-24DB-2232-1DA6-8C338B51702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sp>
        <p:nvSpPr>
          <p:cNvPr id="114" name="Espace réservé du texte 5">
            <a:extLst>
              <a:ext uri="{FF2B5EF4-FFF2-40B4-BE49-F238E27FC236}">
                <a16:creationId xmlns:a16="http://schemas.microsoft.com/office/drawing/2014/main" id="{CCD73C40-2C29-45B1-3875-AAEDE37FCB66}"/>
              </a:ext>
            </a:extLst>
          </p:cNvPr>
          <p:cNvSpPr>
            <a:spLocks noGrp="1"/>
          </p:cNvSpPr>
          <p:nvPr userDrawn="1">
            <p:ph type="body" sz="quarter" idx="27" hasCustomPrompt="1"/>
          </p:nvPr>
        </p:nvSpPr>
        <p:spPr>
          <a:xfrm>
            <a:off x="4854269" y="2358840"/>
            <a:ext cx="5614566" cy="720000"/>
          </a:xfrm>
          <a:solidFill>
            <a:schemeClr val="tx2"/>
          </a:solidFill>
        </p:spPr>
        <p:txBody>
          <a:bodyPr anchor="ctr">
            <a:normAutofit/>
          </a:bodyPr>
          <a:lstStyle>
            <a:lvl2pPr marL="85725" indent="-85725" algn="l">
              <a:buFont typeface="Source Sans Pro" panose="020B0503030403020204" pitchFamily="34" charset="0"/>
              <a:buChar char=" "/>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Click here to add your 01 level text</a:t>
            </a:r>
          </a:p>
          <a:p>
            <a:pPr lvl="2"/>
            <a:r>
              <a:rPr lang="fr-FR"/>
              <a:t>Click here to add your 02 level text</a:t>
            </a:r>
            <a:endParaRPr lang="en-US" dirty="0"/>
          </a:p>
        </p:txBody>
      </p:sp>
      <p:sp>
        <p:nvSpPr>
          <p:cNvPr id="115" name="Espace réservé du texte 5">
            <a:extLst>
              <a:ext uri="{FF2B5EF4-FFF2-40B4-BE49-F238E27FC236}">
                <a16:creationId xmlns:a16="http://schemas.microsoft.com/office/drawing/2014/main" id="{C86A0CF1-84DD-0B51-C0B5-394523C7DD6F}"/>
              </a:ext>
            </a:extLst>
          </p:cNvPr>
          <p:cNvSpPr>
            <a:spLocks noGrp="1"/>
          </p:cNvSpPr>
          <p:nvPr userDrawn="1">
            <p:ph type="body" sz="quarter" idx="28" hasCustomPrompt="1"/>
          </p:nvPr>
        </p:nvSpPr>
        <p:spPr>
          <a:xfrm>
            <a:off x="4854269" y="3076458"/>
            <a:ext cx="5212244" cy="720000"/>
          </a:xfrm>
          <a:solidFill>
            <a:schemeClr val="tx1"/>
          </a:solidFill>
        </p:spPr>
        <p:txBody>
          <a:bodyPr anchor="ctr">
            <a:normAutofit/>
          </a:bodyPr>
          <a:lstStyle>
            <a:lvl2pPr marL="85725" indent="-85725" algn="l">
              <a:buFont typeface="Source Sans Pro" panose="020B0503030403020204" pitchFamily="34" charset="0"/>
              <a:buChar char=" "/>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Click here to add your 01 level text</a:t>
            </a:r>
          </a:p>
          <a:p>
            <a:pPr lvl="2"/>
            <a:r>
              <a:rPr lang="fr-FR"/>
              <a:t>Click here to add your 02 level text</a:t>
            </a:r>
            <a:endParaRPr lang="en-US" dirty="0"/>
          </a:p>
        </p:txBody>
      </p:sp>
      <p:sp>
        <p:nvSpPr>
          <p:cNvPr id="116" name="Espace réservé du texte 5">
            <a:extLst>
              <a:ext uri="{FF2B5EF4-FFF2-40B4-BE49-F238E27FC236}">
                <a16:creationId xmlns:a16="http://schemas.microsoft.com/office/drawing/2014/main" id="{2D0CF8CE-E54C-02D6-531D-AAD34E487F9F}"/>
              </a:ext>
            </a:extLst>
          </p:cNvPr>
          <p:cNvSpPr>
            <a:spLocks noGrp="1"/>
          </p:cNvSpPr>
          <p:nvPr userDrawn="1">
            <p:ph type="body" sz="quarter" idx="29" hasCustomPrompt="1"/>
          </p:nvPr>
        </p:nvSpPr>
        <p:spPr>
          <a:xfrm>
            <a:off x="4854269" y="3792797"/>
            <a:ext cx="3856431" cy="720000"/>
          </a:xfrm>
          <a:solidFill>
            <a:schemeClr val="accent3"/>
          </a:solidFill>
        </p:spPr>
        <p:txBody>
          <a:bodyPr anchor="ctr">
            <a:normAutofit/>
          </a:bodyPr>
          <a:lstStyle>
            <a:lvl2pPr marL="85725" indent="-85725" algn="l">
              <a:buFont typeface="Source Sans Pro" panose="020B0503030403020204" pitchFamily="34" charset="0"/>
              <a:buChar char=" "/>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Click here to add your 01 level text</a:t>
            </a:r>
          </a:p>
          <a:p>
            <a:pPr lvl="2"/>
            <a:r>
              <a:rPr lang="fr-FR"/>
              <a:t>Click here to add your 02 level text</a:t>
            </a:r>
            <a:endParaRPr lang="en-US" dirty="0"/>
          </a:p>
        </p:txBody>
      </p:sp>
      <p:sp>
        <p:nvSpPr>
          <p:cNvPr id="117" name="Espace réservé du texte 5">
            <a:extLst>
              <a:ext uri="{FF2B5EF4-FFF2-40B4-BE49-F238E27FC236}">
                <a16:creationId xmlns:a16="http://schemas.microsoft.com/office/drawing/2014/main" id="{99F0FE81-CFC3-1C96-2673-4D549B504F41}"/>
              </a:ext>
            </a:extLst>
          </p:cNvPr>
          <p:cNvSpPr>
            <a:spLocks noGrp="1"/>
          </p:cNvSpPr>
          <p:nvPr userDrawn="1">
            <p:ph type="body" sz="quarter" idx="30" hasCustomPrompt="1"/>
          </p:nvPr>
        </p:nvSpPr>
        <p:spPr>
          <a:xfrm>
            <a:off x="4854270" y="4512708"/>
            <a:ext cx="3530300" cy="720000"/>
          </a:xfrm>
          <a:solidFill>
            <a:schemeClr val="accent4"/>
          </a:solidFill>
        </p:spPr>
        <p:txBody>
          <a:bodyPr anchor="ctr">
            <a:normAutofit/>
          </a:bodyPr>
          <a:lstStyle>
            <a:lvl2pPr marL="85725" indent="-85725" algn="l">
              <a:buFont typeface="Source Sans Pro" panose="020B0503030403020204" pitchFamily="34" charset="0"/>
              <a:buChar char=" "/>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Click here to add your 01 level text</a:t>
            </a:r>
          </a:p>
          <a:p>
            <a:pPr lvl="2"/>
            <a:r>
              <a:rPr lang="fr-FR"/>
              <a:t>Click here to add your 02 level text</a:t>
            </a:r>
            <a:endParaRPr lang="en-US" dirty="0"/>
          </a:p>
        </p:txBody>
      </p:sp>
      <p:sp>
        <p:nvSpPr>
          <p:cNvPr id="153" name="Forme libre : forme 152">
            <a:extLst>
              <a:ext uri="{FF2B5EF4-FFF2-40B4-BE49-F238E27FC236}">
                <a16:creationId xmlns:a16="http://schemas.microsoft.com/office/drawing/2014/main" id="{B57F35F7-8DEC-943D-FFE6-69F0845D732D}"/>
              </a:ext>
            </a:extLst>
          </p:cNvPr>
          <p:cNvSpPr/>
          <p:nvPr userDrawn="1"/>
        </p:nvSpPr>
        <p:spPr>
          <a:xfrm>
            <a:off x="1099448" y="1587581"/>
            <a:ext cx="523203" cy="4414093"/>
          </a:xfrm>
          <a:custGeom>
            <a:avLst/>
            <a:gdLst>
              <a:gd name="connsiteX0" fmla="*/ 0 w 523203"/>
              <a:gd name="connsiteY0" fmla="*/ 0 h 4414093"/>
              <a:gd name="connsiteX1" fmla="*/ 523203 w 523203"/>
              <a:gd name="connsiteY1" fmla="*/ 771401 h 4414093"/>
              <a:gd name="connsiteX2" fmla="*/ 519126 w 523203"/>
              <a:gd name="connsiteY2" fmla="*/ 1385565 h 4414093"/>
              <a:gd name="connsiteX3" fmla="*/ 519537 w 523203"/>
              <a:gd name="connsiteY3" fmla="*/ 1724992 h 4414093"/>
              <a:gd name="connsiteX4" fmla="*/ 519816 w 523203"/>
              <a:gd name="connsiteY4" fmla="*/ 1724992 h 4414093"/>
              <a:gd name="connsiteX5" fmla="*/ 519794 w 523203"/>
              <a:gd name="connsiteY5" fmla="*/ 1741157 h 4414093"/>
              <a:gd name="connsiteX6" fmla="*/ 519816 w 523203"/>
              <a:gd name="connsiteY6" fmla="*/ 1741157 h 4414093"/>
              <a:gd name="connsiteX7" fmla="*/ 519649 w 523203"/>
              <a:gd name="connsiteY7" fmla="*/ 1817425 h 4414093"/>
              <a:gd name="connsiteX8" fmla="*/ 519816 w 523203"/>
              <a:gd name="connsiteY8" fmla="*/ 1955840 h 4414093"/>
              <a:gd name="connsiteX9" fmla="*/ 519794 w 523203"/>
              <a:gd name="connsiteY9" fmla="*/ 1955840 h 4414093"/>
              <a:gd name="connsiteX10" fmla="*/ 519816 w 523203"/>
              <a:gd name="connsiteY10" fmla="*/ 1972005 h 4414093"/>
              <a:gd name="connsiteX11" fmla="*/ 519557 w 523203"/>
              <a:gd name="connsiteY11" fmla="*/ 1972005 h 4414093"/>
              <a:gd name="connsiteX12" fmla="*/ 519816 w 523203"/>
              <a:gd name="connsiteY12" fmla="*/ 2186085 h 4414093"/>
              <a:gd name="connsiteX13" fmla="*/ 519794 w 523203"/>
              <a:gd name="connsiteY13" fmla="*/ 2186085 h 4414093"/>
              <a:gd name="connsiteX14" fmla="*/ 519816 w 523203"/>
              <a:gd name="connsiteY14" fmla="*/ 2202250 h 4414093"/>
              <a:gd name="connsiteX15" fmla="*/ 519646 w 523203"/>
              <a:gd name="connsiteY15" fmla="*/ 2202250 h 4414093"/>
              <a:gd name="connsiteX16" fmla="*/ 519650 w 523203"/>
              <a:gd name="connsiteY16" fmla="*/ 2205216 h 4414093"/>
              <a:gd name="connsiteX17" fmla="*/ 519816 w 523203"/>
              <a:gd name="connsiteY17" fmla="*/ 2205216 h 4414093"/>
              <a:gd name="connsiteX18" fmla="*/ 519794 w 523203"/>
              <a:gd name="connsiteY18" fmla="*/ 2221381 h 4414093"/>
              <a:gd name="connsiteX19" fmla="*/ 519816 w 523203"/>
              <a:gd name="connsiteY19" fmla="*/ 2221381 h 4414093"/>
              <a:gd name="connsiteX20" fmla="*/ 519728 w 523203"/>
              <a:gd name="connsiteY20" fmla="*/ 2261336 h 4414093"/>
              <a:gd name="connsiteX21" fmla="*/ 519816 w 523203"/>
              <a:gd name="connsiteY21" fmla="*/ 2324231 h 4414093"/>
              <a:gd name="connsiteX22" fmla="*/ 519794 w 523203"/>
              <a:gd name="connsiteY22" fmla="*/ 2324231 h 4414093"/>
              <a:gd name="connsiteX23" fmla="*/ 519816 w 523203"/>
              <a:gd name="connsiteY23" fmla="*/ 2340396 h 4414093"/>
              <a:gd name="connsiteX24" fmla="*/ 519555 w 523203"/>
              <a:gd name="connsiteY24" fmla="*/ 2340396 h 4414093"/>
              <a:gd name="connsiteX25" fmla="*/ 519043 w 523203"/>
              <a:gd name="connsiteY25" fmla="*/ 2573607 h 4414093"/>
              <a:gd name="connsiteX26" fmla="*/ 519816 w 523203"/>
              <a:gd name="connsiteY26" fmla="*/ 2573607 h 4414093"/>
              <a:gd name="connsiteX27" fmla="*/ 519794 w 523203"/>
              <a:gd name="connsiteY27" fmla="*/ 2589772 h 4414093"/>
              <a:gd name="connsiteX28" fmla="*/ 519816 w 523203"/>
              <a:gd name="connsiteY28" fmla="*/ 2589772 h 4414093"/>
              <a:gd name="connsiteX29" fmla="*/ 518921 w 523203"/>
              <a:gd name="connsiteY29" fmla="*/ 2997626 h 4414093"/>
              <a:gd name="connsiteX30" fmla="*/ 523203 w 523203"/>
              <a:gd name="connsiteY30" fmla="*/ 3642692 h 4414093"/>
              <a:gd name="connsiteX31" fmla="*/ 0 w 523203"/>
              <a:gd name="connsiteY31" fmla="*/ 4414093 h 4414093"/>
              <a:gd name="connsiteX32" fmla="*/ 0 w 523203"/>
              <a:gd name="connsiteY32" fmla="*/ 3313956 h 4414093"/>
              <a:gd name="connsiteX33" fmla="*/ 173 w 523203"/>
              <a:gd name="connsiteY33" fmla="*/ 3313826 h 4414093"/>
              <a:gd name="connsiteX34" fmla="*/ 173 w 523203"/>
              <a:gd name="connsiteY34" fmla="*/ 2838980 h 4414093"/>
              <a:gd name="connsiteX35" fmla="*/ 173 w 523203"/>
              <a:gd name="connsiteY35" fmla="*/ 2589772 h 4414093"/>
              <a:gd name="connsiteX36" fmla="*/ 173 w 523203"/>
              <a:gd name="connsiteY36" fmla="*/ 2573607 h 4414093"/>
              <a:gd name="connsiteX37" fmla="*/ 173 w 523203"/>
              <a:gd name="connsiteY37" fmla="*/ 2340396 h 4414093"/>
              <a:gd name="connsiteX38" fmla="*/ 173 w 523203"/>
              <a:gd name="connsiteY38" fmla="*/ 2324231 h 4414093"/>
              <a:gd name="connsiteX39" fmla="*/ 173 w 523203"/>
              <a:gd name="connsiteY39" fmla="*/ 2221381 h 4414093"/>
              <a:gd name="connsiteX40" fmla="*/ 173 w 523203"/>
              <a:gd name="connsiteY40" fmla="*/ 2205216 h 4414093"/>
              <a:gd name="connsiteX41" fmla="*/ 173 w 523203"/>
              <a:gd name="connsiteY41" fmla="*/ 2202250 h 4414093"/>
              <a:gd name="connsiteX42" fmla="*/ 173 w 523203"/>
              <a:gd name="connsiteY42" fmla="*/ 2186085 h 4414093"/>
              <a:gd name="connsiteX43" fmla="*/ 173 w 523203"/>
              <a:gd name="connsiteY43" fmla="*/ 1972005 h 4414093"/>
              <a:gd name="connsiteX44" fmla="*/ 173 w 523203"/>
              <a:gd name="connsiteY44" fmla="*/ 1955840 h 4414093"/>
              <a:gd name="connsiteX45" fmla="*/ 173 w 523203"/>
              <a:gd name="connsiteY45" fmla="*/ 1741157 h 4414093"/>
              <a:gd name="connsiteX46" fmla="*/ 173 w 523203"/>
              <a:gd name="connsiteY46" fmla="*/ 1724992 h 4414093"/>
              <a:gd name="connsiteX47" fmla="*/ 173 w 523203"/>
              <a:gd name="connsiteY47" fmla="*/ 1242573 h 4414093"/>
              <a:gd name="connsiteX48" fmla="*/ 173 w 523203"/>
              <a:gd name="connsiteY48" fmla="*/ 1226408 h 4414093"/>
              <a:gd name="connsiteX49" fmla="*/ 173 w 523203"/>
              <a:gd name="connsiteY49" fmla="*/ 1104427 h 4414093"/>
              <a:gd name="connsiteX50" fmla="*/ 173 w 523203"/>
              <a:gd name="connsiteY50" fmla="*/ 1095506 h 4414093"/>
              <a:gd name="connsiteX51" fmla="*/ 0 w 523203"/>
              <a:gd name="connsiteY51" fmla="*/ 1095375 h 4414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3203" h="4414093">
                <a:moveTo>
                  <a:pt x="0" y="0"/>
                </a:moveTo>
                <a:lnTo>
                  <a:pt x="523203" y="771401"/>
                </a:lnTo>
                <a:lnTo>
                  <a:pt x="519126" y="1385565"/>
                </a:lnTo>
                <a:lnTo>
                  <a:pt x="519537" y="1724992"/>
                </a:lnTo>
                <a:lnTo>
                  <a:pt x="519816" y="1724992"/>
                </a:lnTo>
                <a:cubicBezTo>
                  <a:pt x="519809" y="1730381"/>
                  <a:pt x="519801" y="1735768"/>
                  <a:pt x="519794" y="1741157"/>
                </a:cubicBezTo>
                <a:lnTo>
                  <a:pt x="519816" y="1741157"/>
                </a:lnTo>
                <a:lnTo>
                  <a:pt x="519649" y="1817425"/>
                </a:lnTo>
                <a:lnTo>
                  <a:pt x="519816" y="1955840"/>
                </a:lnTo>
                <a:lnTo>
                  <a:pt x="519794" y="1955840"/>
                </a:lnTo>
                <a:lnTo>
                  <a:pt x="519816" y="1972005"/>
                </a:lnTo>
                <a:lnTo>
                  <a:pt x="519557" y="1972005"/>
                </a:lnTo>
                <a:lnTo>
                  <a:pt x="519816" y="2186085"/>
                </a:lnTo>
                <a:lnTo>
                  <a:pt x="519794" y="2186085"/>
                </a:lnTo>
                <a:lnTo>
                  <a:pt x="519816" y="2202250"/>
                </a:lnTo>
                <a:lnTo>
                  <a:pt x="519646" y="2202250"/>
                </a:lnTo>
                <a:lnTo>
                  <a:pt x="519650" y="2205216"/>
                </a:lnTo>
                <a:lnTo>
                  <a:pt x="519816" y="2205216"/>
                </a:lnTo>
                <a:cubicBezTo>
                  <a:pt x="519809" y="2210605"/>
                  <a:pt x="519801" y="2215992"/>
                  <a:pt x="519794" y="2221381"/>
                </a:cubicBezTo>
                <a:lnTo>
                  <a:pt x="519816" y="2221381"/>
                </a:lnTo>
                <a:lnTo>
                  <a:pt x="519728" y="2261336"/>
                </a:lnTo>
                <a:lnTo>
                  <a:pt x="519816" y="2324231"/>
                </a:lnTo>
                <a:lnTo>
                  <a:pt x="519794" y="2324231"/>
                </a:lnTo>
                <a:lnTo>
                  <a:pt x="519816" y="2340396"/>
                </a:lnTo>
                <a:lnTo>
                  <a:pt x="519555" y="2340396"/>
                </a:lnTo>
                <a:lnTo>
                  <a:pt x="519043" y="2573607"/>
                </a:lnTo>
                <a:lnTo>
                  <a:pt x="519816" y="2573607"/>
                </a:lnTo>
                <a:cubicBezTo>
                  <a:pt x="519809" y="2578996"/>
                  <a:pt x="519801" y="2584383"/>
                  <a:pt x="519794" y="2589772"/>
                </a:cubicBezTo>
                <a:lnTo>
                  <a:pt x="519816" y="2589772"/>
                </a:lnTo>
                <a:lnTo>
                  <a:pt x="518921" y="2997626"/>
                </a:lnTo>
                <a:lnTo>
                  <a:pt x="523203" y="3642692"/>
                </a:lnTo>
                <a:lnTo>
                  <a:pt x="0" y="4414093"/>
                </a:lnTo>
                <a:lnTo>
                  <a:pt x="0" y="3313956"/>
                </a:lnTo>
                <a:lnTo>
                  <a:pt x="173" y="3313826"/>
                </a:lnTo>
                <a:lnTo>
                  <a:pt x="173" y="2838980"/>
                </a:lnTo>
                <a:lnTo>
                  <a:pt x="173" y="2589772"/>
                </a:lnTo>
                <a:lnTo>
                  <a:pt x="173" y="2573607"/>
                </a:lnTo>
                <a:lnTo>
                  <a:pt x="173" y="2340396"/>
                </a:lnTo>
                <a:lnTo>
                  <a:pt x="173" y="2324231"/>
                </a:lnTo>
                <a:lnTo>
                  <a:pt x="173" y="2221381"/>
                </a:lnTo>
                <a:lnTo>
                  <a:pt x="173" y="2205216"/>
                </a:lnTo>
                <a:lnTo>
                  <a:pt x="173" y="2202250"/>
                </a:lnTo>
                <a:lnTo>
                  <a:pt x="173" y="2186085"/>
                </a:lnTo>
                <a:lnTo>
                  <a:pt x="173" y="1972005"/>
                </a:lnTo>
                <a:lnTo>
                  <a:pt x="173" y="1955840"/>
                </a:lnTo>
                <a:lnTo>
                  <a:pt x="173" y="1741157"/>
                </a:lnTo>
                <a:lnTo>
                  <a:pt x="173" y="1724992"/>
                </a:lnTo>
                <a:lnTo>
                  <a:pt x="173" y="1242573"/>
                </a:lnTo>
                <a:lnTo>
                  <a:pt x="173" y="1226408"/>
                </a:lnTo>
                <a:lnTo>
                  <a:pt x="173" y="1104427"/>
                </a:lnTo>
                <a:lnTo>
                  <a:pt x="173" y="1095506"/>
                </a:lnTo>
                <a:lnTo>
                  <a:pt x="0" y="1095375"/>
                </a:lnTo>
                <a:close/>
              </a:path>
            </a:pathLst>
          </a:custGeom>
          <a:solidFill>
            <a:srgbClr val="000000">
              <a:alpha val="17000"/>
            </a:srgb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fr-FR"/>
          </a:p>
        </p:txBody>
      </p:sp>
      <p:sp>
        <p:nvSpPr>
          <p:cNvPr id="157" name="Espace réservé pour une image  156">
            <a:extLst>
              <a:ext uri="{FF2B5EF4-FFF2-40B4-BE49-F238E27FC236}">
                <a16:creationId xmlns:a16="http://schemas.microsoft.com/office/drawing/2014/main" id="{8528845B-0C4E-DC2A-3CAF-8553F69D0F28}"/>
              </a:ext>
            </a:extLst>
          </p:cNvPr>
          <p:cNvSpPr>
            <a:spLocks noGrp="1"/>
          </p:cNvSpPr>
          <p:nvPr>
            <p:ph type="pic" sz="quarter" idx="18" hasCustomPrompt="1"/>
          </p:nvPr>
        </p:nvSpPr>
        <p:spPr>
          <a:xfrm>
            <a:off x="2557463" y="1566863"/>
            <a:ext cx="2076450" cy="4471987"/>
          </a:xfrm>
          <a:custGeom>
            <a:avLst/>
            <a:gdLst>
              <a:gd name="connsiteX0" fmla="*/ 238813 w 2076450"/>
              <a:gd name="connsiteY0" fmla="*/ 0 h 4471987"/>
              <a:gd name="connsiteX1" fmla="*/ 576262 w 2076450"/>
              <a:gd name="connsiteY1" fmla="*/ 0 h 4471987"/>
              <a:gd name="connsiteX2" fmla="*/ 576262 w 2076450"/>
              <a:gd name="connsiteY2" fmla="*/ 62068 h 4471987"/>
              <a:gd name="connsiteX3" fmla="*/ 618970 w 2076450"/>
              <a:gd name="connsiteY3" fmla="*/ 104776 h 4471987"/>
              <a:gd name="connsiteX4" fmla="*/ 1443192 w 2076450"/>
              <a:gd name="connsiteY4" fmla="*/ 104776 h 4471987"/>
              <a:gd name="connsiteX5" fmla="*/ 1485900 w 2076450"/>
              <a:gd name="connsiteY5" fmla="*/ 62068 h 4471987"/>
              <a:gd name="connsiteX6" fmla="*/ 1485900 w 2076450"/>
              <a:gd name="connsiteY6" fmla="*/ 0 h 4471987"/>
              <a:gd name="connsiteX7" fmla="*/ 1837637 w 2076450"/>
              <a:gd name="connsiteY7" fmla="*/ 0 h 4471987"/>
              <a:gd name="connsiteX8" fmla="*/ 2076450 w 2076450"/>
              <a:gd name="connsiteY8" fmla="*/ 238813 h 4471987"/>
              <a:gd name="connsiteX9" fmla="*/ 2076450 w 2076450"/>
              <a:gd name="connsiteY9" fmla="*/ 4233174 h 4471987"/>
              <a:gd name="connsiteX10" fmla="*/ 1837637 w 2076450"/>
              <a:gd name="connsiteY10" fmla="*/ 4471987 h 4471987"/>
              <a:gd name="connsiteX11" fmla="*/ 238813 w 2076450"/>
              <a:gd name="connsiteY11" fmla="*/ 4471987 h 4471987"/>
              <a:gd name="connsiteX12" fmla="*/ 0 w 2076450"/>
              <a:gd name="connsiteY12" fmla="*/ 4233174 h 4471987"/>
              <a:gd name="connsiteX13" fmla="*/ 0 w 2076450"/>
              <a:gd name="connsiteY13" fmla="*/ 238813 h 4471987"/>
              <a:gd name="connsiteX14" fmla="*/ 238813 w 2076450"/>
              <a:gd name="connsiteY14" fmla="*/ 0 h 4471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76450" h="4471987">
                <a:moveTo>
                  <a:pt x="238813" y="0"/>
                </a:moveTo>
                <a:lnTo>
                  <a:pt x="576262" y="0"/>
                </a:lnTo>
                <a:lnTo>
                  <a:pt x="576262" y="62068"/>
                </a:lnTo>
                <a:cubicBezTo>
                  <a:pt x="576262" y="85655"/>
                  <a:pt x="595383" y="104776"/>
                  <a:pt x="618970" y="104776"/>
                </a:cubicBezTo>
                <a:lnTo>
                  <a:pt x="1443192" y="104776"/>
                </a:lnTo>
                <a:cubicBezTo>
                  <a:pt x="1466779" y="104776"/>
                  <a:pt x="1485900" y="85655"/>
                  <a:pt x="1485900" y="62068"/>
                </a:cubicBezTo>
                <a:lnTo>
                  <a:pt x="1485900" y="0"/>
                </a:lnTo>
                <a:lnTo>
                  <a:pt x="1837637" y="0"/>
                </a:lnTo>
                <a:cubicBezTo>
                  <a:pt x="1969530" y="0"/>
                  <a:pt x="2076450" y="106920"/>
                  <a:pt x="2076450" y="238813"/>
                </a:cubicBezTo>
                <a:lnTo>
                  <a:pt x="2076450" y="4233174"/>
                </a:lnTo>
                <a:cubicBezTo>
                  <a:pt x="2076450" y="4365067"/>
                  <a:pt x="1969530" y="4471987"/>
                  <a:pt x="1837637" y="4471987"/>
                </a:cubicBezTo>
                <a:lnTo>
                  <a:pt x="238813" y="4471987"/>
                </a:lnTo>
                <a:cubicBezTo>
                  <a:pt x="106920" y="4471987"/>
                  <a:pt x="0" y="4365067"/>
                  <a:pt x="0" y="4233174"/>
                </a:cubicBezTo>
                <a:lnTo>
                  <a:pt x="0" y="238813"/>
                </a:lnTo>
                <a:cubicBezTo>
                  <a:pt x="0" y="106920"/>
                  <a:pt x="106920" y="0"/>
                  <a:pt x="238813" y="0"/>
                </a:cubicBezTo>
                <a:close/>
              </a:path>
            </a:pathLst>
          </a:custGeom>
          <a:solidFill>
            <a:schemeClr val="bg1">
              <a:lumMod val="85000"/>
            </a:schemeClr>
          </a:solidFill>
        </p:spPr>
        <p:txBody>
          <a:bodyPr wrap="square" bIns="648000" anchor="ctr">
            <a:noAutofit/>
          </a:bodyPr>
          <a:lstStyle>
            <a:lvl1pPr marL="0" indent="0" algn="ctr">
              <a:spcBef>
                <a:spcPts val="0"/>
              </a:spcBef>
              <a:buNone/>
              <a:defRPr sz="1000" b="0"/>
            </a:lvl1pPr>
          </a:lstStyle>
          <a:p>
            <a:r>
              <a:rPr lang="fr-FR"/>
              <a:t>Picture</a:t>
            </a:r>
            <a:br>
              <a:rPr lang="fr-FR"/>
            </a:br>
            <a:r>
              <a:rPr lang="fr-FR"/>
              <a:t>( or delete the block)</a:t>
            </a:r>
          </a:p>
        </p:txBody>
      </p:sp>
      <p:sp>
        <p:nvSpPr>
          <p:cNvPr id="158" name="Espace réservé du texte 5">
            <a:extLst>
              <a:ext uri="{FF2B5EF4-FFF2-40B4-BE49-F238E27FC236}">
                <a16:creationId xmlns:a16="http://schemas.microsoft.com/office/drawing/2014/main" id="{C66F713B-F234-E044-3667-B987C0ACDC1D}"/>
              </a:ext>
            </a:extLst>
          </p:cNvPr>
          <p:cNvSpPr>
            <a:spLocks noGrp="1"/>
          </p:cNvSpPr>
          <p:nvPr>
            <p:ph type="body" sz="quarter" idx="39" hasCustomPrompt="1"/>
          </p:nvPr>
        </p:nvSpPr>
        <p:spPr>
          <a:xfrm>
            <a:off x="8385464" y="4512708"/>
            <a:ext cx="922995" cy="720000"/>
          </a:xfrm>
          <a:prstGeom prst="homePlate">
            <a:avLst>
              <a:gd name="adj" fmla="val 65532"/>
            </a:avLst>
          </a:prstGeom>
          <a:solidFill>
            <a:schemeClr val="accent4"/>
          </a:solidFill>
        </p:spPr>
        <p:txBody>
          <a:bodyPr anchor="ctr">
            <a:normAutofit/>
          </a:bodyPr>
          <a:lstStyle>
            <a:lvl2pPr marL="0" indent="0" algn="ctr">
              <a:buFont typeface="Source Sans Pro" panose="020B0503030403020204" pitchFamily="34" charset="0"/>
              <a:buNone/>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XX%</a:t>
            </a:r>
          </a:p>
        </p:txBody>
      </p:sp>
      <p:sp>
        <p:nvSpPr>
          <p:cNvPr id="159" name="Espace réservé du texte 5">
            <a:extLst>
              <a:ext uri="{FF2B5EF4-FFF2-40B4-BE49-F238E27FC236}">
                <a16:creationId xmlns:a16="http://schemas.microsoft.com/office/drawing/2014/main" id="{DF036EC2-8019-9F1F-3B8D-86CF48227924}"/>
              </a:ext>
            </a:extLst>
          </p:cNvPr>
          <p:cNvSpPr>
            <a:spLocks noGrp="1"/>
          </p:cNvSpPr>
          <p:nvPr>
            <p:ph type="body" sz="quarter" idx="40" hasCustomPrompt="1"/>
          </p:nvPr>
        </p:nvSpPr>
        <p:spPr>
          <a:xfrm>
            <a:off x="8710700" y="3792797"/>
            <a:ext cx="922995" cy="720000"/>
          </a:xfrm>
          <a:prstGeom prst="homePlate">
            <a:avLst>
              <a:gd name="adj" fmla="val 65532"/>
            </a:avLst>
          </a:prstGeom>
          <a:solidFill>
            <a:schemeClr val="accent3"/>
          </a:solidFill>
        </p:spPr>
        <p:txBody>
          <a:bodyPr anchor="ctr">
            <a:normAutofit/>
          </a:bodyPr>
          <a:lstStyle>
            <a:lvl2pPr marL="0" indent="0" algn="ctr">
              <a:buFont typeface="Source Sans Pro" panose="020B0503030403020204" pitchFamily="34" charset="0"/>
              <a:buNone/>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XX%</a:t>
            </a:r>
          </a:p>
        </p:txBody>
      </p:sp>
      <p:sp>
        <p:nvSpPr>
          <p:cNvPr id="160" name="Espace réservé du texte 5">
            <a:extLst>
              <a:ext uri="{FF2B5EF4-FFF2-40B4-BE49-F238E27FC236}">
                <a16:creationId xmlns:a16="http://schemas.microsoft.com/office/drawing/2014/main" id="{5A2F3910-DA0E-A45F-86FC-62AE3F4FA7F5}"/>
              </a:ext>
            </a:extLst>
          </p:cNvPr>
          <p:cNvSpPr>
            <a:spLocks noGrp="1"/>
          </p:cNvSpPr>
          <p:nvPr>
            <p:ph type="body" sz="quarter" idx="41" hasCustomPrompt="1"/>
          </p:nvPr>
        </p:nvSpPr>
        <p:spPr>
          <a:xfrm>
            <a:off x="10066513" y="3076458"/>
            <a:ext cx="922995" cy="720000"/>
          </a:xfrm>
          <a:prstGeom prst="homePlate">
            <a:avLst>
              <a:gd name="adj" fmla="val 65532"/>
            </a:avLst>
          </a:prstGeom>
          <a:solidFill>
            <a:schemeClr val="tx1"/>
          </a:solidFill>
        </p:spPr>
        <p:txBody>
          <a:bodyPr anchor="ctr">
            <a:normAutofit/>
          </a:bodyPr>
          <a:lstStyle>
            <a:lvl2pPr marL="0" indent="0" algn="ctr">
              <a:buFont typeface="Source Sans Pro" panose="020B0503030403020204" pitchFamily="34" charset="0"/>
              <a:buNone/>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XX%</a:t>
            </a:r>
          </a:p>
        </p:txBody>
      </p:sp>
      <p:sp>
        <p:nvSpPr>
          <p:cNvPr id="161" name="Espace réservé du texte 5">
            <a:extLst>
              <a:ext uri="{FF2B5EF4-FFF2-40B4-BE49-F238E27FC236}">
                <a16:creationId xmlns:a16="http://schemas.microsoft.com/office/drawing/2014/main" id="{A3BA71D5-7C50-530D-D0BD-CDD57BAEF042}"/>
              </a:ext>
            </a:extLst>
          </p:cNvPr>
          <p:cNvSpPr>
            <a:spLocks noGrp="1"/>
          </p:cNvSpPr>
          <p:nvPr>
            <p:ph type="body" sz="quarter" idx="42" hasCustomPrompt="1"/>
          </p:nvPr>
        </p:nvSpPr>
        <p:spPr>
          <a:xfrm>
            <a:off x="10468835" y="2358840"/>
            <a:ext cx="922995" cy="720000"/>
          </a:xfrm>
          <a:prstGeom prst="homePlate">
            <a:avLst>
              <a:gd name="adj" fmla="val 65532"/>
            </a:avLst>
          </a:prstGeom>
          <a:solidFill>
            <a:schemeClr val="tx2"/>
          </a:solidFill>
        </p:spPr>
        <p:txBody>
          <a:bodyPr anchor="ctr">
            <a:normAutofit/>
          </a:bodyPr>
          <a:lstStyle>
            <a:lvl2pPr marL="0" indent="0" algn="ctr">
              <a:buFont typeface="Source Sans Pro" panose="020B0503030403020204" pitchFamily="34" charset="0"/>
              <a:buNone/>
              <a:defRPr sz="1200">
                <a:solidFill>
                  <a:schemeClr val="bg1"/>
                </a:solidFill>
              </a:defRPr>
            </a:lvl2pPr>
            <a:lvl3pPr marL="85725" indent="-85725" algn="l">
              <a:buFont typeface="Source Sans Pro" panose="020B0503030403020204" pitchFamily="34" charset="0"/>
              <a:buChar char=" "/>
              <a:defRPr sz="1100">
                <a:solidFill>
                  <a:schemeClr val="bg1"/>
                </a:solidFill>
              </a:defRPr>
            </a:lvl3pPr>
          </a:lstStyle>
          <a:p>
            <a:pPr lvl="1"/>
            <a:r>
              <a:rPr lang="fr-FR"/>
              <a:t>XX%</a:t>
            </a:r>
          </a:p>
        </p:txBody>
      </p:sp>
      <p:sp>
        <p:nvSpPr>
          <p:cNvPr id="13" name="Espace réservé du texte 5">
            <a:extLst>
              <a:ext uri="{FF2B5EF4-FFF2-40B4-BE49-F238E27FC236}">
                <a16:creationId xmlns:a16="http://schemas.microsoft.com/office/drawing/2014/main" id="{AF08F3BC-30B2-5B04-8AAA-E8316C44358B}"/>
              </a:ext>
            </a:extLst>
          </p:cNvPr>
          <p:cNvSpPr>
            <a:spLocks noGrp="1" noChangeAspect="1"/>
          </p:cNvSpPr>
          <p:nvPr>
            <p:ph type="body" sz="quarter" idx="43" hasCustomPrompt="1"/>
          </p:nvPr>
        </p:nvSpPr>
        <p:spPr>
          <a:xfrm>
            <a:off x="181769" y="1758455"/>
            <a:ext cx="739704" cy="738000"/>
          </a:xfrm>
          <a:noFill/>
        </p:spPr>
        <p:txBody>
          <a:bodyPr lIns="0" tIns="0" bIns="0" anchor="ct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01</a:t>
            </a:r>
            <a:endParaRPr lang="en-US" dirty="0"/>
          </a:p>
        </p:txBody>
      </p:sp>
      <p:sp>
        <p:nvSpPr>
          <p:cNvPr id="20" name="Espace réservé du texte 5">
            <a:extLst>
              <a:ext uri="{FF2B5EF4-FFF2-40B4-BE49-F238E27FC236}">
                <a16:creationId xmlns:a16="http://schemas.microsoft.com/office/drawing/2014/main" id="{E941289C-40CD-CD55-F256-08FA7D5B3E12}"/>
              </a:ext>
            </a:extLst>
          </p:cNvPr>
          <p:cNvSpPr>
            <a:spLocks noGrp="1" noChangeAspect="1"/>
          </p:cNvSpPr>
          <p:nvPr>
            <p:ph type="body" sz="quarter" idx="44" hasCustomPrompt="1"/>
          </p:nvPr>
        </p:nvSpPr>
        <p:spPr>
          <a:xfrm>
            <a:off x="181769" y="2867641"/>
            <a:ext cx="739704" cy="738000"/>
          </a:xfrm>
          <a:noFill/>
        </p:spPr>
        <p:txBody>
          <a:bodyPr lIns="0" tIns="0" bIns="0" anchor="ct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02</a:t>
            </a:r>
            <a:endParaRPr lang="en-US" dirty="0"/>
          </a:p>
        </p:txBody>
      </p:sp>
      <p:sp>
        <p:nvSpPr>
          <p:cNvPr id="21" name="Espace réservé du texte 5">
            <a:extLst>
              <a:ext uri="{FF2B5EF4-FFF2-40B4-BE49-F238E27FC236}">
                <a16:creationId xmlns:a16="http://schemas.microsoft.com/office/drawing/2014/main" id="{67B0A7B0-1824-C09A-91B0-FE1918B03382}"/>
              </a:ext>
            </a:extLst>
          </p:cNvPr>
          <p:cNvSpPr>
            <a:spLocks noGrp="1" noChangeAspect="1"/>
          </p:cNvSpPr>
          <p:nvPr>
            <p:ph type="body" sz="quarter" idx="45" hasCustomPrompt="1"/>
          </p:nvPr>
        </p:nvSpPr>
        <p:spPr>
          <a:xfrm>
            <a:off x="181769" y="3958730"/>
            <a:ext cx="739704" cy="738000"/>
          </a:xfrm>
          <a:noFill/>
        </p:spPr>
        <p:txBody>
          <a:bodyPr lIns="0" tIns="0" bIns="0" anchor="ct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03</a:t>
            </a:r>
            <a:endParaRPr lang="en-US" dirty="0"/>
          </a:p>
        </p:txBody>
      </p:sp>
      <p:sp>
        <p:nvSpPr>
          <p:cNvPr id="22" name="Espace réservé du texte 5">
            <a:extLst>
              <a:ext uri="{FF2B5EF4-FFF2-40B4-BE49-F238E27FC236}">
                <a16:creationId xmlns:a16="http://schemas.microsoft.com/office/drawing/2014/main" id="{EFACE2F6-8186-4567-C8DB-4F237E5E4845}"/>
              </a:ext>
            </a:extLst>
          </p:cNvPr>
          <p:cNvSpPr>
            <a:spLocks noGrp="1" noChangeAspect="1"/>
          </p:cNvSpPr>
          <p:nvPr>
            <p:ph type="body" sz="quarter" idx="46" hasCustomPrompt="1"/>
          </p:nvPr>
        </p:nvSpPr>
        <p:spPr>
          <a:xfrm>
            <a:off x="181769" y="5058868"/>
            <a:ext cx="739704" cy="738000"/>
          </a:xfrm>
          <a:noFill/>
        </p:spPr>
        <p:txBody>
          <a:bodyPr lIns="0" tIns="0" bIns="0" anchor="ctr"/>
          <a:lstStyle>
            <a:lvl1pPr marL="0" indent="0" algn="ctr">
              <a:spcBef>
                <a:spcPts val="0"/>
              </a:spcBef>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04</a:t>
            </a:r>
            <a:endParaRPr lang="en-US" dirty="0"/>
          </a:p>
        </p:txBody>
      </p:sp>
      <p:sp>
        <p:nvSpPr>
          <p:cNvPr id="24" name="Rectangle 23">
            <a:extLst>
              <a:ext uri="{FF2B5EF4-FFF2-40B4-BE49-F238E27FC236}">
                <a16:creationId xmlns:a16="http://schemas.microsoft.com/office/drawing/2014/main" id="{1812770E-368C-9217-9F03-FA20A947D109}"/>
              </a:ext>
            </a:extLst>
          </p:cNvPr>
          <p:cNvSpPr/>
          <p:nvPr userDrawn="1"/>
        </p:nvSpPr>
        <p:spPr>
          <a:xfrm rot="16200000">
            <a:off x="4495114" y="5469610"/>
            <a:ext cx="1621891" cy="1148080"/>
          </a:xfrm>
          <a:prstGeom prst="rect">
            <a:avLst/>
          </a:prstGeom>
          <a:gradFill>
            <a:gsLst>
              <a:gs pos="0">
                <a:schemeClr val="bg1">
                  <a:alpha val="0"/>
                </a:schemeClr>
              </a:gs>
              <a:gs pos="63000">
                <a:schemeClr val="bg1"/>
              </a:gs>
            </a:gsLst>
            <a:lin ang="5400000" scaled="1"/>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userDrawn="1">
            <p:ph type="ftr" sz="quarter" idx="10"/>
          </p:nvPr>
        </p:nvSpPr>
        <p:spPr>
          <a:xfrm>
            <a:off x="1511300" y="6380372"/>
            <a:ext cx="7099300" cy="365125"/>
          </a:xfrm>
        </p:spPr>
        <p:txBody>
          <a:bodyPr/>
          <a:lstStyle/>
          <a:p>
            <a:r>
              <a:rPr lang="en-US" dirty="0"/>
              <a:t>Name of the document</a:t>
            </a:r>
          </a:p>
        </p:txBody>
      </p:sp>
      <p:cxnSp>
        <p:nvCxnSpPr>
          <p:cNvPr id="9" name="Connecteur droit 8">
            <a:extLst>
              <a:ext uri="{FF2B5EF4-FFF2-40B4-BE49-F238E27FC236}">
                <a16:creationId xmlns:a16="http://schemas.microsoft.com/office/drawing/2014/main" id="{D29C8996-F6D0-986C-B8F3-D44BE8259B15}"/>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98428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x4 wheel">
    <p:spTree>
      <p:nvGrpSpPr>
        <p:cNvPr id="1" name=""/>
        <p:cNvGrpSpPr/>
        <p:nvPr/>
      </p:nvGrpSpPr>
      <p:grpSpPr>
        <a:xfrm>
          <a:off x="0" y="0"/>
          <a:ext cx="0" cy="0"/>
          <a:chOff x="0" y="0"/>
          <a:chExt cx="0" cy="0"/>
        </a:xfrm>
      </p:grpSpPr>
      <p:sp>
        <p:nvSpPr>
          <p:cNvPr id="5" name="373032b6-e5b6-473a-8902-66189b515315">
            <a:extLst>
              <a:ext uri="{FF2B5EF4-FFF2-40B4-BE49-F238E27FC236}">
                <a16:creationId xmlns:a16="http://schemas.microsoft.com/office/drawing/2014/main" id="{FCF3A165-CAF0-0BA7-A3F5-623AC8CBF876}"/>
              </a:ext>
            </a:extLst>
          </p:cNvPr>
          <p:cNvSpPr/>
          <p:nvPr userDrawn="1"/>
        </p:nvSpPr>
        <p:spPr>
          <a:xfrm>
            <a:off x="0" y="3639919"/>
            <a:ext cx="12192000" cy="3218081"/>
          </a:xfrm>
          <a:prstGeom prst="rect">
            <a:avLst/>
          </a:prstGeom>
          <a:solidFill>
            <a:schemeClr val="bg1">
              <a:lumMod val="95000"/>
            </a:schemeClr>
          </a:soli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 name="Titre 1">
            <a:extLst>
              <a:ext uri="{FF2B5EF4-FFF2-40B4-BE49-F238E27FC236}">
                <a16:creationId xmlns:a16="http://schemas.microsoft.com/office/drawing/2014/main" id="{0B3E612B-7586-F068-5191-7BA08DB66C09}"/>
              </a:ext>
            </a:extLst>
          </p:cNvPr>
          <p:cNvSpPr>
            <a:spLocks noGrp="1"/>
          </p:cNvSpPr>
          <p:nvPr userDrawn="1">
            <p:ph type="title" hasCustomPrompt="1"/>
          </p:nvPr>
        </p:nvSpPr>
        <p:spPr>
          <a:xfrm>
            <a:off x="731837" y="542925"/>
            <a:ext cx="10953217"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userDrawn="1">
            <p:ph type="ftr" sz="quarter" idx="10"/>
          </p:nvPr>
        </p:nvSpPr>
        <p:spPr>
          <a:xfrm>
            <a:off x="1511300" y="6380372"/>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userDrawn="1">
            <p:ph type="sldNum" sz="quarter" idx="11"/>
          </p:nvPr>
        </p:nvSpPr>
        <p:spPr>
          <a:xfrm>
            <a:off x="9220776" y="6380372"/>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userDrawn="1">
            <p:ph type="body" sz="quarter" idx="13" hasCustomPrompt="1"/>
          </p:nvPr>
        </p:nvSpPr>
        <p:spPr>
          <a:xfrm>
            <a:off x="731837" y="966302"/>
            <a:ext cx="10953217" cy="313932"/>
          </a:xfrm>
        </p:spPr>
        <p:txBody>
          <a:bodyPr wrap="square">
            <a:spAutoFit/>
          </a:bodyPr>
          <a:lstStyle>
            <a:lvl1pPr marL="0" indent="0">
              <a:buNone/>
              <a:defRPr b="0"/>
            </a:lvl1pPr>
          </a:lstStyle>
          <a:p>
            <a:pPr lvl="0"/>
            <a:r>
              <a:rPr lang="fr-FR"/>
              <a:t>Subtitle of the slide</a:t>
            </a:r>
            <a:endParaRPr lang="fr-FR" dirty="0"/>
          </a:p>
        </p:txBody>
      </p:sp>
      <p:sp>
        <p:nvSpPr>
          <p:cNvPr id="6" name="Freeform 1">
            <a:extLst>
              <a:ext uri="{FF2B5EF4-FFF2-40B4-BE49-F238E27FC236}">
                <a16:creationId xmlns:a16="http://schemas.microsoft.com/office/drawing/2014/main" id="{63F3B991-24DB-2232-1DA6-8C338B51702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cxnSp>
        <p:nvCxnSpPr>
          <p:cNvPr id="9" name="Connecteur droit 8">
            <a:extLst>
              <a:ext uri="{FF2B5EF4-FFF2-40B4-BE49-F238E27FC236}">
                <a16:creationId xmlns:a16="http://schemas.microsoft.com/office/drawing/2014/main" id="{D29C8996-F6D0-986C-B8F3-D44BE8259B15}"/>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sp>
        <p:nvSpPr>
          <p:cNvPr id="8" name="402f355a-781c-4d51-8927-b05b5f167e4d">
            <a:extLst>
              <a:ext uri="{FF2B5EF4-FFF2-40B4-BE49-F238E27FC236}">
                <a16:creationId xmlns:a16="http://schemas.microsoft.com/office/drawing/2014/main" id="{9472C71C-3084-C030-4573-8EFC4052CB6D}"/>
              </a:ext>
            </a:extLst>
          </p:cNvPr>
          <p:cNvSpPr>
            <a:spLocks noChangeAspect="1"/>
          </p:cNvSpPr>
          <p:nvPr userDrawn="1"/>
        </p:nvSpPr>
        <p:spPr>
          <a:xfrm>
            <a:off x="3954852" y="1508761"/>
            <a:ext cx="1126984" cy="1126980"/>
          </a:xfrm>
          <a:prstGeom prst="ellipse">
            <a:avLst/>
          </a:prstGeom>
          <a:solidFill>
            <a:schemeClr val="accent3"/>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dirty="0">
              <a:latin typeface="Source Sans Pro" panose="020B0503030403020204" pitchFamily="34" charset="77"/>
            </a:endParaRPr>
          </a:p>
        </p:txBody>
      </p:sp>
      <p:grpSp>
        <p:nvGrpSpPr>
          <p:cNvPr id="10" name="61d86798-fb11-4cd3-bed7-5298e970c80a">
            <a:extLst>
              <a:ext uri="{FF2B5EF4-FFF2-40B4-BE49-F238E27FC236}">
                <a16:creationId xmlns:a16="http://schemas.microsoft.com/office/drawing/2014/main" id="{4B7D1C36-330A-EB13-7C5C-74C7B1FA62D5}"/>
              </a:ext>
            </a:extLst>
          </p:cNvPr>
          <p:cNvGrpSpPr/>
          <p:nvPr userDrawn="1"/>
        </p:nvGrpSpPr>
        <p:grpSpPr>
          <a:xfrm rot="2700000">
            <a:off x="4597400" y="2151380"/>
            <a:ext cx="2997200" cy="2997200"/>
            <a:chOff x="2273300" y="2070100"/>
            <a:chExt cx="2997200" cy="2997200"/>
          </a:xfrm>
        </p:grpSpPr>
        <p:cxnSp>
          <p:nvCxnSpPr>
            <p:cNvPr id="11" name="Connecteur droit 10">
              <a:extLst>
                <a:ext uri="{FF2B5EF4-FFF2-40B4-BE49-F238E27FC236}">
                  <a16:creationId xmlns:a16="http://schemas.microsoft.com/office/drawing/2014/main" id="{34FE6C59-A3B0-4B17-CD30-8CE16E879DAD}"/>
                </a:ext>
              </a:extLst>
            </p:cNvPr>
            <p:cNvCxnSpPr>
              <a:cxnSpLocks/>
            </p:cNvCxnSpPr>
            <p:nvPr/>
          </p:nvCxnSpPr>
          <p:spPr>
            <a:xfrm>
              <a:off x="3771900" y="2070100"/>
              <a:ext cx="0" cy="2997200"/>
            </a:xfrm>
            <a:prstGeom prst="line">
              <a:avLst/>
            </a:prstGeom>
            <a:noFill/>
            <a:ln w="25400" cap="rnd">
              <a:solidFill>
                <a:schemeClr val="bg1">
                  <a:lumMod val="85000"/>
                </a:schemeClr>
              </a:solidFill>
              <a:prstDash val="sysDot"/>
              <a:round/>
            </a:ln>
          </p:spPr>
        </p:cxnSp>
        <p:cxnSp>
          <p:nvCxnSpPr>
            <p:cNvPr id="12" name="Connecteur droit 11">
              <a:extLst>
                <a:ext uri="{FF2B5EF4-FFF2-40B4-BE49-F238E27FC236}">
                  <a16:creationId xmlns:a16="http://schemas.microsoft.com/office/drawing/2014/main" id="{5A5D6DC6-B089-BE41-E111-C9B1C0F64D51}"/>
                </a:ext>
              </a:extLst>
            </p:cNvPr>
            <p:cNvCxnSpPr>
              <a:cxnSpLocks/>
            </p:cNvCxnSpPr>
            <p:nvPr/>
          </p:nvCxnSpPr>
          <p:spPr>
            <a:xfrm rot="5400000">
              <a:off x="3771900" y="2070100"/>
              <a:ext cx="0" cy="2997200"/>
            </a:xfrm>
            <a:prstGeom prst="line">
              <a:avLst/>
            </a:prstGeom>
            <a:noFill/>
            <a:ln w="25400" cap="rnd">
              <a:solidFill>
                <a:schemeClr val="bg1">
                  <a:lumMod val="85000"/>
                </a:schemeClr>
              </a:solidFill>
              <a:prstDash val="sysDot"/>
              <a:round/>
            </a:ln>
          </p:spPr>
        </p:cxnSp>
      </p:grpSp>
      <p:sp>
        <p:nvSpPr>
          <p:cNvPr id="13" name="ae71c7d6-9eba-4d37-a5db-e6ba71c23571">
            <a:extLst>
              <a:ext uri="{FF2B5EF4-FFF2-40B4-BE49-F238E27FC236}">
                <a16:creationId xmlns:a16="http://schemas.microsoft.com/office/drawing/2014/main" id="{610BBE01-C424-4E28-5389-F4BA509226C6}"/>
              </a:ext>
            </a:extLst>
          </p:cNvPr>
          <p:cNvSpPr>
            <a:spLocks noChangeAspect="1"/>
          </p:cNvSpPr>
          <p:nvPr userDrawn="1"/>
        </p:nvSpPr>
        <p:spPr>
          <a:xfrm>
            <a:off x="5295900" y="2849880"/>
            <a:ext cx="1600200" cy="1600200"/>
          </a:xfrm>
          <a:prstGeom prst="ellipse">
            <a:avLst/>
          </a:prstGeom>
          <a:solidFill>
            <a:schemeClr val="tx2"/>
          </a:solidFill>
          <a:ln w="38100"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dirty="0">
              <a:latin typeface="Source Sans Pro" panose="020B0503030403020204" pitchFamily="34" charset="77"/>
            </a:endParaRPr>
          </a:p>
        </p:txBody>
      </p:sp>
      <p:sp>
        <p:nvSpPr>
          <p:cNvPr id="14" name="bde875c7-be53-455d-975f-6e2f9ae3224e">
            <a:extLst>
              <a:ext uri="{FF2B5EF4-FFF2-40B4-BE49-F238E27FC236}">
                <a16:creationId xmlns:a16="http://schemas.microsoft.com/office/drawing/2014/main" id="{9348740C-0F40-EFEA-14DA-154562DCA1B3}"/>
              </a:ext>
            </a:extLst>
          </p:cNvPr>
          <p:cNvSpPr>
            <a:spLocks noChangeAspect="1"/>
          </p:cNvSpPr>
          <p:nvPr userDrawn="1"/>
        </p:nvSpPr>
        <p:spPr>
          <a:xfrm>
            <a:off x="7120431" y="1508761"/>
            <a:ext cx="1126984" cy="1126980"/>
          </a:xfrm>
          <a:prstGeom prst="ellipse">
            <a:avLst/>
          </a:prstGeom>
          <a:solidFill>
            <a:schemeClr val="accent3"/>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dirty="0">
              <a:latin typeface="Source Sans Pro" panose="020B0503030403020204" pitchFamily="34" charset="77"/>
            </a:endParaRPr>
          </a:p>
        </p:txBody>
      </p:sp>
      <p:sp>
        <p:nvSpPr>
          <p:cNvPr id="15" name="f73419af-cd8b-41bf-95fe-1853717643f0">
            <a:extLst>
              <a:ext uri="{FF2B5EF4-FFF2-40B4-BE49-F238E27FC236}">
                <a16:creationId xmlns:a16="http://schemas.microsoft.com/office/drawing/2014/main" id="{94789413-BBF0-649F-5CDD-01A301E585BC}"/>
              </a:ext>
            </a:extLst>
          </p:cNvPr>
          <p:cNvSpPr>
            <a:spLocks noChangeAspect="1"/>
          </p:cNvSpPr>
          <p:nvPr userDrawn="1"/>
        </p:nvSpPr>
        <p:spPr>
          <a:xfrm>
            <a:off x="7120431" y="4648975"/>
            <a:ext cx="1126984" cy="1126980"/>
          </a:xfrm>
          <a:prstGeom prst="ellipse">
            <a:avLst/>
          </a:prstGeom>
          <a:solidFill>
            <a:schemeClr val="accent3"/>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dirty="0">
              <a:latin typeface="Source Sans Pro" panose="020B0503030403020204" pitchFamily="34" charset="77"/>
            </a:endParaRPr>
          </a:p>
        </p:txBody>
      </p:sp>
      <p:sp>
        <p:nvSpPr>
          <p:cNvPr id="16" name="523369a6-29f8-45f0-9e3f-085d04da7717">
            <a:extLst>
              <a:ext uri="{FF2B5EF4-FFF2-40B4-BE49-F238E27FC236}">
                <a16:creationId xmlns:a16="http://schemas.microsoft.com/office/drawing/2014/main" id="{F104721F-A1C3-9EAF-D570-E399CAD38955}"/>
              </a:ext>
            </a:extLst>
          </p:cNvPr>
          <p:cNvSpPr>
            <a:spLocks noChangeAspect="1"/>
          </p:cNvSpPr>
          <p:nvPr userDrawn="1"/>
        </p:nvSpPr>
        <p:spPr>
          <a:xfrm>
            <a:off x="3954852" y="4648975"/>
            <a:ext cx="1126984" cy="1126980"/>
          </a:xfrm>
          <a:prstGeom prst="ellipse">
            <a:avLst/>
          </a:prstGeom>
          <a:solidFill>
            <a:schemeClr val="accent3"/>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dirty="0">
              <a:latin typeface="Source Sans Pro" panose="020B0503030403020204" pitchFamily="34" charset="77"/>
            </a:endParaRPr>
          </a:p>
        </p:txBody>
      </p:sp>
      <p:sp>
        <p:nvSpPr>
          <p:cNvPr id="17" name="Espace réservé du texte 5">
            <a:extLst>
              <a:ext uri="{FF2B5EF4-FFF2-40B4-BE49-F238E27FC236}">
                <a16:creationId xmlns:a16="http://schemas.microsoft.com/office/drawing/2014/main" id="{1D66E11D-60EA-4521-94E4-87DF166D74D5}"/>
              </a:ext>
            </a:extLst>
          </p:cNvPr>
          <p:cNvSpPr>
            <a:spLocks noGrp="1"/>
          </p:cNvSpPr>
          <p:nvPr>
            <p:ph type="body" sz="quarter" idx="30" hasCustomPrompt="1"/>
          </p:nvPr>
        </p:nvSpPr>
        <p:spPr>
          <a:xfrm>
            <a:off x="8256939" y="1813140"/>
            <a:ext cx="3935061" cy="516552"/>
          </a:xfrm>
        </p:spPr>
        <p:txBody>
          <a:bodyPr wrap="square" anchor="ctr" anchorCtr="0">
            <a:spAutoFit/>
          </a:bodyPr>
          <a:lstStyle>
            <a:lvl2pPr marL="174625" indent="-174625">
              <a:buFont typeface="Source Sans Pro" panose="020B0503030403020204" pitchFamily="34" charset="0"/>
              <a:buChar char=" "/>
              <a:defRPr/>
            </a:lvl2pPr>
            <a:lvl3pPr marL="174625" indent="-174625">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18" name="Espace réservé du texte 5">
            <a:extLst>
              <a:ext uri="{FF2B5EF4-FFF2-40B4-BE49-F238E27FC236}">
                <a16:creationId xmlns:a16="http://schemas.microsoft.com/office/drawing/2014/main" id="{EA9F77C1-3452-13B2-8AAD-8A0E672E9A49}"/>
              </a:ext>
            </a:extLst>
          </p:cNvPr>
          <p:cNvSpPr>
            <a:spLocks noGrp="1"/>
          </p:cNvSpPr>
          <p:nvPr>
            <p:ph type="body" sz="quarter" idx="31" hasCustomPrompt="1"/>
          </p:nvPr>
        </p:nvSpPr>
        <p:spPr>
          <a:xfrm>
            <a:off x="8256939" y="4954189"/>
            <a:ext cx="3106385" cy="516552"/>
          </a:xfrm>
        </p:spPr>
        <p:txBody>
          <a:bodyPr wrap="square" anchor="ctr" anchorCtr="0">
            <a:spAutoFit/>
          </a:bodyPr>
          <a:lstStyle>
            <a:lvl2pPr marL="174625" indent="-174625">
              <a:buFont typeface="Source Sans Pro" panose="020B0503030403020204" pitchFamily="34" charset="0"/>
              <a:buChar char=" "/>
              <a:defRPr/>
            </a:lvl2pPr>
            <a:lvl3pPr marL="174625" indent="-174625">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19" name="Espace réservé du texte 5">
            <a:extLst>
              <a:ext uri="{FF2B5EF4-FFF2-40B4-BE49-F238E27FC236}">
                <a16:creationId xmlns:a16="http://schemas.microsoft.com/office/drawing/2014/main" id="{CBDE7918-8E07-B69E-F0AA-C255573824F3}"/>
              </a:ext>
            </a:extLst>
          </p:cNvPr>
          <p:cNvSpPr>
            <a:spLocks noGrp="1"/>
          </p:cNvSpPr>
          <p:nvPr>
            <p:ph type="body" sz="quarter" idx="32" hasCustomPrompt="1"/>
          </p:nvPr>
        </p:nvSpPr>
        <p:spPr>
          <a:xfrm>
            <a:off x="731837" y="1813139"/>
            <a:ext cx="3223015" cy="516552"/>
          </a:xfrm>
        </p:spPr>
        <p:txBody>
          <a:bodyPr wrap="square" rIns="180000" anchor="ctr" anchorCtr="0">
            <a:spAutoFit/>
          </a:bodyPr>
          <a:lstStyle>
            <a:lvl2pPr marL="180975" indent="-90488" algn="r">
              <a:buFont typeface="Source Sans Pro" panose="020B0503030403020204" pitchFamily="34" charset="0"/>
              <a:buChar char=" "/>
              <a:defRPr/>
            </a:lvl2pPr>
            <a:lvl3pPr marL="147638" indent="0" algn="r">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20" name="Espace réservé du texte 5">
            <a:extLst>
              <a:ext uri="{FF2B5EF4-FFF2-40B4-BE49-F238E27FC236}">
                <a16:creationId xmlns:a16="http://schemas.microsoft.com/office/drawing/2014/main" id="{6EA7B52A-D6E4-ECD8-8606-5FC4786EA048}"/>
              </a:ext>
            </a:extLst>
          </p:cNvPr>
          <p:cNvSpPr>
            <a:spLocks noGrp="1"/>
          </p:cNvSpPr>
          <p:nvPr>
            <p:ph type="body" sz="quarter" idx="33" hasCustomPrompt="1"/>
          </p:nvPr>
        </p:nvSpPr>
        <p:spPr>
          <a:xfrm>
            <a:off x="731837" y="4954189"/>
            <a:ext cx="3223015" cy="516552"/>
          </a:xfrm>
        </p:spPr>
        <p:txBody>
          <a:bodyPr wrap="square" rIns="180000" anchor="ctr" anchorCtr="0">
            <a:spAutoFit/>
          </a:bodyPr>
          <a:lstStyle>
            <a:lvl2pPr marL="180975" indent="-90488" algn="r">
              <a:buFont typeface="Source Sans Pro" panose="020B0503030403020204" pitchFamily="34" charset="0"/>
              <a:buChar char=" "/>
              <a:defRPr/>
            </a:lvl2pPr>
            <a:lvl3pPr marL="147638" indent="0" algn="r">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21" name="Espace réservé du texte 5">
            <a:extLst>
              <a:ext uri="{FF2B5EF4-FFF2-40B4-BE49-F238E27FC236}">
                <a16:creationId xmlns:a16="http://schemas.microsoft.com/office/drawing/2014/main" id="{373CA7D6-7CE6-013E-20A9-50F6CC2E3AD0}"/>
              </a:ext>
            </a:extLst>
          </p:cNvPr>
          <p:cNvSpPr>
            <a:spLocks noGrp="1"/>
          </p:cNvSpPr>
          <p:nvPr>
            <p:ph type="body" sz="quarter" idx="34" hasCustomPrompt="1"/>
          </p:nvPr>
        </p:nvSpPr>
        <p:spPr>
          <a:xfrm>
            <a:off x="5416168" y="3649980"/>
            <a:ext cx="1358056" cy="513539"/>
          </a:xfrm>
        </p:spPr>
        <p:txBody>
          <a:bodyPr wrap="square" rIns="108000" anchor="ctr" anchorCtr="0">
            <a:spAutoFit/>
          </a:bodyPr>
          <a:lstStyle>
            <a:lvl2pPr marL="180975" indent="-90488" algn="ctr">
              <a:lnSpc>
                <a:spcPct val="80000"/>
              </a:lnSpc>
              <a:spcBef>
                <a:spcPts val="0"/>
              </a:spcBef>
              <a:buFont typeface="Source Sans Pro" panose="020B0503030403020204" pitchFamily="34" charset="0"/>
              <a:buChar char=" "/>
              <a:defRPr>
                <a:solidFill>
                  <a:schemeClr val="bg1"/>
                </a:solidFill>
              </a:defRPr>
            </a:lvl2pPr>
            <a:lvl3pPr marL="147638" indent="0" algn="ctr">
              <a:lnSpc>
                <a:spcPct val="80000"/>
              </a:lnSpc>
              <a:spcBef>
                <a:spcPts val="0"/>
              </a:spcBef>
              <a:buFont typeface="Source Sans Pro" panose="020B0503030403020204" pitchFamily="34" charset="0"/>
              <a:buChar char=" "/>
              <a:defRPr sz="1000">
                <a:solidFill>
                  <a:schemeClr val="bg1"/>
                </a:solidFill>
              </a:defRPr>
            </a:lvl3pPr>
          </a:lstStyle>
          <a:p>
            <a:pPr lvl="1"/>
            <a:r>
              <a:rPr lang="fr-FR"/>
              <a:t>Your text</a:t>
            </a:r>
          </a:p>
          <a:p>
            <a:pPr lvl="2"/>
            <a:r>
              <a:rPr lang="fr-FR"/>
              <a:t>Complementary text</a:t>
            </a:r>
            <a:endParaRPr lang="en-US" dirty="0"/>
          </a:p>
        </p:txBody>
      </p:sp>
      <p:sp>
        <p:nvSpPr>
          <p:cNvPr id="25" name="Espace réservé pour une image  24">
            <a:extLst>
              <a:ext uri="{FF2B5EF4-FFF2-40B4-BE49-F238E27FC236}">
                <a16:creationId xmlns:a16="http://schemas.microsoft.com/office/drawing/2014/main" id="{23CADAFB-20A3-EDFE-5923-A2D2DBE5D52A}"/>
              </a:ext>
            </a:extLst>
          </p:cNvPr>
          <p:cNvSpPr>
            <a:spLocks noGrp="1"/>
          </p:cNvSpPr>
          <p:nvPr>
            <p:ph type="pic" sz="quarter" idx="14" hasCustomPrompt="1"/>
          </p:nvPr>
        </p:nvSpPr>
        <p:spPr>
          <a:xfrm>
            <a:off x="4275387" y="1829295"/>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26" name="Espace réservé pour une image  25">
            <a:extLst>
              <a:ext uri="{FF2B5EF4-FFF2-40B4-BE49-F238E27FC236}">
                <a16:creationId xmlns:a16="http://schemas.microsoft.com/office/drawing/2014/main" id="{D7D6660E-D3E4-F3E5-77DD-2868C5B0C5A6}"/>
              </a:ext>
            </a:extLst>
          </p:cNvPr>
          <p:cNvSpPr>
            <a:spLocks noGrp="1"/>
          </p:cNvSpPr>
          <p:nvPr>
            <p:ph type="pic" sz="quarter" idx="35" hasCustomPrompt="1"/>
          </p:nvPr>
        </p:nvSpPr>
        <p:spPr>
          <a:xfrm>
            <a:off x="7440966" y="1829295"/>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27" name="Espace réservé pour une image  26">
            <a:extLst>
              <a:ext uri="{FF2B5EF4-FFF2-40B4-BE49-F238E27FC236}">
                <a16:creationId xmlns:a16="http://schemas.microsoft.com/office/drawing/2014/main" id="{7C9D6FE4-B7FC-8C31-8CD3-0631A2DD40D9}"/>
              </a:ext>
            </a:extLst>
          </p:cNvPr>
          <p:cNvSpPr>
            <a:spLocks noGrp="1"/>
          </p:cNvSpPr>
          <p:nvPr>
            <p:ph type="pic" sz="quarter" idx="36" hasCustomPrompt="1"/>
          </p:nvPr>
        </p:nvSpPr>
        <p:spPr>
          <a:xfrm>
            <a:off x="4275387" y="4969509"/>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28" name="Espace réservé pour une image  27">
            <a:extLst>
              <a:ext uri="{FF2B5EF4-FFF2-40B4-BE49-F238E27FC236}">
                <a16:creationId xmlns:a16="http://schemas.microsoft.com/office/drawing/2014/main" id="{15AB2113-852E-5278-41D7-815594E6F638}"/>
              </a:ext>
            </a:extLst>
          </p:cNvPr>
          <p:cNvSpPr>
            <a:spLocks noGrp="1"/>
          </p:cNvSpPr>
          <p:nvPr>
            <p:ph type="pic" sz="quarter" idx="37" hasCustomPrompt="1"/>
          </p:nvPr>
        </p:nvSpPr>
        <p:spPr>
          <a:xfrm>
            <a:off x="7440966" y="4969509"/>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30" name="Espace réservé pour une image  29">
            <a:extLst>
              <a:ext uri="{FF2B5EF4-FFF2-40B4-BE49-F238E27FC236}">
                <a16:creationId xmlns:a16="http://schemas.microsoft.com/office/drawing/2014/main" id="{AE5A65C2-B7FD-C3BF-98C2-1C254F473E1D}"/>
              </a:ext>
            </a:extLst>
          </p:cNvPr>
          <p:cNvSpPr>
            <a:spLocks noGrp="1"/>
          </p:cNvSpPr>
          <p:nvPr>
            <p:ph type="pic" sz="quarter" idx="38" hasCustomPrompt="1"/>
          </p:nvPr>
        </p:nvSpPr>
        <p:spPr>
          <a:xfrm>
            <a:off x="5853043" y="3131184"/>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Tree>
    <p:extLst>
      <p:ext uri="{BB962C8B-B14F-4D97-AF65-F5344CB8AC3E}">
        <p14:creationId xmlns:p14="http://schemas.microsoft.com/office/powerpoint/2010/main" val="33163500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x5 wheel">
    <p:spTree>
      <p:nvGrpSpPr>
        <p:cNvPr id="1" name=""/>
        <p:cNvGrpSpPr/>
        <p:nvPr/>
      </p:nvGrpSpPr>
      <p:grpSpPr>
        <a:xfrm>
          <a:off x="0" y="0"/>
          <a:ext cx="0" cy="0"/>
          <a:chOff x="0" y="0"/>
          <a:chExt cx="0" cy="0"/>
        </a:xfrm>
      </p:grpSpPr>
      <p:sp>
        <p:nvSpPr>
          <p:cNvPr id="5" name="373032b6-e5b6-473a-8902-66189b515315">
            <a:extLst>
              <a:ext uri="{FF2B5EF4-FFF2-40B4-BE49-F238E27FC236}">
                <a16:creationId xmlns:a16="http://schemas.microsoft.com/office/drawing/2014/main" id="{FCF3A165-CAF0-0BA7-A3F5-623AC8CBF876}"/>
              </a:ext>
            </a:extLst>
          </p:cNvPr>
          <p:cNvSpPr/>
          <p:nvPr userDrawn="1"/>
        </p:nvSpPr>
        <p:spPr>
          <a:xfrm>
            <a:off x="0" y="3639919"/>
            <a:ext cx="12192000" cy="3218081"/>
          </a:xfrm>
          <a:prstGeom prst="rect">
            <a:avLst/>
          </a:prstGeom>
          <a:solidFill>
            <a:schemeClr val="bg1">
              <a:lumMod val="95000"/>
            </a:schemeClr>
          </a:soli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grpSp>
        <p:nvGrpSpPr>
          <p:cNvPr id="22" name="c56e5c01-ced9-4439-a935-e40fe32a3a96">
            <a:extLst>
              <a:ext uri="{FF2B5EF4-FFF2-40B4-BE49-F238E27FC236}">
                <a16:creationId xmlns:a16="http://schemas.microsoft.com/office/drawing/2014/main" id="{CE2F18C0-FE5A-A5BD-7BA6-18AF8E3A7160}"/>
              </a:ext>
            </a:extLst>
          </p:cNvPr>
          <p:cNvGrpSpPr/>
          <p:nvPr userDrawn="1"/>
        </p:nvGrpSpPr>
        <p:grpSpPr>
          <a:xfrm>
            <a:off x="5137605" y="2649735"/>
            <a:ext cx="1958520" cy="1858468"/>
            <a:chOff x="4504642" y="1810983"/>
            <a:chExt cx="3224445" cy="3059722"/>
          </a:xfrm>
        </p:grpSpPr>
        <p:cxnSp>
          <p:nvCxnSpPr>
            <p:cNvPr id="23" name="Connecteur droit 22">
              <a:extLst>
                <a:ext uri="{FF2B5EF4-FFF2-40B4-BE49-F238E27FC236}">
                  <a16:creationId xmlns:a16="http://schemas.microsoft.com/office/drawing/2014/main" id="{293D5DEE-8075-7650-6A78-C049B47624CE}"/>
                </a:ext>
              </a:extLst>
            </p:cNvPr>
            <p:cNvCxnSpPr>
              <a:cxnSpLocks/>
            </p:cNvCxnSpPr>
            <p:nvPr/>
          </p:nvCxnSpPr>
          <p:spPr>
            <a:xfrm flipH="1">
              <a:off x="6096001" y="2972208"/>
              <a:ext cx="1633086" cy="456793"/>
            </a:xfrm>
            <a:prstGeom prst="line">
              <a:avLst/>
            </a:prstGeom>
            <a:noFill/>
            <a:ln w="25400" cap="rnd">
              <a:solidFill>
                <a:schemeClr val="bg1">
                  <a:lumMod val="85000"/>
                </a:schemeClr>
              </a:solidFill>
              <a:prstDash val="sysDot"/>
              <a:round/>
            </a:ln>
          </p:spPr>
        </p:cxnSp>
        <p:cxnSp>
          <p:nvCxnSpPr>
            <p:cNvPr id="24" name="Connecteur droit 23">
              <a:extLst>
                <a:ext uri="{FF2B5EF4-FFF2-40B4-BE49-F238E27FC236}">
                  <a16:creationId xmlns:a16="http://schemas.microsoft.com/office/drawing/2014/main" id="{4138DD00-1C3D-8FA9-C814-ECCDA67A8D06}"/>
                </a:ext>
              </a:extLst>
            </p:cNvPr>
            <p:cNvCxnSpPr>
              <a:cxnSpLocks/>
            </p:cNvCxnSpPr>
            <p:nvPr/>
          </p:nvCxnSpPr>
          <p:spPr>
            <a:xfrm flipH="1" flipV="1">
              <a:off x="6114221" y="3435251"/>
              <a:ext cx="1003784" cy="1435454"/>
            </a:xfrm>
            <a:prstGeom prst="line">
              <a:avLst/>
            </a:prstGeom>
            <a:noFill/>
            <a:ln w="25400" cap="rnd">
              <a:solidFill>
                <a:schemeClr val="bg1">
                  <a:lumMod val="75000"/>
                  <a:alpha val="80000"/>
                </a:schemeClr>
              </a:solidFill>
              <a:prstDash val="sysDot"/>
              <a:round/>
            </a:ln>
          </p:spPr>
        </p:cxnSp>
        <p:cxnSp>
          <p:nvCxnSpPr>
            <p:cNvPr id="29" name="Connecteur droit 28">
              <a:extLst>
                <a:ext uri="{FF2B5EF4-FFF2-40B4-BE49-F238E27FC236}">
                  <a16:creationId xmlns:a16="http://schemas.microsoft.com/office/drawing/2014/main" id="{5CA3DC2A-FBD5-5908-69EA-72B16F05728C}"/>
                </a:ext>
              </a:extLst>
            </p:cNvPr>
            <p:cNvCxnSpPr>
              <a:cxnSpLocks/>
            </p:cNvCxnSpPr>
            <p:nvPr/>
          </p:nvCxnSpPr>
          <p:spPr>
            <a:xfrm flipV="1">
              <a:off x="5136012" y="3422750"/>
              <a:ext cx="951371" cy="1447955"/>
            </a:xfrm>
            <a:prstGeom prst="line">
              <a:avLst/>
            </a:prstGeom>
            <a:noFill/>
            <a:ln w="25400" cap="rnd">
              <a:solidFill>
                <a:schemeClr val="bg1">
                  <a:lumMod val="75000"/>
                  <a:alpha val="80000"/>
                </a:schemeClr>
              </a:solidFill>
              <a:prstDash val="sysDot"/>
              <a:round/>
            </a:ln>
          </p:spPr>
        </p:cxnSp>
        <p:cxnSp>
          <p:nvCxnSpPr>
            <p:cNvPr id="31" name="Connecteur droit 30">
              <a:extLst>
                <a:ext uri="{FF2B5EF4-FFF2-40B4-BE49-F238E27FC236}">
                  <a16:creationId xmlns:a16="http://schemas.microsoft.com/office/drawing/2014/main" id="{619D32F4-A77A-A9D3-618A-A2A5219724B6}"/>
                </a:ext>
              </a:extLst>
            </p:cNvPr>
            <p:cNvCxnSpPr>
              <a:cxnSpLocks/>
            </p:cNvCxnSpPr>
            <p:nvPr/>
          </p:nvCxnSpPr>
          <p:spPr>
            <a:xfrm>
              <a:off x="4504642" y="2996512"/>
              <a:ext cx="1589788" cy="445339"/>
            </a:xfrm>
            <a:prstGeom prst="line">
              <a:avLst/>
            </a:prstGeom>
            <a:noFill/>
            <a:ln w="25400" cap="rnd">
              <a:solidFill>
                <a:schemeClr val="bg1">
                  <a:lumMod val="85000"/>
                </a:schemeClr>
              </a:solidFill>
              <a:prstDash val="sysDot"/>
              <a:round/>
            </a:ln>
          </p:spPr>
        </p:cxnSp>
        <p:cxnSp>
          <p:nvCxnSpPr>
            <p:cNvPr id="32" name="Connecteur droit 31">
              <a:extLst>
                <a:ext uri="{FF2B5EF4-FFF2-40B4-BE49-F238E27FC236}">
                  <a16:creationId xmlns:a16="http://schemas.microsoft.com/office/drawing/2014/main" id="{91856A9D-4363-5A83-1FE2-DD034CD3DD81}"/>
                </a:ext>
              </a:extLst>
            </p:cNvPr>
            <p:cNvCxnSpPr>
              <a:cxnSpLocks/>
            </p:cNvCxnSpPr>
            <p:nvPr/>
          </p:nvCxnSpPr>
          <p:spPr>
            <a:xfrm flipH="1">
              <a:off x="6104618" y="1810983"/>
              <a:ext cx="18389" cy="1630868"/>
            </a:xfrm>
            <a:prstGeom prst="line">
              <a:avLst/>
            </a:prstGeom>
            <a:noFill/>
            <a:ln w="25400" cap="rnd">
              <a:solidFill>
                <a:schemeClr val="bg1">
                  <a:lumMod val="85000"/>
                </a:schemeClr>
              </a:solidFill>
              <a:prstDash val="sysDot"/>
              <a:round/>
            </a:ln>
          </p:spPr>
        </p:cxnSp>
      </p:grpSp>
      <p:sp>
        <p:nvSpPr>
          <p:cNvPr id="33" name="b4aa551e-d1a7-4893-968d-f7ed394c4509">
            <a:extLst>
              <a:ext uri="{FF2B5EF4-FFF2-40B4-BE49-F238E27FC236}">
                <a16:creationId xmlns:a16="http://schemas.microsoft.com/office/drawing/2014/main" id="{28068C05-10C8-9B4F-24DC-5DD44CE79688}"/>
              </a:ext>
            </a:extLst>
          </p:cNvPr>
          <p:cNvSpPr/>
          <p:nvPr userDrawn="1"/>
        </p:nvSpPr>
        <p:spPr>
          <a:xfrm>
            <a:off x="5578510" y="1511904"/>
            <a:ext cx="1031840" cy="1032028"/>
          </a:xfrm>
          <a:custGeom>
            <a:avLst/>
            <a:gdLst>
              <a:gd name="connsiteX0" fmla="*/ 498931 w 994353"/>
              <a:gd name="connsiteY0" fmla="*/ 994534 h 994536"/>
              <a:gd name="connsiteX1" fmla="*/ 651637 w 994353"/>
              <a:gd name="connsiteY1" fmla="*/ 970160 h 994536"/>
              <a:gd name="connsiteX2" fmla="*/ 994350 w 994353"/>
              <a:gd name="connsiteY2" fmla="*/ 495606 h 994536"/>
              <a:gd name="connsiteX3" fmla="*/ 495607 w 994353"/>
              <a:gd name="connsiteY3" fmla="*/ 2 h 994536"/>
              <a:gd name="connsiteX4" fmla="*/ 3 w 994353"/>
              <a:gd name="connsiteY4" fmla="*/ 498930 h 994536"/>
              <a:gd name="connsiteX5" fmla="*/ 498931 w 994353"/>
              <a:gd name="connsiteY5" fmla="*/ 994534 h 994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4353" h="994536">
                <a:moveTo>
                  <a:pt x="498931" y="994534"/>
                </a:moveTo>
                <a:cubicBezTo>
                  <a:pt x="552110" y="994349"/>
                  <a:pt x="603443" y="985670"/>
                  <a:pt x="651637" y="970160"/>
                </a:cubicBezTo>
                <a:cubicBezTo>
                  <a:pt x="851430" y="904978"/>
                  <a:pt x="995089" y="716818"/>
                  <a:pt x="994350" y="495606"/>
                </a:cubicBezTo>
                <a:cubicBezTo>
                  <a:pt x="993612" y="221029"/>
                  <a:pt x="770184" y="-737"/>
                  <a:pt x="495607" y="2"/>
                </a:cubicBezTo>
                <a:cubicBezTo>
                  <a:pt x="220846" y="925"/>
                  <a:pt x="-920" y="224168"/>
                  <a:pt x="3" y="498930"/>
                </a:cubicBezTo>
                <a:cubicBezTo>
                  <a:pt x="741" y="773506"/>
                  <a:pt x="224170" y="995457"/>
                  <a:pt x="498931" y="994534"/>
                </a:cubicBezTo>
                <a:close/>
              </a:path>
            </a:pathLst>
          </a:custGeom>
          <a:solidFill>
            <a:schemeClr val="accent3"/>
          </a:solidFill>
          <a:ln w="18465" cap="flat">
            <a:noFill/>
            <a:prstDash val="solid"/>
            <a:miter/>
          </a:ln>
        </p:spPr>
        <p:txBody>
          <a:bodyPr rtlCol="0" anchor="ctr"/>
          <a:lstStyle/>
          <a:p>
            <a:endParaRPr lang="fr-FR"/>
          </a:p>
        </p:txBody>
      </p:sp>
      <p:sp>
        <p:nvSpPr>
          <p:cNvPr id="2" name="Titre 1">
            <a:extLst>
              <a:ext uri="{FF2B5EF4-FFF2-40B4-BE49-F238E27FC236}">
                <a16:creationId xmlns:a16="http://schemas.microsoft.com/office/drawing/2014/main" id="{0B3E612B-7586-F068-5191-7BA08DB66C09}"/>
              </a:ext>
            </a:extLst>
          </p:cNvPr>
          <p:cNvSpPr>
            <a:spLocks noGrp="1"/>
          </p:cNvSpPr>
          <p:nvPr userDrawn="1">
            <p:ph type="title" hasCustomPrompt="1"/>
          </p:nvPr>
        </p:nvSpPr>
        <p:spPr>
          <a:xfrm>
            <a:off x="731838" y="542925"/>
            <a:ext cx="2706688"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userDrawn="1">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userDrawn="1">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userDrawn="1">
            <p:ph type="body" sz="quarter" idx="13" hasCustomPrompt="1"/>
          </p:nvPr>
        </p:nvSpPr>
        <p:spPr>
          <a:xfrm>
            <a:off x="731837" y="966302"/>
            <a:ext cx="2706689" cy="313932"/>
          </a:xfrm>
        </p:spPr>
        <p:txBody>
          <a:bodyPr wrap="square">
            <a:spAutoFit/>
          </a:bodyPr>
          <a:lstStyle>
            <a:lvl1pPr marL="0" indent="0">
              <a:buNone/>
              <a:defRPr b="0"/>
            </a:lvl1pPr>
          </a:lstStyle>
          <a:p>
            <a:pPr lvl="0"/>
            <a:r>
              <a:rPr lang="fr-FR"/>
              <a:t>Subtitle of the slide</a:t>
            </a:r>
            <a:endParaRPr lang="fr-FR" dirty="0"/>
          </a:p>
        </p:txBody>
      </p:sp>
      <p:sp>
        <p:nvSpPr>
          <p:cNvPr id="6" name="Freeform 1">
            <a:extLst>
              <a:ext uri="{FF2B5EF4-FFF2-40B4-BE49-F238E27FC236}">
                <a16:creationId xmlns:a16="http://schemas.microsoft.com/office/drawing/2014/main" id="{63F3B991-24DB-2232-1DA6-8C338B51702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cxnSp>
        <p:nvCxnSpPr>
          <p:cNvPr id="9" name="Connecteur droit 8">
            <a:extLst>
              <a:ext uri="{FF2B5EF4-FFF2-40B4-BE49-F238E27FC236}">
                <a16:creationId xmlns:a16="http://schemas.microsoft.com/office/drawing/2014/main" id="{D29C8996-F6D0-986C-B8F3-D44BE8259B15}"/>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sp>
        <p:nvSpPr>
          <p:cNvPr id="13" name="ae71c7d6-9eba-4d37-a5db-e6ba71c23571">
            <a:extLst>
              <a:ext uri="{FF2B5EF4-FFF2-40B4-BE49-F238E27FC236}">
                <a16:creationId xmlns:a16="http://schemas.microsoft.com/office/drawing/2014/main" id="{610BBE01-C424-4E28-5389-F4BA509226C6}"/>
              </a:ext>
            </a:extLst>
          </p:cNvPr>
          <p:cNvSpPr>
            <a:spLocks noChangeAspect="1"/>
          </p:cNvSpPr>
          <p:nvPr userDrawn="1"/>
        </p:nvSpPr>
        <p:spPr>
          <a:xfrm>
            <a:off x="5295900" y="2849880"/>
            <a:ext cx="1600200" cy="1600200"/>
          </a:xfrm>
          <a:prstGeom prst="ellipse">
            <a:avLst/>
          </a:prstGeom>
          <a:solidFill>
            <a:schemeClr val="tx2"/>
          </a:solidFill>
          <a:ln w="38100"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dirty="0">
              <a:latin typeface="Source Sans Pro" panose="020B0503030403020204" pitchFamily="34" charset="77"/>
            </a:endParaRPr>
          </a:p>
        </p:txBody>
      </p:sp>
      <p:sp>
        <p:nvSpPr>
          <p:cNvPr id="17" name="Espace réservé du texte 5">
            <a:extLst>
              <a:ext uri="{FF2B5EF4-FFF2-40B4-BE49-F238E27FC236}">
                <a16:creationId xmlns:a16="http://schemas.microsoft.com/office/drawing/2014/main" id="{1D66E11D-60EA-4521-94E4-87DF166D74D5}"/>
              </a:ext>
            </a:extLst>
          </p:cNvPr>
          <p:cNvSpPr>
            <a:spLocks noGrp="1"/>
          </p:cNvSpPr>
          <p:nvPr>
            <p:ph type="body" sz="quarter" idx="30" hasCustomPrompt="1"/>
          </p:nvPr>
        </p:nvSpPr>
        <p:spPr>
          <a:xfrm>
            <a:off x="8228366" y="2917469"/>
            <a:ext cx="2992084" cy="516552"/>
          </a:xfrm>
        </p:spPr>
        <p:txBody>
          <a:bodyPr wrap="square" anchor="ctr" anchorCtr="0">
            <a:spAutoFit/>
          </a:bodyPr>
          <a:lstStyle>
            <a:lvl2pPr marL="174625" indent="-174625">
              <a:buFont typeface="Source Sans Pro" panose="020B0503030403020204" pitchFamily="34" charset="0"/>
              <a:buChar char=" "/>
              <a:defRPr/>
            </a:lvl2pPr>
            <a:lvl3pPr marL="174625" indent="-174625">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18" name="Espace réservé du texte 5">
            <a:extLst>
              <a:ext uri="{FF2B5EF4-FFF2-40B4-BE49-F238E27FC236}">
                <a16:creationId xmlns:a16="http://schemas.microsoft.com/office/drawing/2014/main" id="{EA9F77C1-3452-13B2-8AAD-8A0E672E9A49}"/>
              </a:ext>
            </a:extLst>
          </p:cNvPr>
          <p:cNvSpPr>
            <a:spLocks noGrp="1"/>
          </p:cNvSpPr>
          <p:nvPr>
            <p:ph type="body" sz="quarter" idx="31" hasCustomPrompt="1"/>
          </p:nvPr>
        </p:nvSpPr>
        <p:spPr>
          <a:xfrm>
            <a:off x="7605924" y="4806122"/>
            <a:ext cx="2992084" cy="516552"/>
          </a:xfrm>
        </p:spPr>
        <p:txBody>
          <a:bodyPr wrap="square" anchor="ctr" anchorCtr="0">
            <a:spAutoFit/>
          </a:bodyPr>
          <a:lstStyle>
            <a:lvl2pPr marL="147638" indent="-147638">
              <a:buFont typeface="Source Sans Pro" panose="020B0503030403020204" pitchFamily="34" charset="0"/>
              <a:buChar char=" "/>
              <a:defRPr/>
            </a:lvl2pPr>
            <a:lvl3pPr marL="147638" indent="-147638">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19" name="Espace réservé du texte 5">
            <a:extLst>
              <a:ext uri="{FF2B5EF4-FFF2-40B4-BE49-F238E27FC236}">
                <a16:creationId xmlns:a16="http://schemas.microsoft.com/office/drawing/2014/main" id="{CBDE7918-8E07-B69E-F0AA-C255573824F3}"/>
              </a:ext>
            </a:extLst>
          </p:cNvPr>
          <p:cNvSpPr>
            <a:spLocks noGrp="1"/>
          </p:cNvSpPr>
          <p:nvPr>
            <p:ph type="body" sz="quarter" idx="32" hasCustomPrompt="1"/>
          </p:nvPr>
        </p:nvSpPr>
        <p:spPr>
          <a:xfrm>
            <a:off x="731837" y="2917469"/>
            <a:ext cx="3241323" cy="516552"/>
          </a:xfrm>
        </p:spPr>
        <p:txBody>
          <a:bodyPr wrap="square" rIns="180000" anchor="ctr" anchorCtr="0">
            <a:spAutoFit/>
          </a:bodyPr>
          <a:lstStyle>
            <a:lvl2pPr marL="180975" indent="-90488" algn="r">
              <a:buFont typeface="Source Sans Pro" panose="020B0503030403020204" pitchFamily="34" charset="0"/>
              <a:buChar char=" "/>
              <a:defRPr/>
            </a:lvl2pPr>
            <a:lvl3pPr marL="147638" indent="0" algn="r">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20" name="Espace réservé du texte 5">
            <a:extLst>
              <a:ext uri="{FF2B5EF4-FFF2-40B4-BE49-F238E27FC236}">
                <a16:creationId xmlns:a16="http://schemas.microsoft.com/office/drawing/2014/main" id="{6EA7B52A-D6E4-ECD8-8606-5FC4786EA048}"/>
              </a:ext>
            </a:extLst>
          </p:cNvPr>
          <p:cNvSpPr>
            <a:spLocks noGrp="1"/>
          </p:cNvSpPr>
          <p:nvPr>
            <p:ph type="body" sz="quarter" idx="33" hasCustomPrompt="1"/>
          </p:nvPr>
        </p:nvSpPr>
        <p:spPr>
          <a:xfrm>
            <a:off x="1342725" y="4806122"/>
            <a:ext cx="3241323" cy="516552"/>
          </a:xfrm>
        </p:spPr>
        <p:txBody>
          <a:bodyPr wrap="square" rIns="180000" anchor="ctr" anchorCtr="0">
            <a:spAutoFit/>
          </a:bodyPr>
          <a:lstStyle>
            <a:lvl2pPr marL="180975" indent="-90488" algn="r">
              <a:buFont typeface="Source Sans Pro" panose="020B0503030403020204" pitchFamily="34" charset="0"/>
              <a:buChar char=" "/>
              <a:defRPr/>
            </a:lvl2pPr>
            <a:lvl3pPr marL="147638" indent="0" algn="r">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21" name="Espace réservé du texte 5">
            <a:extLst>
              <a:ext uri="{FF2B5EF4-FFF2-40B4-BE49-F238E27FC236}">
                <a16:creationId xmlns:a16="http://schemas.microsoft.com/office/drawing/2014/main" id="{373CA7D6-7CE6-013E-20A9-50F6CC2E3AD0}"/>
              </a:ext>
            </a:extLst>
          </p:cNvPr>
          <p:cNvSpPr>
            <a:spLocks noGrp="1"/>
          </p:cNvSpPr>
          <p:nvPr>
            <p:ph type="body" sz="quarter" idx="34" hasCustomPrompt="1"/>
          </p:nvPr>
        </p:nvSpPr>
        <p:spPr>
          <a:xfrm>
            <a:off x="5416168" y="3649980"/>
            <a:ext cx="1358056" cy="513539"/>
          </a:xfrm>
        </p:spPr>
        <p:txBody>
          <a:bodyPr wrap="square" rIns="108000" anchor="ctr" anchorCtr="0">
            <a:spAutoFit/>
          </a:bodyPr>
          <a:lstStyle>
            <a:lvl2pPr marL="180975" indent="-90488" algn="ctr">
              <a:lnSpc>
                <a:spcPct val="80000"/>
              </a:lnSpc>
              <a:spcBef>
                <a:spcPts val="0"/>
              </a:spcBef>
              <a:buFont typeface="Source Sans Pro" panose="020B0503030403020204" pitchFamily="34" charset="0"/>
              <a:buChar char=" "/>
              <a:defRPr>
                <a:solidFill>
                  <a:schemeClr val="bg1"/>
                </a:solidFill>
              </a:defRPr>
            </a:lvl2pPr>
            <a:lvl3pPr marL="147638" indent="0" algn="ctr">
              <a:lnSpc>
                <a:spcPct val="80000"/>
              </a:lnSpc>
              <a:spcBef>
                <a:spcPts val="0"/>
              </a:spcBef>
              <a:buFont typeface="Source Sans Pro" panose="020B0503030403020204" pitchFamily="34" charset="0"/>
              <a:buChar char=" "/>
              <a:defRPr sz="1000">
                <a:solidFill>
                  <a:schemeClr val="bg1"/>
                </a:solidFill>
              </a:defRPr>
            </a:lvl3pPr>
          </a:lstStyle>
          <a:p>
            <a:pPr lvl="1"/>
            <a:r>
              <a:rPr lang="fr-FR"/>
              <a:t>Your text</a:t>
            </a:r>
          </a:p>
          <a:p>
            <a:pPr lvl="2"/>
            <a:r>
              <a:rPr lang="fr-FR"/>
              <a:t>Complementary text</a:t>
            </a:r>
            <a:endParaRPr lang="en-US" dirty="0"/>
          </a:p>
        </p:txBody>
      </p:sp>
      <p:sp>
        <p:nvSpPr>
          <p:cNvPr id="25" name="Espace réservé pour une image  24">
            <a:extLst>
              <a:ext uri="{FF2B5EF4-FFF2-40B4-BE49-F238E27FC236}">
                <a16:creationId xmlns:a16="http://schemas.microsoft.com/office/drawing/2014/main" id="{23CADAFB-20A3-EDFE-5923-A2D2DBE5D52A}"/>
              </a:ext>
            </a:extLst>
          </p:cNvPr>
          <p:cNvSpPr>
            <a:spLocks noGrp="1"/>
          </p:cNvSpPr>
          <p:nvPr>
            <p:ph type="pic" sz="quarter" idx="14" hasCustomPrompt="1"/>
          </p:nvPr>
        </p:nvSpPr>
        <p:spPr>
          <a:xfrm>
            <a:off x="5851473" y="1784962"/>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30" name="Espace réservé pour une image  29">
            <a:extLst>
              <a:ext uri="{FF2B5EF4-FFF2-40B4-BE49-F238E27FC236}">
                <a16:creationId xmlns:a16="http://schemas.microsoft.com/office/drawing/2014/main" id="{AE5A65C2-B7FD-C3BF-98C2-1C254F473E1D}"/>
              </a:ext>
            </a:extLst>
          </p:cNvPr>
          <p:cNvSpPr>
            <a:spLocks noGrp="1"/>
          </p:cNvSpPr>
          <p:nvPr>
            <p:ph type="pic" sz="quarter" idx="38" hasCustomPrompt="1"/>
          </p:nvPr>
        </p:nvSpPr>
        <p:spPr>
          <a:xfrm>
            <a:off x="5853043" y="3131184"/>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34" name="f6657553-9552-43f6-866f-c4a2feacf02a">
            <a:extLst>
              <a:ext uri="{FF2B5EF4-FFF2-40B4-BE49-F238E27FC236}">
                <a16:creationId xmlns:a16="http://schemas.microsoft.com/office/drawing/2014/main" id="{21EE835C-1C4D-CF1F-EF67-6660B939AACD}"/>
              </a:ext>
            </a:extLst>
          </p:cNvPr>
          <p:cNvSpPr/>
          <p:nvPr userDrawn="1"/>
        </p:nvSpPr>
        <p:spPr>
          <a:xfrm>
            <a:off x="4591600" y="4548368"/>
            <a:ext cx="1032026" cy="1032060"/>
          </a:xfrm>
          <a:custGeom>
            <a:avLst/>
            <a:gdLst>
              <a:gd name="connsiteX0" fmla="*/ 94121 w 994534"/>
              <a:gd name="connsiteY0" fmla="*/ 206204 h 994567"/>
              <a:gd name="connsiteX1" fmla="*/ 206204 w 994534"/>
              <a:gd name="connsiteY1" fmla="*/ 900308 h 994567"/>
              <a:gd name="connsiteX2" fmla="*/ 651953 w 994534"/>
              <a:gd name="connsiteY2" fmla="*/ 969922 h 994567"/>
              <a:gd name="connsiteX3" fmla="*/ 900493 w 994534"/>
              <a:gd name="connsiteY3" fmla="*/ 788410 h 994567"/>
              <a:gd name="connsiteX4" fmla="*/ 788410 w 994534"/>
              <a:gd name="connsiteY4" fmla="*/ 94121 h 994567"/>
              <a:gd name="connsiteX5" fmla="*/ 94121 w 994534"/>
              <a:gd name="connsiteY5" fmla="*/ 206204 h 994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4534" h="994567">
                <a:moveTo>
                  <a:pt x="94121" y="206204"/>
                </a:moveTo>
                <a:cubicBezTo>
                  <a:pt x="-66710" y="428894"/>
                  <a:pt x="-16301" y="739662"/>
                  <a:pt x="206204" y="900308"/>
                </a:cubicBezTo>
                <a:cubicBezTo>
                  <a:pt x="340077" y="997066"/>
                  <a:pt x="506078" y="1017562"/>
                  <a:pt x="651953" y="969922"/>
                </a:cubicBezTo>
                <a:cubicBezTo>
                  <a:pt x="748710" y="938346"/>
                  <a:pt x="836419" y="877042"/>
                  <a:pt x="900493" y="788410"/>
                </a:cubicBezTo>
                <a:cubicBezTo>
                  <a:pt x="1061140" y="565720"/>
                  <a:pt x="1010915" y="254952"/>
                  <a:pt x="788410" y="94121"/>
                </a:cubicBezTo>
                <a:cubicBezTo>
                  <a:pt x="565536" y="-66710"/>
                  <a:pt x="254952" y="-16301"/>
                  <a:pt x="94121" y="206204"/>
                </a:cubicBezTo>
                <a:close/>
              </a:path>
            </a:pathLst>
          </a:custGeom>
          <a:solidFill>
            <a:schemeClr val="accent3"/>
          </a:solidFill>
          <a:ln w="18465" cap="flat">
            <a:noFill/>
            <a:prstDash val="solid"/>
            <a:miter/>
          </a:ln>
        </p:spPr>
        <p:txBody>
          <a:bodyPr rtlCol="0" anchor="ctr"/>
          <a:lstStyle/>
          <a:p>
            <a:endParaRPr lang="fr-FR"/>
          </a:p>
        </p:txBody>
      </p:sp>
      <p:sp>
        <p:nvSpPr>
          <p:cNvPr id="35" name="1b6c805d-4d88-4a29-84ce-0a781dabdb23">
            <a:extLst>
              <a:ext uri="{FF2B5EF4-FFF2-40B4-BE49-F238E27FC236}">
                <a16:creationId xmlns:a16="http://schemas.microsoft.com/office/drawing/2014/main" id="{611943E2-3EA3-305E-993D-336DCE5F7D6F}"/>
              </a:ext>
            </a:extLst>
          </p:cNvPr>
          <p:cNvSpPr/>
          <p:nvPr userDrawn="1"/>
        </p:nvSpPr>
        <p:spPr>
          <a:xfrm>
            <a:off x="3972127" y="2659535"/>
            <a:ext cx="1032228" cy="1032420"/>
          </a:xfrm>
          <a:custGeom>
            <a:avLst/>
            <a:gdLst>
              <a:gd name="connsiteX0" fmla="*/ 344657 w 994727"/>
              <a:gd name="connsiteY0" fmla="*/ 970711 h 994913"/>
              <a:gd name="connsiteX1" fmla="*/ 651363 w 994727"/>
              <a:gd name="connsiteY1" fmla="*/ 970342 h 994913"/>
              <a:gd name="connsiteX2" fmla="*/ 970625 w 994727"/>
              <a:gd name="connsiteY2" fmla="*/ 650157 h 994913"/>
              <a:gd name="connsiteX3" fmla="*/ 650255 w 994727"/>
              <a:gd name="connsiteY3" fmla="*/ 24189 h 994913"/>
              <a:gd name="connsiteX4" fmla="*/ 24102 w 994727"/>
              <a:gd name="connsiteY4" fmla="*/ 344559 h 994913"/>
              <a:gd name="connsiteX5" fmla="*/ 344472 w 994727"/>
              <a:gd name="connsiteY5" fmla="*/ 970527 h 994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4727" h="994913">
                <a:moveTo>
                  <a:pt x="344657" y="970711"/>
                </a:moveTo>
                <a:cubicBezTo>
                  <a:pt x="448431" y="1004318"/>
                  <a:pt x="555344" y="1001733"/>
                  <a:pt x="651363" y="970342"/>
                </a:cubicBezTo>
                <a:cubicBezTo>
                  <a:pt x="797607" y="922702"/>
                  <a:pt x="919846" y="807849"/>
                  <a:pt x="970625" y="650157"/>
                </a:cubicBezTo>
                <a:cubicBezTo>
                  <a:pt x="1054826" y="388875"/>
                  <a:pt x="911352" y="108574"/>
                  <a:pt x="650255" y="24189"/>
                </a:cubicBezTo>
                <a:cubicBezTo>
                  <a:pt x="388789" y="-60197"/>
                  <a:pt x="108488" y="83277"/>
                  <a:pt x="24102" y="344559"/>
                </a:cubicBezTo>
                <a:cubicBezTo>
                  <a:pt x="-60099" y="605840"/>
                  <a:pt x="83375" y="886141"/>
                  <a:pt x="344472" y="970527"/>
                </a:cubicBezTo>
                <a:close/>
              </a:path>
            </a:pathLst>
          </a:custGeom>
          <a:solidFill>
            <a:schemeClr val="accent3"/>
          </a:solidFill>
          <a:ln w="18465" cap="flat">
            <a:noFill/>
            <a:prstDash val="solid"/>
            <a:miter/>
          </a:ln>
        </p:spPr>
        <p:txBody>
          <a:bodyPr rtlCol="0" anchor="ctr"/>
          <a:lstStyle/>
          <a:p>
            <a:endParaRPr lang="fr-FR"/>
          </a:p>
        </p:txBody>
      </p:sp>
      <p:sp>
        <p:nvSpPr>
          <p:cNvPr id="36" name="e77ef643-5674-4fc3-a003-cb7c20032c38">
            <a:extLst>
              <a:ext uri="{FF2B5EF4-FFF2-40B4-BE49-F238E27FC236}">
                <a16:creationId xmlns:a16="http://schemas.microsoft.com/office/drawing/2014/main" id="{7D0730D1-BC9E-5250-56D5-5FB089BE8B1E}"/>
              </a:ext>
            </a:extLst>
          </p:cNvPr>
          <p:cNvSpPr/>
          <p:nvPr userDrawn="1"/>
        </p:nvSpPr>
        <p:spPr>
          <a:xfrm>
            <a:off x="6581174" y="4548281"/>
            <a:ext cx="1032194" cy="1032234"/>
          </a:xfrm>
          <a:custGeom>
            <a:avLst/>
            <a:gdLst>
              <a:gd name="connsiteX0" fmla="*/ 204398 w 994693"/>
              <a:gd name="connsiteY0" fmla="*/ 95453 h 994732"/>
              <a:gd name="connsiteX1" fmla="*/ 95453 w 994693"/>
              <a:gd name="connsiteY1" fmla="*/ 790296 h 994732"/>
              <a:gd name="connsiteX2" fmla="*/ 651439 w 994693"/>
              <a:gd name="connsiteY2" fmla="*/ 970331 h 994732"/>
              <a:gd name="connsiteX3" fmla="*/ 790296 w 994693"/>
              <a:gd name="connsiteY3" fmla="*/ 899240 h 994732"/>
              <a:gd name="connsiteX4" fmla="*/ 899241 w 994693"/>
              <a:gd name="connsiteY4" fmla="*/ 204397 h 994732"/>
              <a:gd name="connsiteX5" fmla="*/ 204398 w 994693"/>
              <a:gd name="connsiteY5" fmla="*/ 95453 h 99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4693" h="994732">
                <a:moveTo>
                  <a:pt x="204398" y="95453"/>
                </a:moveTo>
                <a:cubicBezTo>
                  <a:pt x="-17553" y="257208"/>
                  <a:pt x="-66301" y="568345"/>
                  <a:pt x="95453" y="790296"/>
                </a:cubicBezTo>
                <a:cubicBezTo>
                  <a:pt x="225632" y="968854"/>
                  <a:pt x="452200" y="1035328"/>
                  <a:pt x="651439" y="970331"/>
                </a:cubicBezTo>
                <a:cubicBezTo>
                  <a:pt x="699817" y="954451"/>
                  <a:pt x="746718" y="930815"/>
                  <a:pt x="790296" y="899240"/>
                </a:cubicBezTo>
                <a:cubicBezTo>
                  <a:pt x="1012247" y="737486"/>
                  <a:pt x="1060995" y="426533"/>
                  <a:pt x="899241" y="204397"/>
                </a:cubicBezTo>
                <a:cubicBezTo>
                  <a:pt x="737486" y="-17553"/>
                  <a:pt x="426348" y="-66301"/>
                  <a:pt x="204398" y="95453"/>
                </a:cubicBezTo>
                <a:close/>
              </a:path>
            </a:pathLst>
          </a:custGeom>
          <a:solidFill>
            <a:schemeClr val="accent3"/>
          </a:solidFill>
          <a:ln w="18465" cap="flat">
            <a:noFill/>
            <a:prstDash val="solid"/>
            <a:miter/>
          </a:ln>
        </p:spPr>
        <p:txBody>
          <a:bodyPr rtlCol="0" anchor="ctr"/>
          <a:lstStyle/>
          <a:p>
            <a:endParaRPr lang="fr-FR"/>
          </a:p>
        </p:txBody>
      </p:sp>
      <p:sp>
        <p:nvSpPr>
          <p:cNvPr id="37" name="80674358-f011-4083-9347-7124b3e49ed9">
            <a:extLst>
              <a:ext uri="{FF2B5EF4-FFF2-40B4-BE49-F238E27FC236}">
                <a16:creationId xmlns:a16="http://schemas.microsoft.com/office/drawing/2014/main" id="{FC7DF4D9-2CD7-8F3B-A034-794FA5C13993}"/>
              </a:ext>
            </a:extLst>
          </p:cNvPr>
          <p:cNvSpPr/>
          <p:nvPr userDrawn="1"/>
        </p:nvSpPr>
        <p:spPr>
          <a:xfrm>
            <a:off x="7191471" y="2659535"/>
            <a:ext cx="1033764" cy="1035814"/>
          </a:xfrm>
          <a:custGeom>
            <a:avLst/>
            <a:gdLst>
              <a:gd name="connsiteX0" fmla="*/ 342095 w 996207"/>
              <a:gd name="connsiteY0" fmla="*/ 24794 h 998185"/>
              <a:gd name="connsiteX1" fmla="*/ 25049 w 996207"/>
              <a:gd name="connsiteY1" fmla="*/ 652424 h 998185"/>
              <a:gd name="connsiteX2" fmla="*/ 25419 w 996207"/>
              <a:gd name="connsiteY2" fmla="*/ 653347 h 998185"/>
              <a:gd name="connsiteX3" fmla="*/ 25972 w 996207"/>
              <a:gd name="connsiteY3" fmla="*/ 655009 h 998185"/>
              <a:gd name="connsiteX4" fmla="*/ 653048 w 996207"/>
              <a:gd name="connsiteY4" fmla="*/ 973532 h 998185"/>
              <a:gd name="connsiteX5" fmla="*/ 971572 w 996207"/>
              <a:gd name="connsiteY5" fmla="*/ 346641 h 998185"/>
              <a:gd name="connsiteX6" fmla="*/ 971203 w 996207"/>
              <a:gd name="connsiteY6" fmla="*/ 345164 h 998185"/>
              <a:gd name="connsiteX7" fmla="*/ 970095 w 996207"/>
              <a:gd name="connsiteY7" fmla="*/ 342025 h 998185"/>
              <a:gd name="connsiteX8" fmla="*/ 342465 w 996207"/>
              <a:gd name="connsiteY8" fmla="*/ 24979 h 998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6207" h="998185">
                <a:moveTo>
                  <a:pt x="342095" y="24794"/>
                </a:moveTo>
                <a:cubicBezTo>
                  <a:pt x="81183" y="110472"/>
                  <a:pt x="-60814" y="391511"/>
                  <a:pt x="25049" y="652424"/>
                </a:cubicBezTo>
                <a:lnTo>
                  <a:pt x="25419" y="653347"/>
                </a:lnTo>
                <a:lnTo>
                  <a:pt x="25972" y="655009"/>
                </a:lnTo>
                <a:cubicBezTo>
                  <a:pt x="111281" y="916291"/>
                  <a:pt x="391952" y="1058657"/>
                  <a:pt x="653048" y="973532"/>
                </a:cubicBezTo>
                <a:cubicBezTo>
                  <a:pt x="914145" y="888408"/>
                  <a:pt x="1056696" y="607738"/>
                  <a:pt x="971572" y="346641"/>
                </a:cubicBezTo>
                <a:lnTo>
                  <a:pt x="971203" y="345164"/>
                </a:lnTo>
                <a:lnTo>
                  <a:pt x="970095" y="342025"/>
                </a:lnTo>
                <a:cubicBezTo>
                  <a:pt x="884417" y="81113"/>
                  <a:pt x="603192" y="-60699"/>
                  <a:pt x="342465" y="24979"/>
                </a:cubicBezTo>
                <a:close/>
              </a:path>
            </a:pathLst>
          </a:custGeom>
          <a:solidFill>
            <a:schemeClr val="accent3"/>
          </a:solidFill>
          <a:ln w="18465" cap="flat">
            <a:noFill/>
            <a:prstDash val="solid"/>
            <a:miter/>
          </a:ln>
        </p:spPr>
        <p:txBody>
          <a:bodyPr rtlCol="0" anchor="ctr"/>
          <a:lstStyle/>
          <a:p>
            <a:endParaRPr lang="fr-FR"/>
          </a:p>
        </p:txBody>
      </p:sp>
      <p:sp>
        <p:nvSpPr>
          <p:cNvPr id="26" name="Espace réservé pour une image  25">
            <a:extLst>
              <a:ext uri="{FF2B5EF4-FFF2-40B4-BE49-F238E27FC236}">
                <a16:creationId xmlns:a16="http://schemas.microsoft.com/office/drawing/2014/main" id="{D7D6660E-D3E4-F3E5-77DD-2868C5B0C5A6}"/>
              </a:ext>
            </a:extLst>
          </p:cNvPr>
          <p:cNvSpPr>
            <a:spLocks noGrp="1"/>
          </p:cNvSpPr>
          <p:nvPr>
            <p:ph type="pic" sz="quarter" idx="35" hasCustomPrompt="1"/>
          </p:nvPr>
        </p:nvSpPr>
        <p:spPr>
          <a:xfrm>
            <a:off x="7465396" y="2932789"/>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27" name="Espace réservé pour une image  26">
            <a:extLst>
              <a:ext uri="{FF2B5EF4-FFF2-40B4-BE49-F238E27FC236}">
                <a16:creationId xmlns:a16="http://schemas.microsoft.com/office/drawing/2014/main" id="{7C9D6FE4-B7FC-8C31-8CD3-0631A2DD40D9}"/>
              </a:ext>
            </a:extLst>
          </p:cNvPr>
          <p:cNvSpPr>
            <a:spLocks noGrp="1"/>
          </p:cNvSpPr>
          <p:nvPr>
            <p:ph type="pic" sz="quarter" idx="36" hasCustomPrompt="1"/>
          </p:nvPr>
        </p:nvSpPr>
        <p:spPr>
          <a:xfrm>
            <a:off x="4864656" y="4821442"/>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28" name="Espace réservé pour une image  27">
            <a:extLst>
              <a:ext uri="{FF2B5EF4-FFF2-40B4-BE49-F238E27FC236}">
                <a16:creationId xmlns:a16="http://schemas.microsoft.com/office/drawing/2014/main" id="{15AB2113-852E-5278-41D7-815594E6F638}"/>
              </a:ext>
            </a:extLst>
          </p:cNvPr>
          <p:cNvSpPr>
            <a:spLocks noGrp="1"/>
          </p:cNvSpPr>
          <p:nvPr>
            <p:ph type="pic" sz="quarter" idx="37" hasCustomPrompt="1"/>
          </p:nvPr>
        </p:nvSpPr>
        <p:spPr>
          <a:xfrm>
            <a:off x="6854314" y="4821442"/>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38" name="Espace réservé pour une image  24">
            <a:extLst>
              <a:ext uri="{FF2B5EF4-FFF2-40B4-BE49-F238E27FC236}">
                <a16:creationId xmlns:a16="http://schemas.microsoft.com/office/drawing/2014/main" id="{FF90D71D-3EC2-1F4A-23AD-17EF68D14585}"/>
              </a:ext>
            </a:extLst>
          </p:cNvPr>
          <p:cNvSpPr>
            <a:spLocks noGrp="1"/>
          </p:cNvSpPr>
          <p:nvPr>
            <p:ph type="pic" sz="quarter" idx="39" hasCustomPrompt="1"/>
          </p:nvPr>
        </p:nvSpPr>
        <p:spPr>
          <a:xfrm>
            <a:off x="4245284" y="2932789"/>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39" name="Espace réservé du texte 5">
            <a:extLst>
              <a:ext uri="{FF2B5EF4-FFF2-40B4-BE49-F238E27FC236}">
                <a16:creationId xmlns:a16="http://schemas.microsoft.com/office/drawing/2014/main" id="{5FE0073B-F4F3-27F9-9C1F-463DAE574B62}"/>
              </a:ext>
            </a:extLst>
          </p:cNvPr>
          <p:cNvSpPr>
            <a:spLocks noGrp="1"/>
          </p:cNvSpPr>
          <p:nvPr>
            <p:ph type="body" sz="quarter" idx="40" hasCustomPrompt="1"/>
          </p:nvPr>
        </p:nvSpPr>
        <p:spPr>
          <a:xfrm>
            <a:off x="4445035" y="772559"/>
            <a:ext cx="3298790" cy="516552"/>
          </a:xfrm>
        </p:spPr>
        <p:txBody>
          <a:bodyPr wrap="square" rIns="108000" anchor="ctr" anchorCtr="0">
            <a:spAutoFit/>
          </a:bodyPr>
          <a:lstStyle>
            <a:lvl2pPr marL="180975" indent="-90488" algn="ctr">
              <a:buFont typeface="Source Sans Pro" panose="020B0503030403020204" pitchFamily="34" charset="0"/>
              <a:buChar char=" "/>
              <a:defRPr/>
            </a:lvl2pPr>
            <a:lvl3pPr marL="147638" indent="0" algn="ctr">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Tree>
    <p:extLst>
      <p:ext uri="{BB962C8B-B14F-4D97-AF65-F5344CB8AC3E}">
        <p14:creationId xmlns:p14="http://schemas.microsoft.com/office/powerpoint/2010/main" val="40440796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x6 wheel">
    <p:spTree>
      <p:nvGrpSpPr>
        <p:cNvPr id="1" name=""/>
        <p:cNvGrpSpPr/>
        <p:nvPr/>
      </p:nvGrpSpPr>
      <p:grpSpPr>
        <a:xfrm>
          <a:off x="0" y="0"/>
          <a:ext cx="0" cy="0"/>
          <a:chOff x="0" y="0"/>
          <a:chExt cx="0" cy="0"/>
        </a:xfrm>
      </p:grpSpPr>
      <p:sp>
        <p:nvSpPr>
          <p:cNvPr id="5" name="373032b6-e5b6-473a-8902-66189b515315">
            <a:extLst>
              <a:ext uri="{FF2B5EF4-FFF2-40B4-BE49-F238E27FC236}">
                <a16:creationId xmlns:a16="http://schemas.microsoft.com/office/drawing/2014/main" id="{FCF3A165-CAF0-0BA7-A3F5-623AC8CBF876}"/>
              </a:ext>
            </a:extLst>
          </p:cNvPr>
          <p:cNvSpPr/>
          <p:nvPr userDrawn="1"/>
        </p:nvSpPr>
        <p:spPr>
          <a:xfrm>
            <a:off x="0" y="3639919"/>
            <a:ext cx="12192000" cy="3218081"/>
          </a:xfrm>
          <a:prstGeom prst="rect">
            <a:avLst/>
          </a:prstGeom>
          <a:solidFill>
            <a:schemeClr val="bg1">
              <a:lumMod val="95000"/>
            </a:schemeClr>
          </a:soli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dirty="0">
              <a:ln>
                <a:noFill/>
              </a:ln>
              <a:solidFill>
                <a:prstClr val="white"/>
              </a:solidFill>
              <a:effectLst/>
              <a:uLnTx/>
              <a:uFillTx/>
              <a:latin typeface="Source Sans Pro"/>
              <a:ea typeface="+mn-ea"/>
              <a:cs typeface="+mn-cs"/>
            </a:endParaRPr>
          </a:p>
        </p:txBody>
      </p:sp>
      <p:grpSp>
        <p:nvGrpSpPr>
          <p:cNvPr id="8" name="f0339f9d-7461-4433-bc7b-aa1fba19d426">
            <a:extLst>
              <a:ext uri="{FF2B5EF4-FFF2-40B4-BE49-F238E27FC236}">
                <a16:creationId xmlns:a16="http://schemas.microsoft.com/office/drawing/2014/main" id="{FD81C133-CBB9-5984-68AF-9FD055E8627D}"/>
              </a:ext>
            </a:extLst>
          </p:cNvPr>
          <p:cNvGrpSpPr/>
          <p:nvPr userDrawn="1"/>
        </p:nvGrpSpPr>
        <p:grpSpPr>
          <a:xfrm flipV="1">
            <a:off x="5521097" y="3629858"/>
            <a:ext cx="1203857" cy="963938"/>
            <a:chOff x="5521097" y="2438257"/>
            <a:chExt cx="1203857" cy="963938"/>
          </a:xfrm>
        </p:grpSpPr>
        <p:cxnSp>
          <p:nvCxnSpPr>
            <p:cNvPr id="10" name="Connecteur droit 9">
              <a:extLst>
                <a:ext uri="{FF2B5EF4-FFF2-40B4-BE49-F238E27FC236}">
                  <a16:creationId xmlns:a16="http://schemas.microsoft.com/office/drawing/2014/main" id="{18DF02B3-8F82-B3D6-79FA-0C5F732EC182}"/>
                </a:ext>
              </a:extLst>
            </p:cNvPr>
            <p:cNvCxnSpPr>
              <a:cxnSpLocks/>
            </p:cNvCxnSpPr>
            <p:nvPr/>
          </p:nvCxnSpPr>
          <p:spPr>
            <a:xfrm flipH="1">
              <a:off x="6104192" y="2438257"/>
              <a:ext cx="620762" cy="956133"/>
            </a:xfrm>
            <a:prstGeom prst="line">
              <a:avLst/>
            </a:prstGeom>
            <a:noFill/>
            <a:ln w="25400" cap="rnd">
              <a:solidFill>
                <a:schemeClr val="bg1">
                  <a:lumMod val="75000"/>
                </a:schemeClr>
              </a:solidFill>
              <a:prstDash val="sysDot"/>
              <a:round/>
            </a:ln>
          </p:spPr>
        </p:cxnSp>
        <p:cxnSp>
          <p:nvCxnSpPr>
            <p:cNvPr id="11" name="Connecteur droit 10">
              <a:extLst>
                <a:ext uri="{FF2B5EF4-FFF2-40B4-BE49-F238E27FC236}">
                  <a16:creationId xmlns:a16="http://schemas.microsoft.com/office/drawing/2014/main" id="{0A580835-3742-1411-3FA6-56ADD7C52740}"/>
                </a:ext>
              </a:extLst>
            </p:cNvPr>
            <p:cNvCxnSpPr>
              <a:cxnSpLocks/>
            </p:cNvCxnSpPr>
            <p:nvPr/>
          </p:nvCxnSpPr>
          <p:spPr>
            <a:xfrm>
              <a:off x="5521097" y="2438257"/>
              <a:ext cx="588329" cy="963938"/>
            </a:xfrm>
            <a:prstGeom prst="line">
              <a:avLst/>
            </a:prstGeom>
            <a:noFill/>
            <a:ln w="25400" cap="rnd">
              <a:solidFill>
                <a:schemeClr val="bg1">
                  <a:lumMod val="75000"/>
                </a:schemeClr>
              </a:solidFill>
              <a:prstDash val="sysDot"/>
              <a:round/>
            </a:ln>
          </p:spPr>
        </p:cxnSp>
      </p:grpSp>
      <p:grpSp>
        <p:nvGrpSpPr>
          <p:cNvPr id="12" name="78b1c40b-99d1-4832-b5bf-9d6baea0369b">
            <a:extLst>
              <a:ext uri="{FF2B5EF4-FFF2-40B4-BE49-F238E27FC236}">
                <a16:creationId xmlns:a16="http://schemas.microsoft.com/office/drawing/2014/main" id="{71D33E57-8271-B5A9-066B-2EFD43AB3DCD}"/>
              </a:ext>
            </a:extLst>
          </p:cNvPr>
          <p:cNvGrpSpPr/>
          <p:nvPr userDrawn="1"/>
        </p:nvGrpSpPr>
        <p:grpSpPr>
          <a:xfrm>
            <a:off x="5521097" y="2658534"/>
            <a:ext cx="1203857" cy="963938"/>
            <a:chOff x="5521097" y="2438257"/>
            <a:chExt cx="1203857" cy="963938"/>
          </a:xfrm>
        </p:grpSpPr>
        <p:cxnSp>
          <p:nvCxnSpPr>
            <p:cNvPr id="14" name="Connecteur droit 13">
              <a:extLst>
                <a:ext uri="{FF2B5EF4-FFF2-40B4-BE49-F238E27FC236}">
                  <a16:creationId xmlns:a16="http://schemas.microsoft.com/office/drawing/2014/main" id="{B72661D8-F899-F738-30B8-1EE7E06E7591}"/>
                </a:ext>
              </a:extLst>
            </p:cNvPr>
            <p:cNvCxnSpPr>
              <a:cxnSpLocks/>
            </p:cNvCxnSpPr>
            <p:nvPr/>
          </p:nvCxnSpPr>
          <p:spPr>
            <a:xfrm flipH="1">
              <a:off x="6104192" y="2438257"/>
              <a:ext cx="620762" cy="956133"/>
            </a:xfrm>
            <a:prstGeom prst="line">
              <a:avLst/>
            </a:prstGeom>
            <a:noFill/>
            <a:ln w="25400" cap="rnd">
              <a:solidFill>
                <a:schemeClr val="bg1">
                  <a:lumMod val="85000"/>
                </a:schemeClr>
              </a:solidFill>
              <a:prstDash val="sysDot"/>
              <a:round/>
            </a:ln>
          </p:spPr>
        </p:cxnSp>
        <p:cxnSp>
          <p:nvCxnSpPr>
            <p:cNvPr id="15" name="Connecteur droit 14">
              <a:extLst>
                <a:ext uri="{FF2B5EF4-FFF2-40B4-BE49-F238E27FC236}">
                  <a16:creationId xmlns:a16="http://schemas.microsoft.com/office/drawing/2014/main" id="{A8A699C0-FAA8-7CC2-6731-90FD6B9D9101}"/>
                </a:ext>
              </a:extLst>
            </p:cNvPr>
            <p:cNvCxnSpPr>
              <a:cxnSpLocks/>
            </p:cNvCxnSpPr>
            <p:nvPr/>
          </p:nvCxnSpPr>
          <p:spPr>
            <a:xfrm>
              <a:off x="5521097" y="2438257"/>
              <a:ext cx="588329" cy="963938"/>
            </a:xfrm>
            <a:prstGeom prst="line">
              <a:avLst/>
            </a:prstGeom>
            <a:noFill/>
            <a:ln w="25400" cap="rnd">
              <a:solidFill>
                <a:schemeClr val="bg1">
                  <a:lumMod val="85000"/>
                </a:schemeClr>
              </a:solidFill>
              <a:prstDash val="sysDot"/>
              <a:round/>
            </a:ln>
          </p:spPr>
        </p:cxnSp>
      </p:grpSp>
      <p:cxnSp>
        <p:nvCxnSpPr>
          <p:cNvPr id="16" name="0accfb1b-3915-4622-b54a-93f344a3ebc4">
            <a:extLst>
              <a:ext uri="{FF2B5EF4-FFF2-40B4-BE49-F238E27FC236}">
                <a16:creationId xmlns:a16="http://schemas.microsoft.com/office/drawing/2014/main" id="{1D96A8B0-17D3-DDCF-0197-3D0657823EB1}"/>
              </a:ext>
            </a:extLst>
          </p:cNvPr>
          <p:cNvCxnSpPr>
            <a:cxnSpLocks/>
          </p:cNvCxnSpPr>
          <p:nvPr userDrawn="1"/>
        </p:nvCxnSpPr>
        <p:spPr>
          <a:xfrm>
            <a:off x="5004354" y="3622471"/>
            <a:ext cx="2173913" cy="0"/>
          </a:xfrm>
          <a:prstGeom prst="line">
            <a:avLst/>
          </a:prstGeom>
          <a:noFill/>
          <a:ln w="25400" cap="rnd">
            <a:solidFill>
              <a:schemeClr val="bg1">
                <a:lumMod val="85000"/>
              </a:schemeClr>
            </a:solidFill>
            <a:prstDash val="sysDot"/>
            <a:round/>
          </a:ln>
        </p:spPr>
      </p:cxnSp>
      <p:sp>
        <p:nvSpPr>
          <p:cNvPr id="40" name="3b4311d9-3047-40aa-b8e4-ec0cb4c42513">
            <a:extLst>
              <a:ext uri="{FF2B5EF4-FFF2-40B4-BE49-F238E27FC236}">
                <a16:creationId xmlns:a16="http://schemas.microsoft.com/office/drawing/2014/main" id="{EFB56874-D43B-47CE-6503-FCBD7F158DEA}"/>
              </a:ext>
            </a:extLst>
          </p:cNvPr>
          <p:cNvSpPr/>
          <p:nvPr userDrawn="1"/>
        </p:nvSpPr>
        <p:spPr>
          <a:xfrm>
            <a:off x="3771899" y="3086901"/>
            <a:ext cx="1138714" cy="1138522"/>
          </a:xfrm>
          <a:custGeom>
            <a:avLst/>
            <a:gdLst>
              <a:gd name="connsiteX0" fmla="*/ 1138714 w 1138714"/>
              <a:gd name="connsiteY0" fmla="*/ 568688 h 1138522"/>
              <a:gd name="connsiteX1" fmla="*/ 568688 w 1138714"/>
              <a:gd name="connsiteY1" fmla="*/ 0 h 1138522"/>
              <a:gd name="connsiteX2" fmla="*/ 0 w 1138714"/>
              <a:gd name="connsiteY2" fmla="*/ 569835 h 1138522"/>
              <a:gd name="connsiteX3" fmla="*/ 569453 w 1138714"/>
              <a:gd name="connsiteY3" fmla="*/ 1138522 h 1138522"/>
              <a:gd name="connsiteX4" fmla="*/ 570027 w 1138714"/>
              <a:gd name="connsiteY4" fmla="*/ 1138522 h 1138522"/>
              <a:gd name="connsiteX5" fmla="*/ 1138714 w 1138714"/>
              <a:gd name="connsiteY5" fmla="*/ 568688 h 1138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8714" h="1138522">
                <a:moveTo>
                  <a:pt x="1138714" y="568688"/>
                </a:moveTo>
                <a:cubicBezTo>
                  <a:pt x="1138331" y="254217"/>
                  <a:pt x="883158" y="-382"/>
                  <a:pt x="568688" y="0"/>
                </a:cubicBezTo>
                <a:cubicBezTo>
                  <a:pt x="254408" y="192"/>
                  <a:pt x="-382" y="255556"/>
                  <a:pt x="0" y="569835"/>
                </a:cubicBezTo>
                <a:cubicBezTo>
                  <a:pt x="383" y="884115"/>
                  <a:pt x="255173" y="1138522"/>
                  <a:pt x="569453" y="1138522"/>
                </a:cubicBezTo>
                <a:lnTo>
                  <a:pt x="570027" y="1138522"/>
                </a:lnTo>
                <a:cubicBezTo>
                  <a:pt x="884497" y="1138522"/>
                  <a:pt x="1139096" y="883158"/>
                  <a:pt x="1138714" y="568688"/>
                </a:cubicBezTo>
                <a:close/>
              </a:path>
            </a:pathLst>
          </a:custGeom>
          <a:solidFill>
            <a:schemeClr val="accent3"/>
          </a:solidFill>
          <a:ln w="19128" cap="flat">
            <a:noFill/>
            <a:prstDash val="solid"/>
            <a:miter/>
          </a:ln>
        </p:spPr>
        <p:txBody>
          <a:bodyPr rtlCol="0" anchor="ctr"/>
          <a:lstStyle/>
          <a:p>
            <a:endParaRPr lang="fr-FR"/>
          </a:p>
        </p:txBody>
      </p:sp>
      <p:sp>
        <p:nvSpPr>
          <p:cNvPr id="41" name="89a9b620-1abc-4fe9-8256-f8e7639bad6d">
            <a:extLst>
              <a:ext uri="{FF2B5EF4-FFF2-40B4-BE49-F238E27FC236}">
                <a16:creationId xmlns:a16="http://schemas.microsoft.com/office/drawing/2014/main" id="{0D8DA315-E417-513E-2708-6D29BE2A3BA4}"/>
              </a:ext>
            </a:extLst>
          </p:cNvPr>
          <p:cNvSpPr/>
          <p:nvPr userDrawn="1"/>
        </p:nvSpPr>
        <p:spPr>
          <a:xfrm>
            <a:off x="4649606" y="4603715"/>
            <a:ext cx="1138862" cy="1138809"/>
          </a:xfrm>
          <a:custGeom>
            <a:avLst/>
            <a:gdLst>
              <a:gd name="connsiteX0" fmla="*/ 854178 w 1138862"/>
              <a:gd name="connsiteY0" fmla="*/ 76418 h 1138809"/>
              <a:gd name="connsiteX1" fmla="*/ 76418 w 1138862"/>
              <a:gd name="connsiteY1" fmla="*/ 284726 h 1138809"/>
              <a:gd name="connsiteX2" fmla="*/ 284726 w 1138862"/>
              <a:gd name="connsiteY2" fmla="*/ 1062487 h 1138809"/>
              <a:gd name="connsiteX3" fmla="*/ 568974 w 1138862"/>
              <a:gd name="connsiteY3" fmla="*/ 1138809 h 1138809"/>
              <a:gd name="connsiteX4" fmla="*/ 1062487 w 1138862"/>
              <a:gd name="connsiteY4" fmla="*/ 854178 h 1138809"/>
              <a:gd name="connsiteX5" fmla="*/ 854178 w 1138862"/>
              <a:gd name="connsiteY5" fmla="*/ 76418 h 1138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8862" h="1138809">
                <a:moveTo>
                  <a:pt x="854178" y="76418"/>
                </a:moveTo>
                <a:cubicBezTo>
                  <a:pt x="581981" y="-80818"/>
                  <a:pt x="233653" y="12338"/>
                  <a:pt x="76418" y="284726"/>
                </a:cubicBezTo>
                <a:cubicBezTo>
                  <a:pt x="-80818" y="556923"/>
                  <a:pt x="12338" y="905251"/>
                  <a:pt x="284726" y="1062487"/>
                </a:cubicBezTo>
                <a:cubicBezTo>
                  <a:pt x="374438" y="1114133"/>
                  <a:pt x="472376" y="1138809"/>
                  <a:pt x="568974" y="1138809"/>
                </a:cubicBezTo>
                <a:cubicBezTo>
                  <a:pt x="765614" y="1138809"/>
                  <a:pt x="956898" y="1036855"/>
                  <a:pt x="1062487" y="854178"/>
                </a:cubicBezTo>
                <a:cubicBezTo>
                  <a:pt x="1219722" y="581790"/>
                  <a:pt x="1126375" y="233653"/>
                  <a:pt x="854178" y="76418"/>
                </a:cubicBezTo>
                <a:close/>
              </a:path>
            </a:pathLst>
          </a:custGeom>
          <a:solidFill>
            <a:schemeClr val="accent3"/>
          </a:solidFill>
          <a:ln w="19128" cap="flat">
            <a:noFill/>
            <a:prstDash val="solid"/>
            <a:miter/>
          </a:ln>
        </p:spPr>
        <p:txBody>
          <a:bodyPr rtlCol="0" anchor="ctr"/>
          <a:lstStyle/>
          <a:p>
            <a:endParaRPr lang="fr-FR"/>
          </a:p>
        </p:txBody>
      </p:sp>
      <p:sp>
        <p:nvSpPr>
          <p:cNvPr id="42" name="5c078290-7b20-44c9-8d36-eecce6611fd0">
            <a:extLst>
              <a:ext uri="{FF2B5EF4-FFF2-40B4-BE49-F238E27FC236}">
                <a16:creationId xmlns:a16="http://schemas.microsoft.com/office/drawing/2014/main" id="{C9EC064C-2C97-6087-22B3-C848AC6B4AF4}"/>
              </a:ext>
            </a:extLst>
          </p:cNvPr>
          <p:cNvSpPr/>
          <p:nvPr userDrawn="1"/>
        </p:nvSpPr>
        <p:spPr>
          <a:xfrm>
            <a:off x="4646184" y="1565742"/>
            <a:ext cx="1138862" cy="1138937"/>
          </a:xfrm>
          <a:custGeom>
            <a:avLst/>
            <a:gdLst>
              <a:gd name="connsiteX0" fmla="*/ 569909 w 1138862"/>
              <a:gd name="connsiteY0" fmla="*/ 1138937 h 1138937"/>
              <a:gd name="connsiteX1" fmla="*/ 855305 w 1138862"/>
              <a:gd name="connsiteY1" fmla="*/ 1061850 h 1138937"/>
              <a:gd name="connsiteX2" fmla="*/ 1061701 w 1138862"/>
              <a:gd name="connsiteY2" fmla="*/ 283515 h 1138937"/>
              <a:gd name="connsiteX3" fmla="*/ 283557 w 1138862"/>
              <a:gd name="connsiteY3" fmla="*/ 77120 h 1138937"/>
              <a:gd name="connsiteX4" fmla="*/ 77162 w 1138862"/>
              <a:gd name="connsiteY4" fmla="*/ 855263 h 1138937"/>
              <a:gd name="connsiteX5" fmla="*/ 569909 w 1138862"/>
              <a:gd name="connsiteY5" fmla="*/ 1138937 h 1138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8862" h="1138937">
                <a:moveTo>
                  <a:pt x="569909" y="1138937"/>
                </a:moveTo>
                <a:cubicBezTo>
                  <a:pt x="667082" y="1138937"/>
                  <a:pt x="765402" y="1114070"/>
                  <a:pt x="855305" y="1061850"/>
                </a:cubicBezTo>
                <a:cubicBezTo>
                  <a:pt x="1127311" y="903849"/>
                  <a:pt x="1219701" y="555521"/>
                  <a:pt x="1061701" y="283515"/>
                </a:cubicBezTo>
                <a:cubicBezTo>
                  <a:pt x="903891" y="11701"/>
                  <a:pt x="555563" y="-80881"/>
                  <a:pt x="283557" y="77120"/>
                </a:cubicBezTo>
                <a:cubicBezTo>
                  <a:pt x="11552" y="234929"/>
                  <a:pt x="-80839" y="583257"/>
                  <a:pt x="77162" y="855263"/>
                </a:cubicBezTo>
                <a:cubicBezTo>
                  <a:pt x="182751" y="1037365"/>
                  <a:pt x="373652" y="1138937"/>
                  <a:pt x="569909" y="1138937"/>
                </a:cubicBezTo>
                <a:close/>
              </a:path>
            </a:pathLst>
          </a:custGeom>
          <a:solidFill>
            <a:schemeClr val="accent3"/>
          </a:solidFill>
          <a:ln w="19128" cap="flat">
            <a:noFill/>
            <a:prstDash val="solid"/>
            <a:miter/>
          </a:ln>
        </p:spPr>
        <p:txBody>
          <a:bodyPr rtlCol="0" anchor="ctr"/>
          <a:lstStyle/>
          <a:p>
            <a:endParaRPr lang="fr-FR"/>
          </a:p>
        </p:txBody>
      </p:sp>
      <p:sp>
        <p:nvSpPr>
          <p:cNvPr id="43" name="fbfa98ac-0605-47f4-a9cd-0171efd0bbae">
            <a:extLst>
              <a:ext uri="{FF2B5EF4-FFF2-40B4-BE49-F238E27FC236}">
                <a16:creationId xmlns:a16="http://schemas.microsoft.com/office/drawing/2014/main" id="{4C25ABC4-6123-BDBF-9303-1C23A057E304}"/>
              </a:ext>
            </a:extLst>
          </p:cNvPr>
          <p:cNvSpPr/>
          <p:nvPr userDrawn="1"/>
        </p:nvSpPr>
        <p:spPr>
          <a:xfrm>
            <a:off x="7278898" y="3080971"/>
            <a:ext cx="1138523" cy="1142540"/>
          </a:xfrm>
          <a:custGeom>
            <a:avLst/>
            <a:gdLst>
              <a:gd name="connsiteX0" fmla="*/ 567924 w 1138523"/>
              <a:gd name="connsiteY0" fmla="*/ 1 h 1142540"/>
              <a:gd name="connsiteX1" fmla="*/ 2 w 1138523"/>
              <a:gd name="connsiteY1" fmla="*/ 570601 h 1142540"/>
              <a:gd name="connsiteX2" fmla="*/ 2 w 1138523"/>
              <a:gd name="connsiteY2" fmla="*/ 573279 h 1142540"/>
              <a:gd name="connsiteX3" fmla="*/ 569263 w 1138523"/>
              <a:gd name="connsiteY3" fmla="*/ 1142540 h 1142540"/>
              <a:gd name="connsiteX4" fmla="*/ 1138524 w 1138523"/>
              <a:gd name="connsiteY4" fmla="*/ 573279 h 1142540"/>
              <a:gd name="connsiteX5" fmla="*/ 1138524 w 1138523"/>
              <a:gd name="connsiteY5" fmla="*/ 565245 h 1142540"/>
              <a:gd name="connsiteX6" fmla="*/ 567924 w 1138523"/>
              <a:gd name="connsiteY6" fmla="*/ 1 h 1142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8523" h="1142540">
                <a:moveTo>
                  <a:pt x="567924" y="1"/>
                </a:moveTo>
                <a:cubicBezTo>
                  <a:pt x="253644" y="766"/>
                  <a:pt x="-763" y="256130"/>
                  <a:pt x="2" y="570601"/>
                </a:cubicBezTo>
                <a:lnTo>
                  <a:pt x="2" y="573279"/>
                </a:lnTo>
                <a:cubicBezTo>
                  <a:pt x="2" y="887750"/>
                  <a:pt x="254792" y="1142540"/>
                  <a:pt x="569263" y="1142540"/>
                </a:cubicBezTo>
                <a:cubicBezTo>
                  <a:pt x="883734" y="1142540"/>
                  <a:pt x="1138524" y="887750"/>
                  <a:pt x="1138524" y="573279"/>
                </a:cubicBezTo>
                <a:lnTo>
                  <a:pt x="1138524" y="565245"/>
                </a:lnTo>
                <a:cubicBezTo>
                  <a:pt x="1136420" y="252113"/>
                  <a:pt x="881438" y="-573"/>
                  <a:pt x="567924" y="1"/>
                </a:cubicBezTo>
                <a:close/>
              </a:path>
            </a:pathLst>
          </a:custGeom>
          <a:solidFill>
            <a:schemeClr val="accent3"/>
          </a:solidFill>
          <a:ln w="19128" cap="flat">
            <a:noFill/>
            <a:prstDash val="solid"/>
            <a:miter/>
          </a:ln>
        </p:spPr>
        <p:txBody>
          <a:bodyPr rtlCol="0" anchor="ctr"/>
          <a:lstStyle/>
          <a:p>
            <a:endParaRPr lang="fr-FR"/>
          </a:p>
        </p:txBody>
      </p:sp>
      <p:sp>
        <p:nvSpPr>
          <p:cNvPr id="44" name="ae4584dd-eeab-46a5-8588-f7d2b7e1ff5a">
            <a:extLst>
              <a:ext uri="{FF2B5EF4-FFF2-40B4-BE49-F238E27FC236}">
                <a16:creationId xmlns:a16="http://schemas.microsoft.com/office/drawing/2014/main" id="{F1E75521-7BFD-994F-2C36-B59F42AA0FFD}"/>
              </a:ext>
            </a:extLst>
          </p:cNvPr>
          <p:cNvSpPr/>
          <p:nvPr userDrawn="1"/>
        </p:nvSpPr>
        <p:spPr>
          <a:xfrm>
            <a:off x="6399269" y="1565800"/>
            <a:ext cx="1138828" cy="1138820"/>
          </a:xfrm>
          <a:custGeom>
            <a:avLst/>
            <a:gdLst>
              <a:gd name="connsiteX0" fmla="*/ 285312 w 1138828"/>
              <a:gd name="connsiteY0" fmla="*/ 1062690 h 1138820"/>
              <a:gd name="connsiteX1" fmla="*/ 568794 w 1138828"/>
              <a:gd name="connsiteY1" fmla="*/ 1138821 h 1138820"/>
              <a:gd name="connsiteX2" fmla="*/ 1062690 w 1138828"/>
              <a:gd name="connsiteY2" fmla="*/ 853616 h 1138820"/>
              <a:gd name="connsiteX3" fmla="*/ 853616 w 1138828"/>
              <a:gd name="connsiteY3" fmla="*/ 76047 h 1138820"/>
              <a:gd name="connsiteX4" fmla="*/ 76047 w 1138828"/>
              <a:gd name="connsiteY4" fmla="*/ 285312 h 1138820"/>
              <a:gd name="connsiteX5" fmla="*/ 285312 w 1138828"/>
              <a:gd name="connsiteY5" fmla="*/ 1062690 h 113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8828" h="1138820">
                <a:moveTo>
                  <a:pt x="285312" y="1062690"/>
                </a:moveTo>
                <a:cubicBezTo>
                  <a:pt x="374832" y="1114336"/>
                  <a:pt x="472387" y="1138821"/>
                  <a:pt x="568794" y="1138821"/>
                </a:cubicBezTo>
                <a:cubicBezTo>
                  <a:pt x="765817" y="1138821"/>
                  <a:pt x="957292" y="1036484"/>
                  <a:pt x="1062690" y="853616"/>
                </a:cubicBezTo>
                <a:cubicBezTo>
                  <a:pt x="1219734" y="581228"/>
                  <a:pt x="1126005" y="233091"/>
                  <a:pt x="853616" y="76047"/>
                </a:cubicBezTo>
                <a:cubicBezTo>
                  <a:pt x="581228" y="-80806"/>
                  <a:pt x="233091" y="12732"/>
                  <a:pt x="76047" y="285312"/>
                </a:cubicBezTo>
                <a:cubicBezTo>
                  <a:pt x="-80806" y="557700"/>
                  <a:pt x="12732" y="905837"/>
                  <a:pt x="285312" y="1062690"/>
                </a:cubicBezTo>
                <a:close/>
              </a:path>
            </a:pathLst>
          </a:custGeom>
          <a:solidFill>
            <a:schemeClr val="accent3"/>
          </a:solidFill>
          <a:ln w="19128" cap="flat">
            <a:noFill/>
            <a:prstDash val="solid"/>
            <a:miter/>
          </a:ln>
        </p:spPr>
        <p:txBody>
          <a:bodyPr rtlCol="0" anchor="ctr"/>
          <a:lstStyle/>
          <a:p>
            <a:endParaRPr lang="fr-FR"/>
          </a:p>
        </p:txBody>
      </p:sp>
      <p:sp>
        <p:nvSpPr>
          <p:cNvPr id="45" name="b6721f73-6853-4de4-8441-9123542ba76e">
            <a:extLst>
              <a:ext uri="{FF2B5EF4-FFF2-40B4-BE49-F238E27FC236}">
                <a16:creationId xmlns:a16="http://schemas.microsoft.com/office/drawing/2014/main" id="{23C5E3F6-38A2-259D-EF05-B12146906D41}"/>
              </a:ext>
            </a:extLst>
          </p:cNvPr>
          <p:cNvSpPr/>
          <p:nvPr userDrawn="1"/>
        </p:nvSpPr>
        <p:spPr>
          <a:xfrm>
            <a:off x="6402734" y="4603646"/>
            <a:ext cx="1138840" cy="1138947"/>
          </a:xfrm>
          <a:custGeom>
            <a:avLst/>
            <a:gdLst>
              <a:gd name="connsiteX0" fmla="*/ 284141 w 1138840"/>
              <a:gd name="connsiteY0" fmla="*/ 76748 h 1138947"/>
              <a:gd name="connsiteX1" fmla="*/ 76790 w 1138840"/>
              <a:gd name="connsiteY1" fmla="*/ 854699 h 1138947"/>
              <a:gd name="connsiteX2" fmla="*/ 569920 w 1138840"/>
              <a:gd name="connsiteY2" fmla="*/ 1138947 h 1138947"/>
              <a:gd name="connsiteX3" fmla="*/ 854741 w 1138840"/>
              <a:gd name="connsiteY3" fmla="*/ 1062242 h 1138947"/>
              <a:gd name="connsiteX4" fmla="*/ 1062093 w 1138840"/>
              <a:gd name="connsiteY4" fmla="*/ 284099 h 1138947"/>
              <a:gd name="connsiteX5" fmla="*/ 284141 w 1138840"/>
              <a:gd name="connsiteY5" fmla="*/ 76748 h 113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8840" h="1138947">
                <a:moveTo>
                  <a:pt x="284141" y="76748"/>
                </a:moveTo>
                <a:cubicBezTo>
                  <a:pt x="11944" y="234365"/>
                  <a:pt x="-80829" y="582694"/>
                  <a:pt x="76790" y="854699"/>
                </a:cubicBezTo>
                <a:cubicBezTo>
                  <a:pt x="182187" y="1037184"/>
                  <a:pt x="373471" y="1138947"/>
                  <a:pt x="569920" y="1138947"/>
                </a:cubicBezTo>
                <a:cubicBezTo>
                  <a:pt x="666709" y="1138947"/>
                  <a:pt x="764838" y="1114272"/>
                  <a:pt x="854741" y="1062242"/>
                </a:cubicBezTo>
                <a:cubicBezTo>
                  <a:pt x="1126747" y="904625"/>
                  <a:pt x="1219711" y="556296"/>
                  <a:pt x="1062093" y="284099"/>
                </a:cubicBezTo>
                <a:cubicBezTo>
                  <a:pt x="904475" y="12094"/>
                  <a:pt x="556147" y="-80870"/>
                  <a:pt x="284141" y="76748"/>
                </a:cubicBezTo>
                <a:close/>
              </a:path>
            </a:pathLst>
          </a:custGeom>
          <a:solidFill>
            <a:schemeClr val="accent3"/>
          </a:solidFill>
          <a:ln w="19128" cap="flat">
            <a:noFill/>
            <a:prstDash val="solid"/>
            <a:miter/>
          </a:ln>
        </p:spPr>
        <p:txBody>
          <a:bodyPr rtlCol="0" anchor="ctr"/>
          <a:lstStyle/>
          <a:p>
            <a:endParaRPr lang="fr-FR"/>
          </a:p>
        </p:txBody>
      </p:sp>
      <p:sp>
        <p:nvSpPr>
          <p:cNvPr id="2" name="Titre 1">
            <a:extLst>
              <a:ext uri="{FF2B5EF4-FFF2-40B4-BE49-F238E27FC236}">
                <a16:creationId xmlns:a16="http://schemas.microsoft.com/office/drawing/2014/main" id="{0B3E612B-7586-F068-5191-7BA08DB66C09}"/>
              </a:ext>
            </a:extLst>
          </p:cNvPr>
          <p:cNvSpPr>
            <a:spLocks noGrp="1"/>
          </p:cNvSpPr>
          <p:nvPr userDrawn="1">
            <p:ph type="title" hasCustomPrompt="1"/>
          </p:nvPr>
        </p:nvSpPr>
        <p:spPr>
          <a:xfrm>
            <a:off x="731838" y="542925"/>
            <a:ext cx="2706688"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userDrawn="1">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userDrawn="1">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userDrawn="1">
            <p:ph type="body" sz="quarter" idx="13" hasCustomPrompt="1"/>
          </p:nvPr>
        </p:nvSpPr>
        <p:spPr>
          <a:xfrm>
            <a:off x="731837" y="966302"/>
            <a:ext cx="2706689" cy="313932"/>
          </a:xfrm>
        </p:spPr>
        <p:txBody>
          <a:bodyPr wrap="square">
            <a:spAutoFit/>
          </a:bodyPr>
          <a:lstStyle>
            <a:lvl1pPr marL="0" indent="0">
              <a:buNone/>
              <a:defRPr b="0"/>
            </a:lvl1pPr>
          </a:lstStyle>
          <a:p>
            <a:pPr lvl="0"/>
            <a:r>
              <a:rPr lang="fr-FR"/>
              <a:t>Subtitle of the slide</a:t>
            </a:r>
            <a:endParaRPr lang="fr-FR" dirty="0"/>
          </a:p>
        </p:txBody>
      </p:sp>
      <p:sp>
        <p:nvSpPr>
          <p:cNvPr id="6" name="Freeform 1">
            <a:extLst>
              <a:ext uri="{FF2B5EF4-FFF2-40B4-BE49-F238E27FC236}">
                <a16:creationId xmlns:a16="http://schemas.microsoft.com/office/drawing/2014/main" id="{63F3B991-24DB-2232-1DA6-8C338B51702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cxnSp>
        <p:nvCxnSpPr>
          <p:cNvPr id="9" name="Connecteur droit 8">
            <a:extLst>
              <a:ext uri="{FF2B5EF4-FFF2-40B4-BE49-F238E27FC236}">
                <a16:creationId xmlns:a16="http://schemas.microsoft.com/office/drawing/2014/main" id="{D29C8996-F6D0-986C-B8F3-D44BE8259B15}"/>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sp>
        <p:nvSpPr>
          <p:cNvPr id="13" name="ae71c7d6-9eba-4d37-a5db-e6ba71c23571">
            <a:extLst>
              <a:ext uri="{FF2B5EF4-FFF2-40B4-BE49-F238E27FC236}">
                <a16:creationId xmlns:a16="http://schemas.microsoft.com/office/drawing/2014/main" id="{610BBE01-C424-4E28-5389-F4BA509226C6}"/>
              </a:ext>
            </a:extLst>
          </p:cNvPr>
          <p:cNvSpPr>
            <a:spLocks noChangeAspect="1"/>
          </p:cNvSpPr>
          <p:nvPr userDrawn="1"/>
        </p:nvSpPr>
        <p:spPr>
          <a:xfrm>
            <a:off x="5295900" y="2849880"/>
            <a:ext cx="1600200" cy="1600200"/>
          </a:xfrm>
          <a:prstGeom prst="ellipse">
            <a:avLst/>
          </a:prstGeom>
          <a:solidFill>
            <a:schemeClr val="tx2"/>
          </a:solidFill>
          <a:ln w="38100"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dirty="0">
              <a:latin typeface="Source Sans Pro" panose="020B0503030403020204" pitchFamily="34" charset="77"/>
            </a:endParaRPr>
          </a:p>
        </p:txBody>
      </p:sp>
      <p:sp>
        <p:nvSpPr>
          <p:cNvPr id="17" name="Espace réservé du texte 5">
            <a:extLst>
              <a:ext uri="{FF2B5EF4-FFF2-40B4-BE49-F238E27FC236}">
                <a16:creationId xmlns:a16="http://schemas.microsoft.com/office/drawing/2014/main" id="{1D66E11D-60EA-4521-94E4-87DF166D74D5}"/>
              </a:ext>
            </a:extLst>
          </p:cNvPr>
          <p:cNvSpPr>
            <a:spLocks noGrp="1"/>
          </p:cNvSpPr>
          <p:nvPr>
            <p:ph type="body" sz="quarter" idx="30" hasCustomPrompt="1"/>
          </p:nvPr>
        </p:nvSpPr>
        <p:spPr>
          <a:xfrm>
            <a:off x="8417420" y="3383666"/>
            <a:ext cx="3082278" cy="516552"/>
          </a:xfrm>
        </p:spPr>
        <p:txBody>
          <a:bodyPr wrap="square" anchor="ctr" anchorCtr="0">
            <a:spAutoFit/>
          </a:bodyPr>
          <a:lstStyle>
            <a:lvl2pPr marL="180975" indent="-90488">
              <a:buFont typeface="Source Sans Pro" panose="020B0503030403020204" pitchFamily="34" charset="0"/>
              <a:buChar char=" "/>
              <a:defRPr/>
            </a:lvl2pPr>
            <a:lvl3pPr marL="147638" indent="-147638">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18" name="Espace réservé du texte 5">
            <a:extLst>
              <a:ext uri="{FF2B5EF4-FFF2-40B4-BE49-F238E27FC236}">
                <a16:creationId xmlns:a16="http://schemas.microsoft.com/office/drawing/2014/main" id="{EA9F77C1-3452-13B2-8AAD-8A0E672E9A49}"/>
              </a:ext>
            </a:extLst>
          </p:cNvPr>
          <p:cNvSpPr>
            <a:spLocks noGrp="1"/>
          </p:cNvSpPr>
          <p:nvPr>
            <p:ph type="body" sz="quarter" idx="31" hasCustomPrompt="1"/>
          </p:nvPr>
        </p:nvSpPr>
        <p:spPr>
          <a:xfrm>
            <a:off x="7550977" y="4914843"/>
            <a:ext cx="3082278" cy="516552"/>
          </a:xfrm>
        </p:spPr>
        <p:txBody>
          <a:bodyPr wrap="square" anchor="ctr" anchorCtr="0">
            <a:spAutoFit/>
          </a:bodyPr>
          <a:lstStyle>
            <a:lvl2pPr marL="180975" indent="-90488">
              <a:buFont typeface="Source Sans Pro" panose="020B0503030403020204" pitchFamily="34" charset="0"/>
              <a:buChar char=" "/>
              <a:defRPr/>
            </a:lvl2pPr>
            <a:lvl3pPr marL="147638" indent="-147638">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19" name="Espace réservé du texte 5">
            <a:extLst>
              <a:ext uri="{FF2B5EF4-FFF2-40B4-BE49-F238E27FC236}">
                <a16:creationId xmlns:a16="http://schemas.microsoft.com/office/drawing/2014/main" id="{CBDE7918-8E07-B69E-F0AA-C255573824F3}"/>
              </a:ext>
            </a:extLst>
          </p:cNvPr>
          <p:cNvSpPr>
            <a:spLocks noGrp="1"/>
          </p:cNvSpPr>
          <p:nvPr>
            <p:ph type="body" sz="quarter" idx="32" hasCustomPrompt="1"/>
          </p:nvPr>
        </p:nvSpPr>
        <p:spPr>
          <a:xfrm>
            <a:off x="637146" y="3375441"/>
            <a:ext cx="3117519" cy="516552"/>
          </a:xfrm>
        </p:spPr>
        <p:txBody>
          <a:bodyPr wrap="square" rIns="180000" anchor="ctr" anchorCtr="0">
            <a:spAutoFit/>
          </a:bodyPr>
          <a:lstStyle>
            <a:lvl2pPr marL="180975" indent="-90488" algn="r">
              <a:buFont typeface="Source Sans Pro" panose="020B0503030403020204" pitchFamily="34" charset="0"/>
              <a:buChar char=" "/>
              <a:defRPr/>
            </a:lvl2pPr>
            <a:lvl3pPr marL="147638" indent="0" algn="r">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20" name="Espace réservé du texte 5">
            <a:extLst>
              <a:ext uri="{FF2B5EF4-FFF2-40B4-BE49-F238E27FC236}">
                <a16:creationId xmlns:a16="http://schemas.microsoft.com/office/drawing/2014/main" id="{6EA7B52A-D6E4-ECD8-8606-5FC4786EA048}"/>
              </a:ext>
            </a:extLst>
          </p:cNvPr>
          <p:cNvSpPr>
            <a:spLocks noGrp="1"/>
          </p:cNvSpPr>
          <p:nvPr>
            <p:ph type="body" sz="quarter" idx="33" hasCustomPrompt="1"/>
          </p:nvPr>
        </p:nvSpPr>
        <p:spPr>
          <a:xfrm>
            <a:off x="1525405" y="4914843"/>
            <a:ext cx="3117519" cy="516552"/>
          </a:xfrm>
        </p:spPr>
        <p:txBody>
          <a:bodyPr wrap="square" rIns="180000" anchor="ctr" anchorCtr="0">
            <a:spAutoFit/>
          </a:bodyPr>
          <a:lstStyle>
            <a:lvl2pPr marL="180975" indent="-90488" algn="r">
              <a:buFont typeface="Source Sans Pro" panose="020B0503030403020204" pitchFamily="34" charset="0"/>
              <a:buChar char=" "/>
              <a:defRPr/>
            </a:lvl2pPr>
            <a:lvl3pPr marL="147638" indent="0" algn="r">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21" name="Espace réservé du texte 5">
            <a:extLst>
              <a:ext uri="{FF2B5EF4-FFF2-40B4-BE49-F238E27FC236}">
                <a16:creationId xmlns:a16="http://schemas.microsoft.com/office/drawing/2014/main" id="{373CA7D6-7CE6-013E-20A9-50F6CC2E3AD0}"/>
              </a:ext>
            </a:extLst>
          </p:cNvPr>
          <p:cNvSpPr>
            <a:spLocks noGrp="1"/>
          </p:cNvSpPr>
          <p:nvPr>
            <p:ph type="body" sz="quarter" idx="34" hasCustomPrompt="1"/>
          </p:nvPr>
        </p:nvSpPr>
        <p:spPr>
          <a:xfrm>
            <a:off x="5416168" y="3649980"/>
            <a:ext cx="1358056" cy="513539"/>
          </a:xfrm>
        </p:spPr>
        <p:txBody>
          <a:bodyPr wrap="square" rIns="108000" anchor="ctr" anchorCtr="0">
            <a:spAutoFit/>
          </a:bodyPr>
          <a:lstStyle>
            <a:lvl2pPr marL="180975" indent="-90488" algn="ctr">
              <a:lnSpc>
                <a:spcPct val="80000"/>
              </a:lnSpc>
              <a:spcBef>
                <a:spcPts val="0"/>
              </a:spcBef>
              <a:buFont typeface="Source Sans Pro" panose="020B0503030403020204" pitchFamily="34" charset="0"/>
              <a:buChar char=" "/>
              <a:defRPr>
                <a:solidFill>
                  <a:schemeClr val="bg1"/>
                </a:solidFill>
              </a:defRPr>
            </a:lvl2pPr>
            <a:lvl3pPr marL="147638" indent="0" algn="ctr">
              <a:lnSpc>
                <a:spcPct val="80000"/>
              </a:lnSpc>
              <a:spcBef>
                <a:spcPts val="0"/>
              </a:spcBef>
              <a:buFont typeface="Source Sans Pro" panose="020B0503030403020204" pitchFamily="34" charset="0"/>
              <a:buChar char=" "/>
              <a:defRPr sz="1000">
                <a:solidFill>
                  <a:schemeClr val="bg1"/>
                </a:solidFill>
              </a:defRPr>
            </a:lvl3pPr>
          </a:lstStyle>
          <a:p>
            <a:pPr lvl="1"/>
            <a:r>
              <a:rPr lang="fr-FR"/>
              <a:t>Your text</a:t>
            </a:r>
          </a:p>
          <a:p>
            <a:pPr lvl="2"/>
            <a:r>
              <a:rPr lang="fr-FR"/>
              <a:t>Complementary text</a:t>
            </a:r>
            <a:endParaRPr lang="en-US" dirty="0"/>
          </a:p>
        </p:txBody>
      </p:sp>
      <p:sp>
        <p:nvSpPr>
          <p:cNvPr id="25" name="Espace réservé pour une image  24">
            <a:extLst>
              <a:ext uri="{FF2B5EF4-FFF2-40B4-BE49-F238E27FC236}">
                <a16:creationId xmlns:a16="http://schemas.microsoft.com/office/drawing/2014/main" id="{23CADAFB-20A3-EDFE-5923-A2D2DBE5D52A}"/>
              </a:ext>
            </a:extLst>
          </p:cNvPr>
          <p:cNvSpPr>
            <a:spLocks noGrp="1"/>
          </p:cNvSpPr>
          <p:nvPr>
            <p:ph type="pic" sz="quarter" idx="14" hasCustomPrompt="1"/>
          </p:nvPr>
        </p:nvSpPr>
        <p:spPr>
          <a:xfrm>
            <a:off x="6725726" y="1892254"/>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30" name="Espace réservé pour une image  29">
            <a:extLst>
              <a:ext uri="{FF2B5EF4-FFF2-40B4-BE49-F238E27FC236}">
                <a16:creationId xmlns:a16="http://schemas.microsoft.com/office/drawing/2014/main" id="{AE5A65C2-B7FD-C3BF-98C2-1C254F473E1D}"/>
              </a:ext>
            </a:extLst>
          </p:cNvPr>
          <p:cNvSpPr>
            <a:spLocks noGrp="1"/>
          </p:cNvSpPr>
          <p:nvPr>
            <p:ph type="pic" sz="quarter" idx="38" hasCustomPrompt="1"/>
          </p:nvPr>
        </p:nvSpPr>
        <p:spPr>
          <a:xfrm>
            <a:off x="5853043" y="3131184"/>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26" name="Espace réservé pour une image  25">
            <a:extLst>
              <a:ext uri="{FF2B5EF4-FFF2-40B4-BE49-F238E27FC236}">
                <a16:creationId xmlns:a16="http://schemas.microsoft.com/office/drawing/2014/main" id="{D7D6660E-D3E4-F3E5-77DD-2868C5B0C5A6}"/>
              </a:ext>
            </a:extLst>
          </p:cNvPr>
          <p:cNvSpPr>
            <a:spLocks noGrp="1"/>
          </p:cNvSpPr>
          <p:nvPr>
            <p:ph type="pic" sz="quarter" idx="35" hasCustomPrompt="1"/>
          </p:nvPr>
        </p:nvSpPr>
        <p:spPr>
          <a:xfrm>
            <a:off x="7605202" y="3409285"/>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27" name="Espace réservé pour une image  26">
            <a:extLst>
              <a:ext uri="{FF2B5EF4-FFF2-40B4-BE49-F238E27FC236}">
                <a16:creationId xmlns:a16="http://schemas.microsoft.com/office/drawing/2014/main" id="{7C9D6FE4-B7FC-8C31-8CD3-0631A2DD40D9}"/>
              </a:ext>
            </a:extLst>
          </p:cNvPr>
          <p:cNvSpPr>
            <a:spLocks noGrp="1"/>
          </p:cNvSpPr>
          <p:nvPr>
            <p:ph type="pic" sz="quarter" idx="36" hasCustomPrompt="1"/>
          </p:nvPr>
        </p:nvSpPr>
        <p:spPr>
          <a:xfrm>
            <a:off x="4976080" y="4930163"/>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28" name="Espace réservé pour une image  27">
            <a:extLst>
              <a:ext uri="{FF2B5EF4-FFF2-40B4-BE49-F238E27FC236}">
                <a16:creationId xmlns:a16="http://schemas.microsoft.com/office/drawing/2014/main" id="{15AB2113-852E-5278-41D7-815594E6F638}"/>
              </a:ext>
            </a:extLst>
          </p:cNvPr>
          <p:cNvSpPr>
            <a:spLocks noGrp="1"/>
          </p:cNvSpPr>
          <p:nvPr>
            <p:ph type="pic" sz="quarter" idx="37" hasCustomPrompt="1"/>
          </p:nvPr>
        </p:nvSpPr>
        <p:spPr>
          <a:xfrm>
            <a:off x="6729197" y="4930163"/>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38" name="Espace réservé pour une image  24">
            <a:extLst>
              <a:ext uri="{FF2B5EF4-FFF2-40B4-BE49-F238E27FC236}">
                <a16:creationId xmlns:a16="http://schemas.microsoft.com/office/drawing/2014/main" id="{FF90D71D-3EC2-1F4A-23AD-17EF68D14585}"/>
              </a:ext>
            </a:extLst>
          </p:cNvPr>
          <p:cNvSpPr>
            <a:spLocks noGrp="1"/>
          </p:cNvSpPr>
          <p:nvPr>
            <p:ph type="pic" sz="quarter" idx="39" hasCustomPrompt="1"/>
          </p:nvPr>
        </p:nvSpPr>
        <p:spPr>
          <a:xfrm>
            <a:off x="4098299" y="3413206"/>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46" name="Espace réservé pour une image  24">
            <a:extLst>
              <a:ext uri="{FF2B5EF4-FFF2-40B4-BE49-F238E27FC236}">
                <a16:creationId xmlns:a16="http://schemas.microsoft.com/office/drawing/2014/main" id="{0FF7B472-1564-05EA-1574-13BFB0C90468}"/>
              </a:ext>
            </a:extLst>
          </p:cNvPr>
          <p:cNvSpPr>
            <a:spLocks noGrp="1"/>
          </p:cNvSpPr>
          <p:nvPr>
            <p:ph type="pic" sz="quarter" idx="41" hasCustomPrompt="1"/>
          </p:nvPr>
        </p:nvSpPr>
        <p:spPr>
          <a:xfrm>
            <a:off x="4972658" y="1892254"/>
            <a:ext cx="485914" cy="485912"/>
          </a:xfrm>
          <a:custGeom>
            <a:avLst/>
            <a:gdLst>
              <a:gd name="connsiteX0" fmla="*/ 0 w 749337"/>
              <a:gd name="connsiteY0" fmla="*/ 0 h 749337"/>
              <a:gd name="connsiteX1" fmla="*/ 749337 w 749337"/>
              <a:gd name="connsiteY1" fmla="*/ 0 h 749337"/>
              <a:gd name="connsiteX2" fmla="*/ 749337 w 749337"/>
              <a:gd name="connsiteY2" fmla="*/ 749337 h 749337"/>
              <a:gd name="connsiteX3" fmla="*/ 0 w 749337"/>
              <a:gd name="connsiteY3" fmla="*/ 749337 h 749337"/>
            </a:gdLst>
            <a:ahLst/>
            <a:cxnLst>
              <a:cxn ang="0">
                <a:pos x="connsiteX0" y="connsiteY0"/>
              </a:cxn>
              <a:cxn ang="0">
                <a:pos x="connsiteX1" y="connsiteY1"/>
              </a:cxn>
              <a:cxn ang="0">
                <a:pos x="connsiteX2" y="connsiteY2"/>
              </a:cxn>
              <a:cxn ang="0">
                <a:pos x="connsiteX3" y="connsiteY3"/>
              </a:cxn>
            </a:cxnLst>
            <a:rect l="l" t="t" r="r" b="b"/>
            <a:pathLst>
              <a:path w="749337" h="749337">
                <a:moveTo>
                  <a:pt x="0" y="0"/>
                </a:moveTo>
                <a:lnTo>
                  <a:pt x="749337" y="0"/>
                </a:lnTo>
                <a:lnTo>
                  <a:pt x="749337" y="749337"/>
                </a:lnTo>
                <a:lnTo>
                  <a:pt x="0" y="749337"/>
                </a:lnTo>
                <a:close/>
              </a:path>
            </a:pathLst>
          </a:custGeom>
        </p:spPr>
        <p:txBody>
          <a:bodyPr wrap="square">
            <a:noAutofit/>
          </a:bodyPr>
          <a:lstStyle>
            <a:lvl1pPr marL="0" indent="0" algn="ctr">
              <a:buNone/>
              <a:defRPr sz="1000" b="0">
                <a:solidFill>
                  <a:schemeClr val="bg1"/>
                </a:solidFill>
              </a:defRPr>
            </a:lvl1pPr>
          </a:lstStyle>
          <a:p>
            <a:r>
              <a:rPr lang="fr-FR"/>
              <a:t>Picture</a:t>
            </a:r>
          </a:p>
        </p:txBody>
      </p:sp>
      <p:sp>
        <p:nvSpPr>
          <p:cNvPr id="47" name="Espace réservé du texte 5">
            <a:extLst>
              <a:ext uri="{FF2B5EF4-FFF2-40B4-BE49-F238E27FC236}">
                <a16:creationId xmlns:a16="http://schemas.microsoft.com/office/drawing/2014/main" id="{3CC96258-88EA-04A7-13E5-042AFCDE5625}"/>
              </a:ext>
            </a:extLst>
          </p:cNvPr>
          <p:cNvSpPr>
            <a:spLocks noGrp="1"/>
          </p:cNvSpPr>
          <p:nvPr>
            <p:ph type="body" sz="quarter" idx="42" hasCustomPrompt="1"/>
          </p:nvPr>
        </p:nvSpPr>
        <p:spPr>
          <a:xfrm>
            <a:off x="7538097" y="1876934"/>
            <a:ext cx="3082278" cy="516552"/>
          </a:xfrm>
        </p:spPr>
        <p:txBody>
          <a:bodyPr wrap="square" anchor="ctr" anchorCtr="0">
            <a:spAutoFit/>
          </a:bodyPr>
          <a:lstStyle>
            <a:lvl2pPr marL="147638" indent="-147638">
              <a:buFont typeface="Source Sans Pro" panose="020B0503030403020204" pitchFamily="34" charset="0"/>
              <a:buChar char=" "/>
              <a:defRPr/>
            </a:lvl2pPr>
            <a:lvl3pPr marL="147638" indent="-147638">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
        <p:nvSpPr>
          <p:cNvPr id="48" name="Espace réservé du texte 5">
            <a:extLst>
              <a:ext uri="{FF2B5EF4-FFF2-40B4-BE49-F238E27FC236}">
                <a16:creationId xmlns:a16="http://schemas.microsoft.com/office/drawing/2014/main" id="{629EE873-2B00-DCF0-4024-56B32A34753A}"/>
              </a:ext>
            </a:extLst>
          </p:cNvPr>
          <p:cNvSpPr>
            <a:spLocks noGrp="1"/>
          </p:cNvSpPr>
          <p:nvPr>
            <p:ph type="body" sz="quarter" idx="43" hasCustomPrompt="1"/>
          </p:nvPr>
        </p:nvSpPr>
        <p:spPr>
          <a:xfrm>
            <a:off x="1521737" y="1876934"/>
            <a:ext cx="3117519" cy="516552"/>
          </a:xfrm>
        </p:spPr>
        <p:txBody>
          <a:bodyPr wrap="square" rIns="180000" anchor="ctr" anchorCtr="0">
            <a:spAutoFit/>
          </a:bodyPr>
          <a:lstStyle>
            <a:lvl2pPr marL="180975" indent="-90488" algn="r">
              <a:buFont typeface="Source Sans Pro" panose="020B0503030403020204" pitchFamily="34" charset="0"/>
              <a:buChar char=" "/>
              <a:defRPr/>
            </a:lvl2pPr>
            <a:lvl3pPr marL="147638" indent="0" algn="r">
              <a:buFont typeface="Source Sans Pro" panose="020B0503030403020204" pitchFamily="34" charset="0"/>
              <a:buChar char=" "/>
              <a:defRPr/>
            </a:lvl3pPr>
          </a:lstStyle>
          <a:p>
            <a:pPr lvl="1"/>
            <a:r>
              <a:rPr lang="fr-FR"/>
              <a:t>Click here to add your 01 level text</a:t>
            </a:r>
          </a:p>
          <a:p>
            <a:pPr lvl="2"/>
            <a:r>
              <a:rPr lang="fr-FR"/>
              <a:t>Click here to add your 02 level text</a:t>
            </a:r>
            <a:endParaRPr lang="en-US" dirty="0"/>
          </a:p>
        </p:txBody>
      </p:sp>
    </p:spTree>
    <p:extLst>
      <p:ext uri="{BB962C8B-B14F-4D97-AF65-F5344CB8AC3E}">
        <p14:creationId xmlns:p14="http://schemas.microsoft.com/office/powerpoint/2010/main" val="21311449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Peoples quotes">
    <p:spTree>
      <p:nvGrpSpPr>
        <p:cNvPr id="1" name=""/>
        <p:cNvGrpSpPr/>
        <p:nvPr/>
      </p:nvGrpSpPr>
      <p:grpSpPr>
        <a:xfrm>
          <a:off x="0" y="0"/>
          <a:ext cx="0" cy="0"/>
          <a:chOff x="0" y="0"/>
          <a:chExt cx="0" cy="0"/>
        </a:xfrm>
      </p:grpSpPr>
      <p:sp>
        <p:nvSpPr>
          <p:cNvPr id="5" name="373032b6-e5b6-473a-8902-66189b515315">
            <a:extLst>
              <a:ext uri="{FF2B5EF4-FFF2-40B4-BE49-F238E27FC236}">
                <a16:creationId xmlns:a16="http://schemas.microsoft.com/office/drawing/2014/main" id="{FCF3A165-CAF0-0BA7-A3F5-623AC8CBF876}"/>
              </a:ext>
            </a:extLst>
          </p:cNvPr>
          <p:cNvSpPr/>
          <p:nvPr userDrawn="1"/>
        </p:nvSpPr>
        <p:spPr>
          <a:xfrm>
            <a:off x="0" y="5090160"/>
            <a:ext cx="12192000" cy="1767840"/>
          </a:xfrm>
          <a:prstGeom prst="rect">
            <a:avLst/>
          </a:prstGeom>
          <a:solidFill>
            <a:schemeClr val="bg1">
              <a:lumMod val="95000"/>
            </a:schemeClr>
          </a:soli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2" name="Ellipse 51">
            <a:extLst>
              <a:ext uri="{FF2B5EF4-FFF2-40B4-BE49-F238E27FC236}">
                <a16:creationId xmlns:a16="http://schemas.microsoft.com/office/drawing/2014/main" id="{5AF055C9-5E9C-EC5C-1C8E-1BBC19B09A5D}"/>
              </a:ext>
            </a:extLst>
          </p:cNvPr>
          <p:cNvSpPr/>
          <p:nvPr userDrawn="1"/>
        </p:nvSpPr>
        <p:spPr>
          <a:xfrm>
            <a:off x="205740" y="5768390"/>
            <a:ext cx="11826240" cy="365125"/>
          </a:xfrm>
          <a:prstGeom prst="ellipse">
            <a:avLst/>
          </a:prstGeom>
          <a:solidFill>
            <a:schemeClr val="bg1">
              <a:lumMod val="85000"/>
            </a:schemeClr>
          </a:soli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userDrawn="1">
            <p:ph type="ftr" sz="quarter" idx="10"/>
          </p:nvPr>
        </p:nvSpPr>
        <p:spPr>
          <a:xfrm>
            <a:off x="1511300" y="6381751"/>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userDrawn="1">
            <p:ph type="sldNum" sz="quarter" idx="11"/>
          </p:nvPr>
        </p:nvSpPr>
        <p:spPr>
          <a:xfrm>
            <a:off x="9220776" y="6381751"/>
            <a:ext cx="2743200" cy="365125"/>
          </a:xfrm>
        </p:spPr>
        <p:txBody>
          <a:bodyPr/>
          <a:lstStyle/>
          <a:p>
            <a:fld id="{79AF822A-40E7-450E-BBE0-3EB502F51B07}" type="slidenum">
              <a:rPr lang="en-US" smtClean="0"/>
              <a:t>‹N°›</a:t>
            </a:fld>
            <a:endParaRPr lang="en-US"/>
          </a:p>
        </p:txBody>
      </p:sp>
      <p:sp>
        <p:nvSpPr>
          <p:cNvPr id="6" name="Freeform 1">
            <a:extLst>
              <a:ext uri="{FF2B5EF4-FFF2-40B4-BE49-F238E27FC236}">
                <a16:creationId xmlns:a16="http://schemas.microsoft.com/office/drawing/2014/main" id="{63F3B991-24DB-2232-1DA6-8C338B51702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cxnSp>
        <p:nvCxnSpPr>
          <p:cNvPr id="9" name="Connecteur droit 8">
            <a:extLst>
              <a:ext uri="{FF2B5EF4-FFF2-40B4-BE49-F238E27FC236}">
                <a16:creationId xmlns:a16="http://schemas.microsoft.com/office/drawing/2014/main" id="{D29C8996-F6D0-986C-B8F3-D44BE8259B15}"/>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sp>
        <p:nvSpPr>
          <p:cNvPr id="22" name="Titre 1">
            <a:extLst>
              <a:ext uri="{FF2B5EF4-FFF2-40B4-BE49-F238E27FC236}">
                <a16:creationId xmlns:a16="http://schemas.microsoft.com/office/drawing/2014/main" id="{26C81BA3-BBC8-6236-18F7-CE020162F1F2}"/>
              </a:ext>
            </a:extLst>
          </p:cNvPr>
          <p:cNvSpPr>
            <a:spLocks noGrp="1"/>
          </p:cNvSpPr>
          <p:nvPr>
            <p:ph type="title" hasCustomPrompt="1"/>
          </p:nvPr>
        </p:nvSpPr>
        <p:spPr>
          <a:xfrm>
            <a:off x="731837" y="542925"/>
            <a:ext cx="10953217" cy="462434"/>
          </a:xfrm>
        </p:spPr>
        <p:txBody>
          <a:bodyPr/>
          <a:lstStyle>
            <a:lvl1pPr>
              <a:defRPr/>
            </a:lvl1pPr>
          </a:lstStyle>
          <a:p>
            <a:r>
              <a:rPr lang="fr-FR" dirty="0" err="1"/>
              <a:t>Title</a:t>
            </a:r>
            <a:r>
              <a:rPr lang="fr-FR" dirty="0"/>
              <a:t> of the slide</a:t>
            </a:r>
            <a:endParaRPr lang="en-US" dirty="0"/>
          </a:p>
        </p:txBody>
      </p:sp>
      <p:sp>
        <p:nvSpPr>
          <p:cNvPr id="23" name="Espace réservé du texte 5">
            <a:extLst>
              <a:ext uri="{FF2B5EF4-FFF2-40B4-BE49-F238E27FC236}">
                <a16:creationId xmlns:a16="http://schemas.microsoft.com/office/drawing/2014/main" id="{2C8AD7F9-8F24-80A9-0BB6-84C3B51CDEFE}"/>
              </a:ext>
            </a:extLst>
          </p:cNvPr>
          <p:cNvSpPr>
            <a:spLocks noGrp="1"/>
          </p:cNvSpPr>
          <p:nvPr>
            <p:ph type="body" sz="quarter" idx="13" hasCustomPrompt="1"/>
          </p:nvPr>
        </p:nvSpPr>
        <p:spPr>
          <a:xfrm>
            <a:off x="731837" y="966302"/>
            <a:ext cx="10953217" cy="313932"/>
          </a:xfrm>
        </p:spPr>
        <p:txBody>
          <a:bodyPr wrap="square">
            <a:spAutoFit/>
          </a:bodyPr>
          <a:lstStyle>
            <a:lvl1pPr marL="0" indent="0">
              <a:buNone/>
              <a:defRPr b="0"/>
            </a:lvl1pPr>
          </a:lstStyle>
          <a:p>
            <a:pPr lvl="0"/>
            <a:r>
              <a:rPr lang="fr-FR"/>
              <a:t>Subtitle of the slide</a:t>
            </a:r>
            <a:endParaRPr lang="fr-FR" dirty="0"/>
          </a:p>
        </p:txBody>
      </p:sp>
      <p:pic>
        <p:nvPicPr>
          <p:cNvPr id="24" name="Image 23">
            <a:extLst>
              <a:ext uri="{FF2B5EF4-FFF2-40B4-BE49-F238E27FC236}">
                <a16:creationId xmlns:a16="http://schemas.microsoft.com/office/drawing/2014/main" id="{341336B5-7E60-D974-C265-0A0704F74D0C}"/>
              </a:ext>
            </a:extLst>
          </p:cNvPr>
          <p:cNvPicPr>
            <a:picLocks noChangeAspect="1"/>
          </p:cNvPicPr>
          <p:nvPr userDrawn="1"/>
        </p:nvPicPr>
        <p:blipFill>
          <a:blip r:embed="rId2"/>
          <a:stretch>
            <a:fillRect/>
          </a:stretch>
        </p:blipFill>
        <p:spPr>
          <a:xfrm>
            <a:off x="2513107" y="3493770"/>
            <a:ext cx="939800" cy="2400300"/>
          </a:xfrm>
          <a:prstGeom prst="rect">
            <a:avLst/>
          </a:prstGeom>
        </p:spPr>
      </p:pic>
      <p:pic>
        <p:nvPicPr>
          <p:cNvPr id="29" name="Image 28">
            <a:extLst>
              <a:ext uri="{FF2B5EF4-FFF2-40B4-BE49-F238E27FC236}">
                <a16:creationId xmlns:a16="http://schemas.microsoft.com/office/drawing/2014/main" id="{830E2747-947F-2FBA-DC56-A3DE0980F9D0}"/>
              </a:ext>
            </a:extLst>
          </p:cNvPr>
          <p:cNvPicPr>
            <a:picLocks noChangeAspect="1"/>
          </p:cNvPicPr>
          <p:nvPr userDrawn="1"/>
        </p:nvPicPr>
        <p:blipFill>
          <a:blip r:embed="rId3"/>
          <a:stretch>
            <a:fillRect/>
          </a:stretch>
        </p:blipFill>
        <p:spPr>
          <a:xfrm>
            <a:off x="3301076" y="3462020"/>
            <a:ext cx="1054100" cy="2463800"/>
          </a:xfrm>
          <a:prstGeom prst="rect">
            <a:avLst/>
          </a:prstGeom>
        </p:spPr>
      </p:pic>
      <p:pic>
        <p:nvPicPr>
          <p:cNvPr id="31" name="Image 30">
            <a:extLst>
              <a:ext uri="{FF2B5EF4-FFF2-40B4-BE49-F238E27FC236}">
                <a16:creationId xmlns:a16="http://schemas.microsoft.com/office/drawing/2014/main" id="{33D0BD1F-550C-3180-C791-0754D34CB67D}"/>
              </a:ext>
            </a:extLst>
          </p:cNvPr>
          <p:cNvPicPr>
            <a:picLocks noChangeAspect="1"/>
          </p:cNvPicPr>
          <p:nvPr userDrawn="1"/>
        </p:nvPicPr>
        <p:blipFill>
          <a:blip r:embed="rId4"/>
          <a:stretch>
            <a:fillRect/>
          </a:stretch>
        </p:blipFill>
        <p:spPr>
          <a:xfrm>
            <a:off x="4203345" y="3455670"/>
            <a:ext cx="1282700" cy="2476500"/>
          </a:xfrm>
          <a:prstGeom prst="rect">
            <a:avLst/>
          </a:prstGeom>
        </p:spPr>
      </p:pic>
      <p:pic>
        <p:nvPicPr>
          <p:cNvPr id="32" name="Image 31">
            <a:extLst>
              <a:ext uri="{FF2B5EF4-FFF2-40B4-BE49-F238E27FC236}">
                <a16:creationId xmlns:a16="http://schemas.microsoft.com/office/drawing/2014/main" id="{2E3FFDBF-DCC8-FDB3-704C-9E3D6472AC3F}"/>
              </a:ext>
            </a:extLst>
          </p:cNvPr>
          <p:cNvPicPr>
            <a:picLocks noChangeAspect="1"/>
          </p:cNvPicPr>
          <p:nvPr userDrawn="1"/>
        </p:nvPicPr>
        <p:blipFill>
          <a:blip r:embed="rId5"/>
          <a:stretch>
            <a:fillRect/>
          </a:stretch>
        </p:blipFill>
        <p:spPr>
          <a:xfrm>
            <a:off x="5334214" y="3500120"/>
            <a:ext cx="1104900" cy="2387600"/>
          </a:xfrm>
          <a:prstGeom prst="rect">
            <a:avLst/>
          </a:prstGeom>
        </p:spPr>
      </p:pic>
      <p:pic>
        <p:nvPicPr>
          <p:cNvPr id="33" name="Image 32">
            <a:extLst>
              <a:ext uri="{FF2B5EF4-FFF2-40B4-BE49-F238E27FC236}">
                <a16:creationId xmlns:a16="http://schemas.microsoft.com/office/drawing/2014/main" id="{2F2DCD48-C71A-8403-671F-5606E486C8DE}"/>
              </a:ext>
            </a:extLst>
          </p:cNvPr>
          <p:cNvPicPr>
            <a:picLocks noChangeAspect="1"/>
          </p:cNvPicPr>
          <p:nvPr userDrawn="1"/>
        </p:nvPicPr>
        <p:blipFill>
          <a:blip r:embed="rId6"/>
          <a:stretch>
            <a:fillRect/>
          </a:stretch>
        </p:blipFill>
        <p:spPr>
          <a:xfrm>
            <a:off x="6287283" y="3442970"/>
            <a:ext cx="990600" cy="2501900"/>
          </a:xfrm>
          <a:prstGeom prst="rect">
            <a:avLst/>
          </a:prstGeom>
        </p:spPr>
      </p:pic>
      <p:pic>
        <p:nvPicPr>
          <p:cNvPr id="34" name="Image 33">
            <a:extLst>
              <a:ext uri="{FF2B5EF4-FFF2-40B4-BE49-F238E27FC236}">
                <a16:creationId xmlns:a16="http://schemas.microsoft.com/office/drawing/2014/main" id="{2E6F9C8F-3381-D736-1029-3D7C9B256E0A}"/>
              </a:ext>
            </a:extLst>
          </p:cNvPr>
          <p:cNvPicPr>
            <a:picLocks noChangeAspect="1"/>
          </p:cNvPicPr>
          <p:nvPr userDrawn="1"/>
        </p:nvPicPr>
        <p:blipFill>
          <a:blip r:embed="rId7"/>
          <a:stretch>
            <a:fillRect/>
          </a:stretch>
        </p:blipFill>
        <p:spPr>
          <a:xfrm>
            <a:off x="7126052" y="3544570"/>
            <a:ext cx="1003300" cy="2298700"/>
          </a:xfrm>
          <a:prstGeom prst="rect">
            <a:avLst/>
          </a:prstGeom>
        </p:spPr>
      </p:pic>
      <p:pic>
        <p:nvPicPr>
          <p:cNvPr id="35" name="Image 34">
            <a:extLst>
              <a:ext uri="{FF2B5EF4-FFF2-40B4-BE49-F238E27FC236}">
                <a16:creationId xmlns:a16="http://schemas.microsoft.com/office/drawing/2014/main" id="{2CF978BB-277B-BDA3-8B45-683921E0FCE6}"/>
              </a:ext>
            </a:extLst>
          </p:cNvPr>
          <p:cNvPicPr>
            <a:picLocks noChangeAspect="1"/>
          </p:cNvPicPr>
          <p:nvPr userDrawn="1"/>
        </p:nvPicPr>
        <p:blipFill>
          <a:blip r:embed="rId8"/>
          <a:stretch>
            <a:fillRect/>
          </a:stretch>
        </p:blipFill>
        <p:spPr>
          <a:xfrm>
            <a:off x="7977521" y="3474720"/>
            <a:ext cx="1117600" cy="2438400"/>
          </a:xfrm>
          <a:prstGeom prst="rect">
            <a:avLst/>
          </a:prstGeom>
        </p:spPr>
      </p:pic>
      <p:pic>
        <p:nvPicPr>
          <p:cNvPr id="36" name="Image 35">
            <a:extLst>
              <a:ext uri="{FF2B5EF4-FFF2-40B4-BE49-F238E27FC236}">
                <a16:creationId xmlns:a16="http://schemas.microsoft.com/office/drawing/2014/main" id="{9FB95341-432D-C9E9-0CCB-3BEF56A20862}"/>
              </a:ext>
            </a:extLst>
          </p:cNvPr>
          <p:cNvPicPr>
            <a:picLocks noChangeAspect="1"/>
          </p:cNvPicPr>
          <p:nvPr userDrawn="1"/>
        </p:nvPicPr>
        <p:blipFill>
          <a:blip r:embed="rId9"/>
          <a:stretch>
            <a:fillRect/>
          </a:stretch>
        </p:blipFill>
        <p:spPr>
          <a:xfrm>
            <a:off x="8943290" y="3493770"/>
            <a:ext cx="850900" cy="2400300"/>
          </a:xfrm>
          <a:prstGeom prst="rect">
            <a:avLst/>
          </a:prstGeom>
        </p:spPr>
      </p:pic>
      <p:pic>
        <p:nvPicPr>
          <p:cNvPr id="37" name="Image 36">
            <a:extLst>
              <a:ext uri="{FF2B5EF4-FFF2-40B4-BE49-F238E27FC236}">
                <a16:creationId xmlns:a16="http://schemas.microsoft.com/office/drawing/2014/main" id="{6E5AE515-487A-B756-D73D-E3D6EE278C19}"/>
              </a:ext>
            </a:extLst>
          </p:cNvPr>
          <p:cNvPicPr>
            <a:picLocks noChangeAspect="1"/>
          </p:cNvPicPr>
          <p:nvPr userDrawn="1"/>
        </p:nvPicPr>
        <p:blipFill>
          <a:blip r:embed="rId10"/>
          <a:stretch>
            <a:fillRect/>
          </a:stretch>
        </p:blipFill>
        <p:spPr>
          <a:xfrm>
            <a:off x="9642359" y="3436620"/>
            <a:ext cx="1016000" cy="2514600"/>
          </a:xfrm>
          <a:prstGeom prst="rect">
            <a:avLst/>
          </a:prstGeom>
        </p:spPr>
      </p:pic>
      <p:pic>
        <p:nvPicPr>
          <p:cNvPr id="39" name="Image 38">
            <a:extLst>
              <a:ext uri="{FF2B5EF4-FFF2-40B4-BE49-F238E27FC236}">
                <a16:creationId xmlns:a16="http://schemas.microsoft.com/office/drawing/2014/main" id="{F531A51C-EB0C-2324-9361-F357A52C51A8}"/>
              </a:ext>
            </a:extLst>
          </p:cNvPr>
          <p:cNvPicPr>
            <a:picLocks noChangeAspect="1"/>
          </p:cNvPicPr>
          <p:nvPr userDrawn="1"/>
        </p:nvPicPr>
        <p:blipFill>
          <a:blip r:embed="rId11"/>
          <a:stretch>
            <a:fillRect/>
          </a:stretch>
        </p:blipFill>
        <p:spPr>
          <a:xfrm>
            <a:off x="1402704" y="3502790"/>
            <a:ext cx="1262234" cy="2448430"/>
          </a:xfrm>
          <a:prstGeom prst="rect">
            <a:avLst/>
          </a:prstGeom>
        </p:spPr>
      </p:pic>
      <p:pic>
        <p:nvPicPr>
          <p:cNvPr id="49" name="Image 48">
            <a:extLst>
              <a:ext uri="{FF2B5EF4-FFF2-40B4-BE49-F238E27FC236}">
                <a16:creationId xmlns:a16="http://schemas.microsoft.com/office/drawing/2014/main" id="{4B5F412D-04C2-18F0-2A8B-FCA7B49D238D}"/>
              </a:ext>
            </a:extLst>
          </p:cNvPr>
          <p:cNvPicPr>
            <a:picLocks noChangeAspect="1"/>
          </p:cNvPicPr>
          <p:nvPr userDrawn="1"/>
        </p:nvPicPr>
        <p:blipFill>
          <a:blip r:embed="rId12"/>
          <a:stretch>
            <a:fillRect/>
          </a:stretch>
        </p:blipFill>
        <p:spPr>
          <a:xfrm>
            <a:off x="322716" y="3405357"/>
            <a:ext cx="1231819" cy="2615713"/>
          </a:xfrm>
          <a:prstGeom prst="rect">
            <a:avLst/>
          </a:prstGeom>
        </p:spPr>
      </p:pic>
      <p:pic>
        <p:nvPicPr>
          <p:cNvPr id="50" name="Image 49">
            <a:extLst>
              <a:ext uri="{FF2B5EF4-FFF2-40B4-BE49-F238E27FC236}">
                <a16:creationId xmlns:a16="http://schemas.microsoft.com/office/drawing/2014/main" id="{1B237D3B-7470-E0B1-C4C2-0BEC52516369}"/>
              </a:ext>
            </a:extLst>
          </p:cNvPr>
          <p:cNvPicPr>
            <a:picLocks noChangeAspect="1"/>
          </p:cNvPicPr>
          <p:nvPr userDrawn="1"/>
        </p:nvPicPr>
        <p:blipFill>
          <a:blip r:embed="rId13"/>
          <a:stretch>
            <a:fillRect/>
          </a:stretch>
        </p:blipFill>
        <p:spPr>
          <a:xfrm>
            <a:off x="10506528" y="3538221"/>
            <a:ext cx="1307857" cy="2387599"/>
          </a:xfrm>
          <a:prstGeom prst="rect">
            <a:avLst/>
          </a:prstGeom>
        </p:spPr>
      </p:pic>
      <p:sp>
        <p:nvSpPr>
          <p:cNvPr id="55" name="Espace réservé du texte 53">
            <a:extLst>
              <a:ext uri="{FF2B5EF4-FFF2-40B4-BE49-F238E27FC236}">
                <a16:creationId xmlns:a16="http://schemas.microsoft.com/office/drawing/2014/main" id="{68149BC8-F2BF-DEBF-95F6-3C4382F72396}"/>
              </a:ext>
            </a:extLst>
          </p:cNvPr>
          <p:cNvSpPr>
            <a:spLocks noGrp="1"/>
          </p:cNvSpPr>
          <p:nvPr>
            <p:ph type="body" sz="quarter" idx="15" hasCustomPrompt="1"/>
          </p:nvPr>
        </p:nvSpPr>
        <p:spPr>
          <a:xfrm>
            <a:off x="4293581" y="2180623"/>
            <a:ext cx="1704975" cy="905477"/>
          </a:xfrm>
          <a:prstGeom prst="wedgeRectCallout">
            <a:avLst>
              <a:gd name="adj1" fmla="val -20833"/>
              <a:gd name="adj2" fmla="val 83929"/>
            </a:avLst>
          </a:prstGeom>
          <a:solidFill>
            <a:schemeClr val="accent3"/>
          </a:solidFill>
        </p:spPr>
        <p:txBody>
          <a:bodyPr lIns="72000" tIns="108000" rIns="108000" bIns="108000" anchor="b">
            <a:spAutoFit/>
          </a:bodyPr>
          <a:lstStyle>
            <a:lvl2pPr marL="92075" indent="-92075">
              <a:buFont typeface="Source Sans Pro" panose="020B0503030403020204" pitchFamily="34" charset="0"/>
              <a:buChar char=" "/>
              <a:defRPr sz="1200">
                <a:solidFill>
                  <a:schemeClr val="bg1"/>
                </a:solidFill>
              </a:defRPr>
            </a:lvl2pPr>
            <a:lvl3pPr marL="92075" indent="-92075">
              <a:buFont typeface="Source Sans Pro" panose="020B0503030403020204" pitchFamily="34" charset="0"/>
              <a:buChar char=" "/>
              <a:defRPr sz="1100">
                <a:solidFill>
                  <a:schemeClr val="bg1"/>
                </a:solidFill>
              </a:defRPr>
            </a:lvl3pPr>
          </a:lstStyle>
          <a:p>
            <a:pPr lvl="1"/>
            <a:r>
              <a:rPr lang="fr-FR" dirty="0"/>
              <a:t>Click to </a:t>
            </a:r>
            <a:r>
              <a:rPr lang="fr-FR" dirty="0" err="1"/>
              <a:t>add</a:t>
            </a:r>
            <a:r>
              <a:rPr lang="fr-FR" dirty="0"/>
              <a:t> </a:t>
            </a:r>
            <a:r>
              <a:rPr lang="fr-FR" dirty="0" err="1"/>
              <a:t>your</a:t>
            </a:r>
            <a:r>
              <a:rPr lang="fr-FR" dirty="0"/>
              <a:t> </a:t>
            </a:r>
            <a:r>
              <a:rPr lang="fr-FR" dirty="0" err="1"/>
              <a:t>text</a:t>
            </a:r>
            <a:endParaRPr lang="fr-FR" dirty="0"/>
          </a:p>
          <a:p>
            <a:pPr lvl="2"/>
            <a:r>
              <a:rPr lang="en-US" dirty="0"/>
              <a:t>Additional text, </a:t>
            </a:r>
            <a:br>
              <a:rPr lang="en-US" dirty="0"/>
            </a:br>
            <a:r>
              <a:rPr lang="en-US" dirty="0"/>
              <a:t>on several lines</a:t>
            </a:r>
            <a:br>
              <a:rPr lang="en-US" dirty="0"/>
            </a:br>
            <a:r>
              <a:rPr lang="en-US" dirty="0"/>
              <a:t>if necessary</a:t>
            </a:r>
            <a:endParaRPr lang="fr-FR" dirty="0"/>
          </a:p>
        </p:txBody>
      </p:sp>
      <p:sp>
        <p:nvSpPr>
          <p:cNvPr id="57" name="Espace réservé du texte 53">
            <a:extLst>
              <a:ext uri="{FF2B5EF4-FFF2-40B4-BE49-F238E27FC236}">
                <a16:creationId xmlns:a16="http://schemas.microsoft.com/office/drawing/2014/main" id="{6BE88D2D-92DD-576A-AAAD-9E30BE232627}"/>
              </a:ext>
            </a:extLst>
          </p:cNvPr>
          <p:cNvSpPr>
            <a:spLocks noGrp="1"/>
          </p:cNvSpPr>
          <p:nvPr>
            <p:ph type="body" sz="quarter" idx="17" hasCustomPrompt="1"/>
          </p:nvPr>
        </p:nvSpPr>
        <p:spPr>
          <a:xfrm>
            <a:off x="1600338" y="2180623"/>
            <a:ext cx="1704975" cy="905477"/>
          </a:xfrm>
          <a:prstGeom prst="wedgeRectCallout">
            <a:avLst>
              <a:gd name="adj1" fmla="val -20833"/>
              <a:gd name="adj2" fmla="val 83929"/>
            </a:avLst>
          </a:prstGeom>
          <a:solidFill>
            <a:schemeClr val="tx1"/>
          </a:solidFill>
        </p:spPr>
        <p:txBody>
          <a:bodyPr lIns="72000" tIns="108000" rIns="108000" bIns="108000" anchor="b">
            <a:spAutoFit/>
          </a:bodyPr>
          <a:lstStyle>
            <a:lvl2pPr marL="92075" indent="-92075">
              <a:buFont typeface="Source Sans Pro" panose="020B0503030403020204" pitchFamily="34" charset="0"/>
              <a:buChar char=" "/>
              <a:defRPr sz="1200">
                <a:solidFill>
                  <a:schemeClr val="bg1"/>
                </a:solidFill>
              </a:defRPr>
            </a:lvl2pPr>
            <a:lvl3pPr marL="92075" indent="-92075">
              <a:buFont typeface="Source Sans Pro" panose="020B0503030403020204" pitchFamily="34" charset="0"/>
              <a:buChar char=" "/>
              <a:defRPr sz="1100">
                <a:solidFill>
                  <a:schemeClr val="bg1"/>
                </a:solidFill>
              </a:defRPr>
            </a:lvl3pPr>
          </a:lstStyle>
          <a:p>
            <a:pPr lvl="1"/>
            <a:r>
              <a:rPr lang="fr-FR"/>
              <a:t>Click to add your text</a:t>
            </a:r>
          </a:p>
          <a:p>
            <a:pPr lvl="2"/>
            <a:r>
              <a:rPr lang="en-US"/>
              <a:t>Additional text, </a:t>
            </a:r>
            <a:br>
              <a:rPr lang="en-US"/>
            </a:br>
            <a:r>
              <a:rPr lang="en-US"/>
              <a:t>on several lines</a:t>
            </a:r>
            <a:br>
              <a:rPr lang="en-US"/>
            </a:br>
            <a:r>
              <a:rPr lang="en-US"/>
              <a:t>if necessary</a:t>
            </a:r>
            <a:endParaRPr lang="fr-FR"/>
          </a:p>
        </p:txBody>
      </p:sp>
      <p:sp>
        <p:nvSpPr>
          <p:cNvPr id="58" name="Espace réservé du texte 53">
            <a:extLst>
              <a:ext uri="{FF2B5EF4-FFF2-40B4-BE49-F238E27FC236}">
                <a16:creationId xmlns:a16="http://schemas.microsoft.com/office/drawing/2014/main" id="{95EF6EBB-F968-5F0E-F013-68DE1C056C7B}"/>
              </a:ext>
            </a:extLst>
          </p:cNvPr>
          <p:cNvSpPr>
            <a:spLocks noGrp="1"/>
          </p:cNvSpPr>
          <p:nvPr>
            <p:ph type="body" sz="quarter" idx="18" hasCustomPrompt="1"/>
          </p:nvPr>
        </p:nvSpPr>
        <p:spPr>
          <a:xfrm>
            <a:off x="8129352" y="2180623"/>
            <a:ext cx="1704975" cy="905477"/>
          </a:xfrm>
          <a:prstGeom prst="wedgeRectCallout">
            <a:avLst>
              <a:gd name="adj1" fmla="val -20833"/>
              <a:gd name="adj2" fmla="val 83929"/>
            </a:avLst>
          </a:prstGeom>
          <a:solidFill>
            <a:schemeClr val="accent5"/>
          </a:solidFill>
        </p:spPr>
        <p:txBody>
          <a:bodyPr lIns="72000" tIns="108000" rIns="108000" bIns="108000" anchor="b">
            <a:spAutoFit/>
          </a:bodyPr>
          <a:lstStyle>
            <a:lvl2pPr marL="92075" indent="-92075">
              <a:buFont typeface="Source Sans Pro" panose="020B0503030403020204" pitchFamily="34" charset="0"/>
              <a:buChar char=" "/>
              <a:defRPr sz="1200">
                <a:solidFill>
                  <a:schemeClr val="tx2"/>
                </a:solidFill>
              </a:defRPr>
            </a:lvl2pPr>
            <a:lvl3pPr marL="92075" indent="-92075">
              <a:buFont typeface="Source Sans Pro" panose="020B0503030403020204" pitchFamily="34" charset="0"/>
              <a:buChar char=" "/>
              <a:defRPr sz="1100">
                <a:solidFill>
                  <a:schemeClr val="tx2"/>
                </a:solidFill>
              </a:defRPr>
            </a:lvl3pPr>
          </a:lstStyle>
          <a:p>
            <a:pPr lvl="1"/>
            <a:r>
              <a:rPr lang="fr-FR" dirty="0"/>
              <a:t>Click to </a:t>
            </a:r>
            <a:r>
              <a:rPr lang="fr-FR" dirty="0" err="1"/>
              <a:t>add</a:t>
            </a:r>
            <a:r>
              <a:rPr lang="fr-FR" dirty="0"/>
              <a:t> </a:t>
            </a:r>
            <a:r>
              <a:rPr lang="fr-FR" dirty="0" err="1"/>
              <a:t>your</a:t>
            </a:r>
            <a:r>
              <a:rPr lang="fr-FR" dirty="0"/>
              <a:t> </a:t>
            </a:r>
            <a:r>
              <a:rPr lang="fr-FR" dirty="0" err="1"/>
              <a:t>text</a:t>
            </a:r>
            <a:endParaRPr lang="fr-FR" dirty="0"/>
          </a:p>
          <a:p>
            <a:pPr lvl="2"/>
            <a:r>
              <a:rPr lang="en-US" dirty="0"/>
              <a:t>Additional text, </a:t>
            </a:r>
            <a:br>
              <a:rPr lang="en-US" dirty="0"/>
            </a:br>
            <a:r>
              <a:rPr lang="en-US" dirty="0"/>
              <a:t>on several lines</a:t>
            </a:r>
            <a:br>
              <a:rPr lang="en-US" dirty="0"/>
            </a:br>
            <a:r>
              <a:rPr lang="en-US" dirty="0"/>
              <a:t>if necessary</a:t>
            </a:r>
            <a:endParaRPr lang="fr-FR" dirty="0"/>
          </a:p>
        </p:txBody>
      </p:sp>
    </p:spTree>
    <p:extLst>
      <p:ext uri="{BB962C8B-B14F-4D97-AF65-F5344CB8AC3E}">
        <p14:creationId xmlns:p14="http://schemas.microsoft.com/office/powerpoint/2010/main" val="21629055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tx1"/>
        </a:solidFill>
        <a:effectLst/>
      </p:bgPr>
    </p:bg>
    <p:spTree>
      <p:nvGrpSpPr>
        <p:cNvPr id="1" name=""/>
        <p:cNvGrpSpPr/>
        <p:nvPr/>
      </p:nvGrpSpPr>
      <p:grpSpPr>
        <a:xfrm>
          <a:off x="0" y="0"/>
          <a:ext cx="0" cy="0"/>
          <a:chOff x="0" y="0"/>
          <a:chExt cx="0" cy="0"/>
        </a:xfrm>
      </p:grpSpPr>
      <p:sp>
        <p:nvSpPr>
          <p:cNvPr id="5" name="Graphique 2">
            <a:extLst>
              <a:ext uri="{FF2B5EF4-FFF2-40B4-BE49-F238E27FC236}">
                <a16:creationId xmlns:a16="http://schemas.microsoft.com/office/drawing/2014/main" id="{E2D430C7-B687-BF0D-FE35-515C37426E03}"/>
              </a:ext>
            </a:extLst>
          </p:cNvPr>
          <p:cNvSpPr>
            <a:spLocks/>
          </p:cNvSpPr>
          <p:nvPr userDrawn="1"/>
        </p:nvSpPr>
        <p:spPr>
          <a:xfrm rot="5400000" flipH="1">
            <a:off x="545105" y="601802"/>
            <a:ext cx="2701930" cy="233996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12" name="Forme libre : forme 11">
            <a:extLst>
              <a:ext uri="{FF2B5EF4-FFF2-40B4-BE49-F238E27FC236}">
                <a16:creationId xmlns:a16="http://schemas.microsoft.com/office/drawing/2014/main" id="{911C9CDA-B138-2E76-9B97-EEBD25C4215B}"/>
              </a:ext>
            </a:extLst>
          </p:cNvPr>
          <p:cNvSpPr>
            <a:spLocks/>
          </p:cNvSpPr>
          <p:nvPr userDrawn="1"/>
        </p:nvSpPr>
        <p:spPr>
          <a:xfrm rot="5400000" flipH="1">
            <a:off x="10731162" y="4726878"/>
            <a:ext cx="2152612" cy="769063"/>
          </a:xfrm>
          <a:custGeom>
            <a:avLst/>
            <a:gdLst>
              <a:gd name="connsiteX0" fmla="*/ 2152612 w 2152612"/>
              <a:gd name="connsiteY0" fmla="*/ 769063 h 769063"/>
              <a:gd name="connsiteX1" fmla="*/ 1076306 w 2152612"/>
              <a:gd name="connsiteY1" fmla="*/ 769063 h 769063"/>
              <a:gd name="connsiteX2" fmla="*/ 0 w 2152612"/>
              <a:gd name="connsiteY2" fmla="*/ 769063 h 769063"/>
              <a:gd name="connsiteX3" fmla="*/ 443981 w 2152612"/>
              <a:gd name="connsiteY3" fmla="*/ 0 h 769063"/>
              <a:gd name="connsiteX4" fmla="*/ 1708562 w 2152612"/>
              <a:gd name="connsiteY4" fmla="*/ 0 h 769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2612" h="769063">
                <a:moveTo>
                  <a:pt x="2152612" y="769063"/>
                </a:moveTo>
                <a:lnTo>
                  <a:pt x="1076306" y="769063"/>
                </a:lnTo>
                <a:lnTo>
                  <a:pt x="0" y="769063"/>
                </a:lnTo>
                <a:lnTo>
                  <a:pt x="443981" y="0"/>
                </a:lnTo>
                <a:lnTo>
                  <a:pt x="1708562"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sp>
        <p:nvSpPr>
          <p:cNvPr id="22" name="Ellipse 21">
            <a:extLst>
              <a:ext uri="{FF2B5EF4-FFF2-40B4-BE49-F238E27FC236}">
                <a16:creationId xmlns:a16="http://schemas.microsoft.com/office/drawing/2014/main" id="{0880D9A7-D3DC-ECF1-9907-880828EBD7E0}"/>
              </a:ext>
            </a:extLst>
          </p:cNvPr>
          <p:cNvSpPr/>
          <p:nvPr userDrawn="1"/>
        </p:nvSpPr>
        <p:spPr>
          <a:xfrm>
            <a:off x="9570532" y="4354586"/>
            <a:ext cx="419288" cy="41928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space réservé pour une image  25">
            <a:extLst>
              <a:ext uri="{FF2B5EF4-FFF2-40B4-BE49-F238E27FC236}">
                <a16:creationId xmlns:a16="http://schemas.microsoft.com/office/drawing/2014/main" id="{056FFB86-5F45-E063-0B92-AA7D89BA20E6}"/>
              </a:ext>
            </a:extLst>
          </p:cNvPr>
          <p:cNvSpPr>
            <a:spLocks noGrp="1"/>
          </p:cNvSpPr>
          <p:nvPr>
            <p:ph type="pic" sz="quarter" idx="11" hasCustomPrompt="1"/>
          </p:nvPr>
        </p:nvSpPr>
        <p:spPr>
          <a:xfrm>
            <a:off x="9586642" y="4371193"/>
            <a:ext cx="385800" cy="386076"/>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tIns="0" bIns="144000" anchor="ctr">
            <a:noAutofit/>
          </a:bodyPr>
          <a:lstStyle>
            <a:lvl1pPr marL="0" indent="0" algn="ctr">
              <a:buNone/>
              <a:defRPr sz="800" b="0">
                <a:solidFill>
                  <a:schemeClr val="bg2"/>
                </a:solidFill>
                <a:latin typeface="+mn-lt"/>
              </a:defRPr>
            </a:lvl1pPr>
          </a:lstStyle>
          <a:p>
            <a:r>
              <a:rPr lang="fr-FR"/>
              <a:t>Picture</a:t>
            </a:r>
          </a:p>
        </p:txBody>
      </p:sp>
      <p:sp>
        <p:nvSpPr>
          <p:cNvPr id="27" name="Espace réservé du texte 4">
            <a:extLst>
              <a:ext uri="{FF2B5EF4-FFF2-40B4-BE49-F238E27FC236}">
                <a16:creationId xmlns:a16="http://schemas.microsoft.com/office/drawing/2014/main" id="{CE04097C-808E-6780-92DB-14BBD1F50CB0}"/>
              </a:ext>
            </a:extLst>
          </p:cNvPr>
          <p:cNvSpPr>
            <a:spLocks noGrp="1"/>
          </p:cNvSpPr>
          <p:nvPr>
            <p:ph type="body" sz="quarter" idx="13" hasCustomPrompt="1"/>
          </p:nvPr>
        </p:nvSpPr>
        <p:spPr>
          <a:xfrm>
            <a:off x="1943100" y="2887762"/>
            <a:ext cx="8305800" cy="1082476"/>
          </a:xfrm>
        </p:spPr>
        <p:txBody>
          <a:bodyPr wrap="square" tIns="0" bIns="0" anchor="ctr">
            <a:spAutoFit/>
          </a:bodyPr>
          <a:lstStyle>
            <a:lvl1pPr marL="0" indent="0" algn="ctr">
              <a:lnSpc>
                <a:spcPct val="120000"/>
              </a:lnSpc>
              <a:spcBef>
                <a:spcPts val="0"/>
              </a:spcBef>
              <a:buNone/>
              <a:defRPr sz="2000" b="0" i="1">
                <a:solidFill>
                  <a:schemeClr val="bg1"/>
                </a:solidFill>
                <a:latin typeface="+mn-lt"/>
                <a:ea typeface="Source Sans Pro SemiBold" panose="020B0603030403020204" pitchFamily="34" charset="0"/>
              </a:defRPr>
            </a:lvl1pPr>
          </a:lstStyle>
          <a:p>
            <a:pPr lvl="0"/>
            <a:r>
              <a:rPr lang="fr-FR" dirty="0"/>
              <a:t>Lorem ipsum dolor sit amet, consectetuer adipiscing elit. Maecenas porttitor congue massa. Fusce posuere, magna sed pulvinar ultricies, purus lectus malesuada libero, sit amet commodo magna eros quis urna."</a:t>
            </a:r>
          </a:p>
        </p:txBody>
      </p:sp>
      <p:sp>
        <p:nvSpPr>
          <p:cNvPr id="28" name="Espace réservé du texte 4">
            <a:extLst>
              <a:ext uri="{FF2B5EF4-FFF2-40B4-BE49-F238E27FC236}">
                <a16:creationId xmlns:a16="http://schemas.microsoft.com/office/drawing/2014/main" id="{676D0FFF-F426-FAC2-B0E4-C9285F97D3A0}"/>
              </a:ext>
            </a:extLst>
          </p:cNvPr>
          <p:cNvSpPr>
            <a:spLocks noGrp="1"/>
          </p:cNvSpPr>
          <p:nvPr>
            <p:ph type="body" sz="quarter" idx="14" hasCustomPrompt="1"/>
          </p:nvPr>
        </p:nvSpPr>
        <p:spPr>
          <a:xfrm>
            <a:off x="7064645" y="4591070"/>
            <a:ext cx="2345150" cy="166199"/>
          </a:xfrm>
        </p:spPr>
        <p:txBody>
          <a:bodyPr wrap="square" tIns="0" bIns="0">
            <a:spAutoFit/>
          </a:bodyPr>
          <a:lstStyle>
            <a:lvl1pPr marL="0" indent="0" algn="r">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23" name="ZoneTexte 22">
            <a:extLst>
              <a:ext uri="{FF2B5EF4-FFF2-40B4-BE49-F238E27FC236}">
                <a16:creationId xmlns:a16="http://schemas.microsoft.com/office/drawing/2014/main" id="{FCA9F80F-C115-F8AB-4593-C19E39842311}"/>
              </a:ext>
            </a:extLst>
          </p:cNvPr>
          <p:cNvSpPr txBox="1"/>
          <p:nvPr userDrawn="1"/>
        </p:nvSpPr>
        <p:spPr>
          <a:xfrm>
            <a:off x="1896070" y="1797182"/>
            <a:ext cx="965200" cy="1200329"/>
          </a:xfrm>
          <a:prstGeom prst="rect">
            <a:avLst/>
          </a:prstGeom>
          <a:noFill/>
        </p:spPr>
        <p:txBody>
          <a:bodyPr wrap="square" lIns="0" rIns="0" rtlCol="0">
            <a:spAutoFit/>
          </a:bodyPr>
          <a:lstStyle/>
          <a:p>
            <a:pPr algn="l"/>
            <a:r>
              <a:rPr lang="fr-FR" sz="7200">
                <a:solidFill>
                  <a:schemeClr val="bg1"/>
                </a:solidFill>
                <a:latin typeface="+mj-lt"/>
              </a:rPr>
              <a:t>"</a:t>
            </a:r>
            <a:endParaRPr lang="fr-FR" sz="7200" dirty="0">
              <a:solidFill>
                <a:schemeClr val="bg1"/>
              </a:solidFill>
              <a:latin typeface="+mj-lt"/>
            </a:endParaRPr>
          </a:p>
        </p:txBody>
      </p:sp>
      <p:sp>
        <p:nvSpPr>
          <p:cNvPr id="30" name="Espace réservé du texte 4">
            <a:extLst>
              <a:ext uri="{FF2B5EF4-FFF2-40B4-BE49-F238E27FC236}">
                <a16:creationId xmlns:a16="http://schemas.microsoft.com/office/drawing/2014/main" id="{594BDBDB-D6F7-652B-2636-88ABC7084629}"/>
              </a:ext>
            </a:extLst>
          </p:cNvPr>
          <p:cNvSpPr>
            <a:spLocks noGrp="1"/>
          </p:cNvSpPr>
          <p:nvPr>
            <p:ph type="body" sz="quarter" idx="16" hasCustomPrompt="1"/>
          </p:nvPr>
        </p:nvSpPr>
        <p:spPr>
          <a:xfrm>
            <a:off x="7064645" y="4375170"/>
            <a:ext cx="2345150" cy="193899"/>
          </a:xfrm>
        </p:spPr>
        <p:txBody>
          <a:bodyPr wrap="square" tIns="0" bIns="0">
            <a:spAutoFit/>
          </a:bodyPr>
          <a:lstStyle>
            <a:lvl1pPr marL="0" indent="0" algn="r">
              <a:lnSpc>
                <a:spcPct val="90000"/>
              </a:lnSpc>
              <a:spcBef>
                <a:spcPts val="0"/>
              </a:spcBef>
              <a:buNone/>
              <a:defRPr sz="14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Tree>
    <p:extLst>
      <p:ext uri="{BB962C8B-B14F-4D97-AF65-F5344CB8AC3E}">
        <p14:creationId xmlns:p14="http://schemas.microsoft.com/office/powerpoint/2010/main" val="37857580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x1 speaker">
    <p:bg>
      <p:bgPr>
        <a:solidFill>
          <a:schemeClr val="tx1"/>
        </a:solidFill>
        <a:effectLst/>
      </p:bgPr>
    </p:bg>
    <p:spTree>
      <p:nvGrpSpPr>
        <p:cNvPr id="1" name=""/>
        <p:cNvGrpSpPr/>
        <p:nvPr/>
      </p:nvGrpSpPr>
      <p:grpSpPr>
        <a:xfrm>
          <a:off x="0" y="0"/>
          <a:ext cx="0" cy="0"/>
          <a:chOff x="0" y="0"/>
          <a:chExt cx="0" cy="0"/>
        </a:xfrm>
      </p:grpSpPr>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Graphique 2">
            <a:extLst>
              <a:ext uri="{FF2B5EF4-FFF2-40B4-BE49-F238E27FC236}">
                <a16:creationId xmlns:a16="http://schemas.microsoft.com/office/drawing/2014/main" id="{E2D430C7-B687-BF0D-FE35-515C37426E03}"/>
              </a:ext>
            </a:extLst>
          </p:cNvPr>
          <p:cNvSpPr>
            <a:spLocks/>
          </p:cNvSpPr>
          <p:nvPr userDrawn="1"/>
        </p:nvSpPr>
        <p:spPr>
          <a:xfrm rot="16200000">
            <a:off x="9409266" y="3882473"/>
            <a:ext cx="2701930" cy="233996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12" name="Forme libre : forme 11">
            <a:extLst>
              <a:ext uri="{FF2B5EF4-FFF2-40B4-BE49-F238E27FC236}">
                <a16:creationId xmlns:a16="http://schemas.microsoft.com/office/drawing/2014/main" id="{911C9CDA-B138-2E76-9B97-EEBD25C4215B}"/>
              </a:ext>
            </a:extLst>
          </p:cNvPr>
          <p:cNvSpPr>
            <a:spLocks/>
          </p:cNvSpPr>
          <p:nvPr userDrawn="1"/>
        </p:nvSpPr>
        <p:spPr>
          <a:xfrm rot="16200000">
            <a:off x="-691774" y="1006137"/>
            <a:ext cx="2152612" cy="769063"/>
          </a:xfrm>
          <a:custGeom>
            <a:avLst/>
            <a:gdLst>
              <a:gd name="connsiteX0" fmla="*/ 2152612 w 2152612"/>
              <a:gd name="connsiteY0" fmla="*/ 769063 h 769063"/>
              <a:gd name="connsiteX1" fmla="*/ 1076306 w 2152612"/>
              <a:gd name="connsiteY1" fmla="*/ 769063 h 769063"/>
              <a:gd name="connsiteX2" fmla="*/ 0 w 2152612"/>
              <a:gd name="connsiteY2" fmla="*/ 769063 h 769063"/>
              <a:gd name="connsiteX3" fmla="*/ 443981 w 2152612"/>
              <a:gd name="connsiteY3" fmla="*/ 0 h 769063"/>
              <a:gd name="connsiteX4" fmla="*/ 1708562 w 2152612"/>
              <a:gd name="connsiteY4" fmla="*/ 0 h 769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2612" h="769063">
                <a:moveTo>
                  <a:pt x="2152612" y="769063"/>
                </a:moveTo>
                <a:lnTo>
                  <a:pt x="1076306" y="769063"/>
                </a:lnTo>
                <a:lnTo>
                  <a:pt x="0" y="769063"/>
                </a:lnTo>
                <a:lnTo>
                  <a:pt x="443981" y="0"/>
                </a:lnTo>
                <a:lnTo>
                  <a:pt x="1708562"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grpSp>
        <p:nvGrpSpPr>
          <p:cNvPr id="13" name="Groupe 12">
            <a:extLst>
              <a:ext uri="{FF2B5EF4-FFF2-40B4-BE49-F238E27FC236}">
                <a16:creationId xmlns:a16="http://schemas.microsoft.com/office/drawing/2014/main" id="{3ED64516-BA93-F966-645D-74571F3DB2B9}"/>
              </a:ext>
            </a:extLst>
          </p:cNvPr>
          <p:cNvGrpSpPr/>
          <p:nvPr userDrawn="1"/>
        </p:nvGrpSpPr>
        <p:grpSpPr>
          <a:xfrm>
            <a:off x="1493519" y="2826547"/>
            <a:ext cx="9204962" cy="652458"/>
            <a:chOff x="-822961" y="1623523"/>
            <a:chExt cx="9204962" cy="652458"/>
          </a:xfrm>
        </p:grpSpPr>
        <p:grpSp>
          <p:nvGrpSpPr>
            <p:cNvPr id="14" name="Groupe 13">
              <a:extLst>
                <a:ext uri="{FF2B5EF4-FFF2-40B4-BE49-F238E27FC236}">
                  <a16:creationId xmlns:a16="http://schemas.microsoft.com/office/drawing/2014/main" id="{1CA42E00-8075-29CF-3A83-A7F6908F32AE}"/>
                </a:ext>
              </a:extLst>
            </p:cNvPr>
            <p:cNvGrpSpPr/>
            <p:nvPr/>
          </p:nvGrpSpPr>
          <p:grpSpPr>
            <a:xfrm>
              <a:off x="3809999" y="1623523"/>
              <a:ext cx="4572002" cy="652458"/>
              <a:chOff x="4334509" y="3333039"/>
              <a:chExt cx="4259583" cy="607874"/>
            </a:xfrm>
            <a:solidFill>
              <a:schemeClr val="tx2"/>
            </a:solidFill>
          </p:grpSpPr>
          <p:pic>
            <p:nvPicPr>
              <p:cNvPr id="18" name="Graphique 17">
                <a:extLst>
                  <a:ext uri="{FF2B5EF4-FFF2-40B4-BE49-F238E27FC236}">
                    <a16:creationId xmlns:a16="http://schemas.microsoft.com/office/drawing/2014/main" id="{52568DFA-93B1-6BFE-4FD4-37769B29F61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19" name="Graphique 18">
                <a:extLst>
                  <a:ext uri="{FF2B5EF4-FFF2-40B4-BE49-F238E27FC236}">
                    <a16:creationId xmlns:a16="http://schemas.microsoft.com/office/drawing/2014/main" id="{80F43EBE-78BE-CAA1-A3E0-6BEA6488F8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nvGrpSpPr>
            <p:cNvPr id="15" name="Groupe 14">
              <a:extLst>
                <a:ext uri="{FF2B5EF4-FFF2-40B4-BE49-F238E27FC236}">
                  <a16:creationId xmlns:a16="http://schemas.microsoft.com/office/drawing/2014/main" id="{B60574ED-F9E2-9A67-B7D6-B2B936E1FE66}"/>
                </a:ext>
              </a:extLst>
            </p:cNvPr>
            <p:cNvGrpSpPr/>
            <p:nvPr/>
          </p:nvGrpSpPr>
          <p:grpSpPr>
            <a:xfrm>
              <a:off x="-822961" y="1623523"/>
              <a:ext cx="4572002" cy="652458"/>
              <a:chOff x="4334509" y="3333039"/>
              <a:chExt cx="4259583" cy="607874"/>
            </a:xfrm>
            <a:solidFill>
              <a:schemeClr val="tx2"/>
            </a:solidFill>
          </p:grpSpPr>
          <p:pic>
            <p:nvPicPr>
              <p:cNvPr id="16" name="Graphique 15">
                <a:extLst>
                  <a:ext uri="{FF2B5EF4-FFF2-40B4-BE49-F238E27FC236}">
                    <a16:creationId xmlns:a16="http://schemas.microsoft.com/office/drawing/2014/main" id="{88B8893F-3882-6BA5-E4F8-F6B762DF2A0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17" name="Graphique 16">
                <a:extLst>
                  <a:ext uri="{FF2B5EF4-FFF2-40B4-BE49-F238E27FC236}">
                    <a16:creationId xmlns:a16="http://schemas.microsoft.com/office/drawing/2014/main" id="{2530502A-CC8A-4259-3716-1CD9BD4A248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sp>
        <p:nvSpPr>
          <p:cNvPr id="20" name="Rectangle 19">
            <a:extLst>
              <a:ext uri="{FF2B5EF4-FFF2-40B4-BE49-F238E27FC236}">
                <a16:creationId xmlns:a16="http://schemas.microsoft.com/office/drawing/2014/main" id="{B4B8D595-7FE5-26A2-B3FC-3AB56B3569A0}"/>
              </a:ext>
            </a:extLst>
          </p:cNvPr>
          <p:cNvSpPr/>
          <p:nvPr userDrawn="1"/>
        </p:nvSpPr>
        <p:spPr>
          <a:xfrm flipH="1">
            <a:off x="7795258" y="2705670"/>
            <a:ext cx="4396741"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3B4BEE-487E-014A-EC3F-38E702C3C8BC}"/>
              </a:ext>
            </a:extLst>
          </p:cNvPr>
          <p:cNvSpPr/>
          <p:nvPr userDrawn="1"/>
        </p:nvSpPr>
        <p:spPr>
          <a:xfrm>
            <a:off x="0" y="2705670"/>
            <a:ext cx="4396741"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Ellipse 21">
            <a:extLst>
              <a:ext uri="{FF2B5EF4-FFF2-40B4-BE49-F238E27FC236}">
                <a16:creationId xmlns:a16="http://schemas.microsoft.com/office/drawing/2014/main" id="{0880D9A7-D3DC-ECF1-9907-880828EBD7E0}"/>
              </a:ext>
            </a:extLst>
          </p:cNvPr>
          <p:cNvSpPr/>
          <p:nvPr userDrawn="1"/>
        </p:nvSpPr>
        <p:spPr>
          <a:xfrm>
            <a:off x="5133975" y="2190750"/>
            <a:ext cx="1924050" cy="19240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space réservé pour une image  25">
            <a:extLst>
              <a:ext uri="{FF2B5EF4-FFF2-40B4-BE49-F238E27FC236}">
                <a16:creationId xmlns:a16="http://schemas.microsoft.com/office/drawing/2014/main" id="{056FFB86-5F45-E063-0B92-AA7D89BA20E6}"/>
              </a:ext>
            </a:extLst>
          </p:cNvPr>
          <p:cNvSpPr>
            <a:spLocks noGrp="1"/>
          </p:cNvSpPr>
          <p:nvPr>
            <p:ph type="pic" sz="quarter" idx="11" hasCustomPrompt="1"/>
          </p:nvPr>
        </p:nvSpPr>
        <p:spPr>
          <a:xfrm>
            <a:off x="5210176" y="2266953"/>
            <a:ext cx="1770380" cy="1771646"/>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27" name="Espace réservé du texte 4">
            <a:extLst>
              <a:ext uri="{FF2B5EF4-FFF2-40B4-BE49-F238E27FC236}">
                <a16:creationId xmlns:a16="http://schemas.microsoft.com/office/drawing/2014/main" id="{CE04097C-808E-6780-92DB-14BBD1F50CB0}"/>
              </a:ext>
            </a:extLst>
          </p:cNvPr>
          <p:cNvSpPr>
            <a:spLocks noGrp="1"/>
          </p:cNvSpPr>
          <p:nvPr>
            <p:ph type="body" sz="quarter" idx="13" hasCustomPrompt="1"/>
          </p:nvPr>
        </p:nvSpPr>
        <p:spPr>
          <a:xfrm>
            <a:off x="4476750" y="4397395"/>
            <a:ext cx="3238500" cy="276999"/>
          </a:xfrm>
        </p:spPr>
        <p:txBody>
          <a:bodyPr wrap="square" tIns="0" bIns="0">
            <a:spAutoFit/>
          </a:bodyPr>
          <a:lstStyle>
            <a:lvl1pPr marL="0" indent="0" algn="ctr">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28" name="Espace réservé du texte 4">
            <a:extLst>
              <a:ext uri="{FF2B5EF4-FFF2-40B4-BE49-F238E27FC236}">
                <a16:creationId xmlns:a16="http://schemas.microsoft.com/office/drawing/2014/main" id="{676D0FFF-F426-FAC2-B0E4-C9285F97D3A0}"/>
              </a:ext>
            </a:extLst>
          </p:cNvPr>
          <p:cNvSpPr>
            <a:spLocks noGrp="1"/>
          </p:cNvSpPr>
          <p:nvPr>
            <p:ph type="body" sz="quarter" idx="14" hasCustomPrompt="1"/>
          </p:nvPr>
        </p:nvSpPr>
        <p:spPr>
          <a:xfrm>
            <a:off x="4923425" y="4692670"/>
            <a:ext cx="2345150" cy="166199"/>
          </a:xfrm>
        </p:spPr>
        <p:txBody>
          <a:bodyPr wrap="square" tIns="0" bIns="0">
            <a:spAutoFit/>
          </a:bodyPr>
          <a:lstStyle>
            <a:lvl1pPr marL="0" indent="0" algn="ctr">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29" name="Espace réservé du texte 4">
            <a:extLst>
              <a:ext uri="{FF2B5EF4-FFF2-40B4-BE49-F238E27FC236}">
                <a16:creationId xmlns:a16="http://schemas.microsoft.com/office/drawing/2014/main" id="{4FDA04CB-AF46-C1CC-6623-2054729F8F94}"/>
              </a:ext>
            </a:extLst>
          </p:cNvPr>
          <p:cNvSpPr>
            <a:spLocks noGrp="1"/>
          </p:cNvSpPr>
          <p:nvPr>
            <p:ph type="body" sz="quarter" idx="15" hasCustomPrompt="1"/>
          </p:nvPr>
        </p:nvSpPr>
        <p:spPr>
          <a:xfrm>
            <a:off x="4923425" y="5197495"/>
            <a:ext cx="2345150" cy="166199"/>
          </a:xfrm>
        </p:spPr>
        <p:txBody>
          <a:bodyPr wrap="square" tIns="0" bIns="0">
            <a:spAutoFit/>
          </a:bodyPr>
          <a:lstStyle>
            <a:lvl1pPr marL="0" indent="0" algn="ctr">
              <a:lnSpc>
                <a:spcPct val="90000"/>
              </a:lnSpc>
              <a:spcBef>
                <a:spcPts val="0"/>
              </a:spcBef>
              <a:buNone/>
              <a:defRPr sz="1200" b="0">
                <a:solidFill>
                  <a:schemeClr val="accent3"/>
                </a:solidFill>
                <a:latin typeface="+mn-lt"/>
                <a:ea typeface="Source Sans Pro SemiBold" panose="020B0603030403020204" pitchFamily="34" charset="0"/>
              </a:defRPr>
            </a:lvl1pPr>
          </a:lstStyle>
          <a:p>
            <a:pPr lvl="0"/>
            <a:r>
              <a:rPr lang="fr-FR" dirty="0"/>
              <a:t>xx min</a:t>
            </a:r>
          </a:p>
        </p:txBody>
      </p:sp>
    </p:spTree>
    <p:extLst>
      <p:ext uri="{BB962C8B-B14F-4D97-AF65-F5344CB8AC3E}">
        <p14:creationId xmlns:p14="http://schemas.microsoft.com/office/powerpoint/2010/main" val="2295739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repeatCount="indefinite" fill="hold" nodeType="withEffect">
                                  <p:stCondLst>
                                    <p:cond delay="0"/>
                                  </p:stCondLst>
                                  <p:childTnLst>
                                    <p:animMotion origin="layout" path="M 0 -2.59259E-6 L 0.19063 0.00139 " pathEditMode="relative" rAng="0" ptsTypes="AA">
                                      <p:cBhvr>
                                        <p:cTn id="6" dur="10000" fill="hold"/>
                                        <p:tgtEl>
                                          <p:spTgt spid="13"/>
                                        </p:tgtEl>
                                        <p:attrNameLst>
                                          <p:attrName>ppt_x</p:attrName>
                                          <p:attrName>ppt_y</p:attrName>
                                        </p:attrNameLst>
                                      </p:cBhvr>
                                      <p:rCtr x="9531"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x2 speaker">
    <p:bg>
      <p:bgPr>
        <a:solidFill>
          <a:schemeClr val="tx1"/>
        </a:solidFill>
        <a:effectLst/>
      </p:bgPr>
    </p:bg>
    <p:spTree>
      <p:nvGrpSpPr>
        <p:cNvPr id="1" name=""/>
        <p:cNvGrpSpPr/>
        <p:nvPr/>
      </p:nvGrpSpPr>
      <p:grpSpPr>
        <a:xfrm>
          <a:off x="0" y="0"/>
          <a:ext cx="0" cy="0"/>
          <a:chOff x="0" y="0"/>
          <a:chExt cx="0" cy="0"/>
        </a:xfrm>
      </p:grpSpPr>
      <p:grpSp>
        <p:nvGrpSpPr>
          <p:cNvPr id="34" name="Groupe 33">
            <a:extLst>
              <a:ext uri="{FF2B5EF4-FFF2-40B4-BE49-F238E27FC236}">
                <a16:creationId xmlns:a16="http://schemas.microsoft.com/office/drawing/2014/main" id="{272DFAAD-3B8D-53FF-D42A-37AADF41A5BC}"/>
              </a:ext>
            </a:extLst>
          </p:cNvPr>
          <p:cNvGrpSpPr/>
          <p:nvPr userDrawn="1"/>
        </p:nvGrpSpPr>
        <p:grpSpPr>
          <a:xfrm>
            <a:off x="1493519" y="2826547"/>
            <a:ext cx="9204962" cy="652458"/>
            <a:chOff x="-822961" y="1623523"/>
            <a:chExt cx="9204962" cy="652458"/>
          </a:xfrm>
        </p:grpSpPr>
        <p:grpSp>
          <p:nvGrpSpPr>
            <p:cNvPr id="35" name="Groupe 34">
              <a:extLst>
                <a:ext uri="{FF2B5EF4-FFF2-40B4-BE49-F238E27FC236}">
                  <a16:creationId xmlns:a16="http://schemas.microsoft.com/office/drawing/2014/main" id="{574ACB28-1592-54CE-C899-7CADE4595C25}"/>
                </a:ext>
              </a:extLst>
            </p:cNvPr>
            <p:cNvGrpSpPr/>
            <p:nvPr/>
          </p:nvGrpSpPr>
          <p:grpSpPr>
            <a:xfrm>
              <a:off x="3809999" y="1623523"/>
              <a:ext cx="4572002" cy="652458"/>
              <a:chOff x="4334509" y="3333039"/>
              <a:chExt cx="4259583" cy="607874"/>
            </a:xfrm>
            <a:solidFill>
              <a:schemeClr val="tx2"/>
            </a:solidFill>
          </p:grpSpPr>
          <p:pic>
            <p:nvPicPr>
              <p:cNvPr id="39" name="Graphique 38">
                <a:extLst>
                  <a:ext uri="{FF2B5EF4-FFF2-40B4-BE49-F238E27FC236}">
                    <a16:creationId xmlns:a16="http://schemas.microsoft.com/office/drawing/2014/main" id="{C2C87178-8665-F93F-DC36-44DD3C0729C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40" name="Graphique 39">
                <a:extLst>
                  <a:ext uri="{FF2B5EF4-FFF2-40B4-BE49-F238E27FC236}">
                    <a16:creationId xmlns:a16="http://schemas.microsoft.com/office/drawing/2014/main" id="{87B082A7-7372-0A50-28A1-E2038BA80F0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nvGrpSpPr>
            <p:cNvPr id="36" name="Groupe 35">
              <a:extLst>
                <a:ext uri="{FF2B5EF4-FFF2-40B4-BE49-F238E27FC236}">
                  <a16:creationId xmlns:a16="http://schemas.microsoft.com/office/drawing/2014/main" id="{FB97554F-C450-39B2-BCC2-E80AF0FCB823}"/>
                </a:ext>
              </a:extLst>
            </p:cNvPr>
            <p:cNvGrpSpPr/>
            <p:nvPr/>
          </p:nvGrpSpPr>
          <p:grpSpPr>
            <a:xfrm>
              <a:off x="-822961" y="1623523"/>
              <a:ext cx="4572002" cy="652458"/>
              <a:chOff x="4334509" y="3333039"/>
              <a:chExt cx="4259583" cy="607874"/>
            </a:xfrm>
            <a:solidFill>
              <a:schemeClr val="tx2"/>
            </a:solidFill>
          </p:grpSpPr>
          <p:pic>
            <p:nvPicPr>
              <p:cNvPr id="37" name="Graphique 36">
                <a:extLst>
                  <a:ext uri="{FF2B5EF4-FFF2-40B4-BE49-F238E27FC236}">
                    <a16:creationId xmlns:a16="http://schemas.microsoft.com/office/drawing/2014/main" id="{FF1417C1-E2A9-B553-85EB-79AE94ED8E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38" name="Graphique 37">
                <a:extLst>
                  <a:ext uri="{FF2B5EF4-FFF2-40B4-BE49-F238E27FC236}">
                    <a16:creationId xmlns:a16="http://schemas.microsoft.com/office/drawing/2014/main" id="{40A4C64E-ED3E-2FD2-BAF8-B6B7C29A1E7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sp>
        <p:nvSpPr>
          <p:cNvPr id="41" name="Rectangle 40">
            <a:extLst>
              <a:ext uri="{FF2B5EF4-FFF2-40B4-BE49-F238E27FC236}">
                <a16:creationId xmlns:a16="http://schemas.microsoft.com/office/drawing/2014/main" id="{5D40FD16-7031-3920-0B2F-5D7B37CC6E9D}"/>
              </a:ext>
            </a:extLst>
          </p:cNvPr>
          <p:cNvSpPr/>
          <p:nvPr userDrawn="1"/>
        </p:nvSpPr>
        <p:spPr>
          <a:xfrm flipH="1">
            <a:off x="10604400" y="2705670"/>
            <a:ext cx="1587600"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C5A6019-1BB6-9B35-3198-6DF249F86DB1}"/>
              </a:ext>
            </a:extLst>
          </p:cNvPr>
          <p:cNvSpPr/>
          <p:nvPr userDrawn="1"/>
        </p:nvSpPr>
        <p:spPr>
          <a:xfrm>
            <a:off x="1" y="2705670"/>
            <a:ext cx="1585860"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Graphique 2">
            <a:extLst>
              <a:ext uri="{FF2B5EF4-FFF2-40B4-BE49-F238E27FC236}">
                <a16:creationId xmlns:a16="http://schemas.microsoft.com/office/drawing/2014/main" id="{E2D430C7-B687-BF0D-FE35-515C37426E03}"/>
              </a:ext>
            </a:extLst>
          </p:cNvPr>
          <p:cNvSpPr>
            <a:spLocks/>
          </p:cNvSpPr>
          <p:nvPr userDrawn="1"/>
        </p:nvSpPr>
        <p:spPr>
          <a:xfrm rot="16200000">
            <a:off x="9409266" y="3882473"/>
            <a:ext cx="2701930" cy="233996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12" name="Forme libre : forme 11">
            <a:extLst>
              <a:ext uri="{FF2B5EF4-FFF2-40B4-BE49-F238E27FC236}">
                <a16:creationId xmlns:a16="http://schemas.microsoft.com/office/drawing/2014/main" id="{911C9CDA-B138-2E76-9B97-EEBD25C4215B}"/>
              </a:ext>
            </a:extLst>
          </p:cNvPr>
          <p:cNvSpPr>
            <a:spLocks/>
          </p:cNvSpPr>
          <p:nvPr userDrawn="1"/>
        </p:nvSpPr>
        <p:spPr>
          <a:xfrm rot="16200000">
            <a:off x="-691774" y="1006137"/>
            <a:ext cx="2152612" cy="769063"/>
          </a:xfrm>
          <a:custGeom>
            <a:avLst/>
            <a:gdLst>
              <a:gd name="connsiteX0" fmla="*/ 2152612 w 2152612"/>
              <a:gd name="connsiteY0" fmla="*/ 769063 h 769063"/>
              <a:gd name="connsiteX1" fmla="*/ 1076306 w 2152612"/>
              <a:gd name="connsiteY1" fmla="*/ 769063 h 769063"/>
              <a:gd name="connsiteX2" fmla="*/ 0 w 2152612"/>
              <a:gd name="connsiteY2" fmla="*/ 769063 h 769063"/>
              <a:gd name="connsiteX3" fmla="*/ 443981 w 2152612"/>
              <a:gd name="connsiteY3" fmla="*/ 0 h 769063"/>
              <a:gd name="connsiteX4" fmla="*/ 1708562 w 2152612"/>
              <a:gd name="connsiteY4" fmla="*/ 0 h 769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2612" h="769063">
                <a:moveTo>
                  <a:pt x="2152612" y="769063"/>
                </a:moveTo>
                <a:lnTo>
                  <a:pt x="1076306" y="769063"/>
                </a:lnTo>
                <a:lnTo>
                  <a:pt x="0" y="769063"/>
                </a:lnTo>
                <a:lnTo>
                  <a:pt x="443981" y="0"/>
                </a:lnTo>
                <a:lnTo>
                  <a:pt x="1708562"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sp>
        <p:nvSpPr>
          <p:cNvPr id="22" name="Ellipse 21">
            <a:extLst>
              <a:ext uri="{FF2B5EF4-FFF2-40B4-BE49-F238E27FC236}">
                <a16:creationId xmlns:a16="http://schemas.microsoft.com/office/drawing/2014/main" id="{0880D9A7-D3DC-ECF1-9907-880828EBD7E0}"/>
              </a:ext>
            </a:extLst>
          </p:cNvPr>
          <p:cNvSpPr/>
          <p:nvPr userDrawn="1"/>
        </p:nvSpPr>
        <p:spPr>
          <a:xfrm>
            <a:off x="2270712" y="2190750"/>
            <a:ext cx="1924050" cy="19240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space réservé pour une image  25">
            <a:extLst>
              <a:ext uri="{FF2B5EF4-FFF2-40B4-BE49-F238E27FC236}">
                <a16:creationId xmlns:a16="http://schemas.microsoft.com/office/drawing/2014/main" id="{056FFB86-5F45-E063-0B92-AA7D89BA20E6}"/>
              </a:ext>
            </a:extLst>
          </p:cNvPr>
          <p:cNvSpPr>
            <a:spLocks noGrp="1"/>
          </p:cNvSpPr>
          <p:nvPr>
            <p:ph type="pic" sz="quarter" idx="11" hasCustomPrompt="1"/>
          </p:nvPr>
        </p:nvSpPr>
        <p:spPr>
          <a:xfrm>
            <a:off x="2347547" y="2266953"/>
            <a:ext cx="1770380" cy="1771646"/>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27" name="Espace réservé du texte 4">
            <a:extLst>
              <a:ext uri="{FF2B5EF4-FFF2-40B4-BE49-F238E27FC236}">
                <a16:creationId xmlns:a16="http://schemas.microsoft.com/office/drawing/2014/main" id="{CE04097C-808E-6780-92DB-14BBD1F50CB0}"/>
              </a:ext>
            </a:extLst>
          </p:cNvPr>
          <p:cNvSpPr>
            <a:spLocks noGrp="1"/>
          </p:cNvSpPr>
          <p:nvPr>
            <p:ph type="body" sz="quarter" idx="13" hasCustomPrompt="1"/>
          </p:nvPr>
        </p:nvSpPr>
        <p:spPr>
          <a:xfrm>
            <a:off x="1521999" y="4397395"/>
            <a:ext cx="3421476" cy="276999"/>
          </a:xfrm>
        </p:spPr>
        <p:txBody>
          <a:bodyPr wrap="square" tIns="0" bIns="0">
            <a:spAutoFit/>
          </a:bodyPr>
          <a:lstStyle>
            <a:lvl1pPr marL="0" indent="0" algn="ctr">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28" name="Espace réservé du texte 4">
            <a:extLst>
              <a:ext uri="{FF2B5EF4-FFF2-40B4-BE49-F238E27FC236}">
                <a16:creationId xmlns:a16="http://schemas.microsoft.com/office/drawing/2014/main" id="{676D0FFF-F426-FAC2-B0E4-C9285F97D3A0}"/>
              </a:ext>
            </a:extLst>
          </p:cNvPr>
          <p:cNvSpPr>
            <a:spLocks noGrp="1"/>
          </p:cNvSpPr>
          <p:nvPr>
            <p:ph type="body" sz="quarter" idx="14" hasCustomPrompt="1"/>
          </p:nvPr>
        </p:nvSpPr>
        <p:spPr>
          <a:xfrm>
            <a:off x="2060162" y="4692670"/>
            <a:ext cx="2345150" cy="166199"/>
          </a:xfrm>
        </p:spPr>
        <p:txBody>
          <a:bodyPr wrap="square" tIns="0" bIns="0">
            <a:spAutoFit/>
          </a:bodyPr>
          <a:lstStyle>
            <a:lvl1pPr marL="0" indent="0" algn="ctr">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29" name="Ellipse 28">
            <a:extLst>
              <a:ext uri="{FF2B5EF4-FFF2-40B4-BE49-F238E27FC236}">
                <a16:creationId xmlns:a16="http://schemas.microsoft.com/office/drawing/2014/main" id="{00C1E6D3-1F66-E378-59C9-F9A4B6779615}"/>
              </a:ext>
            </a:extLst>
          </p:cNvPr>
          <p:cNvSpPr/>
          <p:nvPr userDrawn="1"/>
        </p:nvSpPr>
        <p:spPr>
          <a:xfrm>
            <a:off x="7997238" y="2190750"/>
            <a:ext cx="1924050" cy="19240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space réservé pour une image  25">
            <a:extLst>
              <a:ext uri="{FF2B5EF4-FFF2-40B4-BE49-F238E27FC236}">
                <a16:creationId xmlns:a16="http://schemas.microsoft.com/office/drawing/2014/main" id="{FF751E7E-B219-3C60-3AB7-04A0FA08005C}"/>
              </a:ext>
            </a:extLst>
          </p:cNvPr>
          <p:cNvSpPr>
            <a:spLocks noGrp="1"/>
          </p:cNvSpPr>
          <p:nvPr>
            <p:ph type="pic" sz="quarter" idx="15" hasCustomPrompt="1"/>
          </p:nvPr>
        </p:nvSpPr>
        <p:spPr>
          <a:xfrm>
            <a:off x="8074073" y="2266953"/>
            <a:ext cx="1770380" cy="1771646"/>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31" name="Espace réservé du texte 4">
            <a:extLst>
              <a:ext uri="{FF2B5EF4-FFF2-40B4-BE49-F238E27FC236}">
                <a16:creationId xmlns:a16="http://schemas.microsoft.com/office/drawing/2014/main" id="{CA5C2EB2-86E9-8448-7C2D-41CFDFB58E20}"/>
              </a:ext>
            </a:extLst>
          </p:cNvPr>
          <p:cNvSpPr>
            <a:spLocks noGrp="1"/>
          </p:cNvSpPr>
          <p:nvPr>
            <p:ph type="body" sz="quarter" idx="16" hasCustomPrompt="1"/>
          </p:nvPr>
        </p:nvSpPr>
        <p:spPr>
          <a:xfrm>
            <a:off x="7248525" y="4397395"/>
            <a:ext cx="3421476" cy="276999"/>
          </a:xfrm>
        </p:spPr>
        <p:txBody>
          <a:bodyPr wrap="square" tIns="0" bIns="0">
            <a:spAutoFit/>
          </a:bodyPr>
          <a:lstStyle>
            <a:lvl1pPr marL="0" indent="0" algn="ctr">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32" name="Espace réservé du texte 4">
            <a:extLst>
              <a:ext uri="{FF2B5EF4-FFF2-40B4-BE49-F238E27FC236}">
                <a16:creationId xmlns:a16="http://schemas.microsoft.com/office/drawing/2014/main" id="{7861C6B7-6703-B9AC-6F55-CC984887C4F0}"/>
              </a:ext>
            </a:extLst>
          </p:cNvPr>
          <p:cNvSpPr>
            <a:spLocks noGrp="1"/>
          </p:cNvSpPr>
          <p:nvPr>
            <p:ph type="body" sz="quarter" idx="17" hasCustomPrompt="1"/>
          </p:nvPr>
        </p:nvSpPr>
        <p:spPr>
          <a:xfrm>
            <a:off x="7786688" y="4692670"/>
            <a:ext cx="2345150" cy="166199"/>
          </a:xfrm>
        </p:spPr>
        <p:txBody>
          <a:bodyPr wrap="square" tIns="0" bIns="0">
            <a:spAutoFit/>
          </a:bodyPr>
          <a:lstStyle>
            <a:lvl1pPr marL="0" indent="0" algn="ctr">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43" name="Rectangle 42">
            <a:extLst>
              <a:ext uri="{FF2B5EF4-FFF2-40B4-BE49-F238E27FC236}">
                <a16:creationId xmlns:a16="http://schemas.microsoft.com/office/drawing/2014/main" id="{01D232C2-DBAF-2596-A49A-9656DF7095D2}"/>
              </a:ext>
            </a:extLst>
          </p:cNvPr>
          <p:cNvSpPr/>
          <p:nvPr userDrawn="1"/>
        </p:nvSpPr>
        <p:spPr>
          <a:xfrm>
            <a:off x="6107429" y="2705670"/>
            <a:ext cx="969646"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2129C59-EE0B-0322-4578-FE538AE3DBB6}"/>
              </a:ext>
            </a:extLst>
          </p:cNvPr>
          <p:cNvSpPr/>
          <p:nvPr userDrawn="1"/>
        </p:nvSpPr>
        <p:spPr>
          <a:xfrm rot="10800000">
            <a:off x="5130961" y="2705670"/>
            <a:ext cx="969646"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Espace réservé du texte 4">
            <a:extLst>
              <a:ext uri="{FF2B5EF4-FFF2-40B4-BE49-F238E27FC236}">
                <a16:creationId xmlns:a16="http://schemas.microsoft.com/office/drawing/2014/main" id="{3E9147A9-621A-2C4C-DF43-74D0E6A5319F}"/>
              </a:ext>
            </a:extLst>
          </p:cNvPr>
          <p:cNvSpPr>
            <a:spLocks noGrp="1"/>
          </p:cNvSpPr>
          <p:nvPr>
            <p:ph type="body" sz="quarter" idx="18" hasCustomPrompt="1"/>
          </p:nvPr>
        </p:nvSpPr>
        <p:spPr>
          <a:xfrm>
            <a:off x="2060162" y="5197495"/>
            <a:ext cx="2345150" cy="166199"/>
          </a:xfrm>
        </p:spPr>
        <p:txBody>
          <a:bodyPr wrap="square" tIns="0" bIns="0">
            <a:spAutoFit/>
          </a:bodyPr>
          <a:lstStyle>
            <a:lvl1pPr marL="0" indent="0" algn="ctr">
              <a:lnSpc>
                <a:spcPct val="90000"/>
              </a:lnSpc>
              <a:spcBef>
                <a:spcPts val="0"/>
              </a:spcBef>
              <a:buNone/>
              <a:defRPr sz="1200" b="0">
                <a:solidFill>
                  <a:schemeClr val="accent5"/>
                </a:solidFill>
                <a:latin typeface="+mn-lt"/>
                <a:ea typeface="Source Sans Pro SemiBold" panose="020B0603030403020204" pitchFamily="34" charset="0"/>
              </a:defRPr>
            </a:lvl1pPr>
          </a:lstStyle>
          <a:p>
            <a:pPr lvl="0"/>
            <a:r>
              <a:rPr lang="fr-FR" dirty="0"/>
              <a:t>xx min</a:t>
            </a:r>
          </a:p>
        </p:txBody>
      </p:sp>
      <p:sp>
        <p:nvSpPr>
          <p:cNvPr id="46" name="Espace réservé du texte 4">
            <a:extLst>
              <a:ext uri="{FF2B5EF4-FFF2-40B4-BE49-F238E27FC236}">
                <a16:creationId xmlns:a16="http://schemas.microsoft.com/office/drawing/2014/main" id="{5D2A3D8B-67A5-775C-79F9-96E94F5FDF34}"/>
              </a:ext>
            </a:extLst>
          </p:cNvPr>
          <p:cNvSpPr>
            <a:spLocks noGrp="1"/>
          </p:cNvSpPr>
          <p:nvPr>
            <p:ph type="body" sz="quarter" idx="19" hasCustomPrompt="1"/>
          </p:nvPr>
        </p:nvSpPr>
        <p:spPr>
          <a:xfrm>
            <a:off x="7786688" y="5197495"/>
            <a:ext cx="2345150" cy="166199"/>
          </a:xfrm>
        </p:spPr>
        <p:txBody>
          <a:bodyPr wrap="square" tIns="0" bIns="0">
            <a:spAutoFit/>
          </a:bodyPr>
          <a:lstStyle>
            <a:lvl1pPr marL="0" indent="0" algn="ctr">
              <a:lnSpc>
                <a:spcPct val="90000"/>
              </a:lnSpc>
              <a:spcBef>
                <a:spcPts val="0"/>
              </a:spcBef>
              <a:buNone/>
              <a:defRPr sz="1200" b="0">
                <a:solidFill>
                  <a:schemeClr val="accent5"/>
                </a:solidFill>
                <a:latin typeface="+mn-lt"/>
                <a:ea typeface="Source Sans Pro SemiBold" panose="020B0603030403020204" pitchFamily="34" charset="0"/>
              </a:defRPr>
            </a:lvl1pPr>
          </a:lstStyle>
          <a:p>
            <a:pPr lvl="0"/>
            <a:r>
              <a:rPr lang="fr-FR" dirty="0"/>
              <a:t>xx min</a:t>
            </a:r>
          </a:p>
        </p:txBody>
      </p:sp>
    </p:spTree>
    <p:extLst>
      <p:ext uri="{BB962C8B-B14F-4D97-AF65-F5344CB8AC3E}">
        <p14:creationId xmlns:p14="http://schemas.microsoft.com/office/powerpoint/2010/main" val="3839788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repeatCount="indefinite" fill="hold" nodeType="withEffect">
                                  <p:stCondLst>
                                    <p:cond delay="0"/>
                                  </p:stCondLst>
                                  <p:childTnLst>
                                    <p:animMotion origin="layout" path="M 0 -2.59259E-6 L 0.19063 0.00139 " pathEditMode="relative" rAng="0" ptsTypes="AA">
                                      <p:cBhvr>
                                        <p:cTn id="6" dur="10000" fill="hold"/>
                                        <p:tgtEl>
                                          <p:spTgt spid="34"/>
                                        </p:tgtEl>
                                        <p:attrNameLst>
                                          <p:attrName>ppt_x</p:attrName>
                                          <p:attrName>ppt_y</p:attrName>
                                        </p:attrNameLst>
                                      </p:cBhvr>
                                      <p:rCtr x="9531"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x3 speaker">
    <p:bg>
      <p:bgPr>
        <a:solidFill>
          <a:schemeClr val="tx1"/>
        </a:solidFill>
        <a:effectLst/>
      </p:bgPr>
    </p:bg>
    <p:spTree>
      <p:nvGrpSpPr>
        <p:cNvPr id="1" name=""/>
        <p:cNvGrpSpPr/>
        <p:nvPr/>
      </p:nvGrpSpPr>
      <p:grpSpPr>
        <a:xfrm>
          <a:off x="0" y="0"/>
          <a:ext cx="0" cy="0"/>
          <a:chOff x="0" y="0"/>
          <a:chExt cx="0" cy="0"/>
        </a:xfrm>
      </p:grpSpPr>
      <p:grpSp>
        <p:nvGrpSpPr>
          <p:cNvPr id="34" name="Groupe 33">
            <a:extLst>
              <a:ext uri="{FF2B5EF4-FFF2-40B4-BE49-F238E27FC236}">
                <a16:creationId xmlns:a16="http://schemas.microsoft.com/office/drawing/2014/main" id="{272DFAAD-3B8D-53FF-D42A-37AADF41A5BC}"/>
              </a:ext>
            </a:extLst>
          </p:cNvPr>
          <p:cNvGrpSpPr/>
          <p:nvPr userDrawn="1"/>
        </p:nvGrpSpPr>
        <p:grpSpPr>
          <a:xfrm>
            <a:off x="399533" y="2826547"/>
            <a:ext cx="11392933" cy="652458"/>
            <a:chOff x="-822961" y="1623523"/>
            <a:chExt cx="11392933" cy="652458"/>
          </a:xfrm>
        </p:grpSpPr>
        <p:grpSp>
          <p:nvGrpSpPr>
            <p:cNvPr id="35" name="Groupe 34">
              <a:extLst>
                <a:ext uri="{FF2B5EF4-FFF2-40B4-BE49-F238E27FC236}">
                  <a16:creationId xmlns:a16="http://schemas.microsoft.com/office/drawing/2014/main" id="{574ACB28-1592-54CE-C899-7CADE4595C25}"/>
                </a:ext>
              </a:extLst>
            </p:cNvPr>
            <p:cNvGrpSpPr/>
            <p:nvPr/>
          </p:nvGrpSpPr>
          <p:grpSpPr>
            <a:xfrm>
              <a:off x="3809999" y="1623523"/>
              <a:ext cx="6759973" cy="652458"/>
              <a:chOff x="4334509" y="3333039"/>
              <a:chExt cx="6298045" cy="607874"/>
            </a:xfrm>
            <a:solidFill>
              <a:schemeClr val="tx2"/>
            </a:solidFill>
          </p:grpSpPr>
          <p:pic>
            <p:nvPicPr>
              <p:cNvPr id="39" name="Graphique 38">
                <a:extLst>
                  <a:ext uri="{FF2B5EF4-FFF2-40B4-BE49-F238E27FC236}">
                    <a16:creationId xmlns:a16="http://schemas.microsoft.com/office/drawing/2014/main" id="{C2C87178-8665-F93F-DC36-44DD3C0729C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40" name="Graphique 39">
                <a:extLst>
                  <a:ext uri="{FF2B5EF4-FFF2-40B4-BE49-F238E27FC236}">
                    <a16:creationId xmlns:a16="http://schemas.microsoft.com/office/drawing/2014/main" id="{87B082A7-7372-0A50-28A1-E2038BA80F0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pic>
            <p:nvPicPr>
              <p:cNvPr id="45" name="Graphique 44">
                <a:extLst>
                  <a:ext uri="{FF2B5EF4-FFF2-40B4-BE49-F238E27FC236}">
                    <a16:creationId xmlns:a16="http://schemas.microsoft.com/office/drawing/2014/main" id="{2CC5451F-AB11-093C-51FA-8716C4463DF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40863" y="3333039"/>
                <a:ext cx="2091691" cy="607874"/>
              </a:xfrm>
              <a:prstGeom prst="rect">
                <a:avLst/>
              </a:prstGeom>
            </p:spPr>
          </p:pic>
        </p:grpSp>
        <p:grpSp>
          <p:nvGrpSpPr>
            <p:cNvPr id="36" name="Groupe 35">
              <a:extLst>
                <a:ext uri="{FF2B5EF4-FFF2-40B4-BE49-F238E27FC236}">
                  <a16:creationId xmlns:a16="http://schemas.microsoft.com/office/drawing/2014/main" id="{FB97554F-C450-39B2-BCC2-E80AF0FCB823}"/>
                </a:ext>
              </a:extLst>
            </p:cNvPr>
            <p:cNvGrpSpPr/>
            <p:nvPr/>
          </p:nvGrpSpPr>
          <p:grpSpPr>
            <a:xfrm>
              <a:off x="-822961" y="1623523"/>
              <a:ext cx="4572002" cy="652458"/>
              <a:chOff x="4334509" y="3333039"/>
              <a:chExt cx="4259583" cy="607874"/>
            </a:xfrm>
            <a:solidFill>
              <a:schemeClr val="tx2"/>
            </a:solidFill>
          </p:grpSpPr>
          <p:pic>
            <p:nvPicPr>
              <p:cNvPr id="37" name="Graphique 36">
                <a:extLst>
                  <a:ext uri="{FF2B5EF4-FFF2-40B4-BE49-F238E27FC236}">
                    <a16:creationId xmlns:a16="http://schemas.microsoft.com/office/drawing/2014/main" id="{FF1417C1-E2A9-B553-85EB-79AE94ED8E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38" name="Graphique 37">
                <a:extLst>
                  <a:ext uri="{FF2B5EF4-FFF2-40B4-BE49-F238E27FC236}">
                    <a16:creationId xmlns:a16="http://schemas.microsoft.com/office/drawing/2014/main" id="{40A4C64E-ED3E-2FD2-BAF8-B6B7C29A1E7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sp>
        <p:nvSpPr>
          <p:cNvPr id="42" name="Rectangle 41">
            <a:extLst>
              <a:ext uri="{FF2B5EF4-FFF2-40B4-BE49-F238E27FC236}">
                <a16:creationId xmlns:a16="http://schemas.microsoft.com/office/drawing/2014/main" id="{CC5A6019-1BB6-9B35-3198-6DF249F86DB1}"/>
              </a:ext>
            </a:extLst>
          </p:cNvPr>
          <p:cNvSpPr/>
          <p:nvPr userDrawn="1"/>
        </p:nvSpPr>
        <p:spPr>
          <a:xfrm>
            <a:off x="1" y="2705670"/>
            <a:ext cx="731837"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9013"/>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9013"/>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Graphique 2">
            <a:extLst>
              <a:ext uri="{FF2B5EF4-FFF2-40B4-BE49-F238E27FC236}">
                <a16:creationId xmlns:a16="http://schemas.microsoft.com/office/drawing/2014/main" id="{E2D430C7-B687-BF0D-FE35-515C37426E03}"/>
              </a:ext>
            </a:extLst>
          </p:cNvPr>
          <p:cNvSpPr>
            <a:spLocks/>
          </p:cNvSpPr>
          <p:nvPr userDrawn="1"/>
        </p:nvSpPr>
        <p:spPr>
          <a:xfrm rot="16200000">
            <a:off x="9409266" y="3882473"/>
            <a:ext cx="2701930" cy="233996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12" name="Forme libre : forme 11">
            <a:extLst>
              <a:ext uri="{FF2B5EF4-FFF2-40B4-BE49-F238E27FC236}">
                <a16:creationId xmlns:a16="http://schemas.microsoft.com/office/drawing/2014/main" id="{911C9CDA-B138-2E76-9B97-EEBD25C4215B}"/>
              </a:ext>
            </a:extLst>
          </p:cNvPr>
          <p:cNvSpPr>
            <a:spLocks/>
          </p:cNvSpPr>
          <p:nvPr userDrawn="1"/>
        </p:nvSpPr>
        <p:spPr>
          <a:xfrm rot="16200000">
            <a:off x="-691774" y="1006137"/>
            <a:ext cx="2152612" cy="769063"/>
          </a:xfrm>
          <a:custGeom>
            <a:avLst/>
            <a:gdLst>
              <a:gd name="connsiteX0" fmla="*/ 2152612 w 2152612"/>
              <a:gd name="connsiteY0" fmla="*/ 769063 h 769063"/>
              <a:gd name="connsiteX1" fmla="*/ 1076306 w 2152612"/>
              <a:gd name="connsiteY1" fmla="*/ 769063 h 769063"/>
              <a:gd name="connsiteX2" fmla="*/ 0 w 2152612"/>
              <a:gd name="connsiteY2" fmla="*/ 769063 h 769063"/>
              <a:gd name="connsiteX3" fmla="*/ 443981 w 2152612"/>
              <a:gd name="connsiteY3" fmla="*/ 0 h 769063"/>
              <a:gd name="connsiteX4" fmla="*/ 1708562 w 2152612"/>
              <a:gd name="connsiteY4" fmla="*/ 0 h 769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2612" h="769063">
                <a:moveTo>
                  <a:pt x="2152612" y="769063"/>
                </a:moveTo>
                <a:lnTo>
                  <a:pt x="1076306" y="769063"/>
                </a:lnTo>
                <a:lnTo>
                  <a:pt x="0" y="769063"/>
                </a:lnTo>
                <a:lnTo>
                  <a:pt x="443981" y="0"/>
                </a:lnTo>
                <a:lnTo>
                  <a:pt x="1708562"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sp>
        <p:nvSpPr>
          <p:cNvPr id="22" name="Ellipse 21">
            <a:extLst>
              <a:ext uri="{FF2B5EF4-FFF2-40B4-BE49-F238E27FC236}">
                <a16:creationId xmlns:a16="http://schemas.microsoft.com/office/drawing/2014/main" id="{0880D9A7-D3DC-ECF1-9907-880828EBD7E0}"/>
              </a:ext>
            </a:extLst>
          </p:cNvPr>
          <p:cNvSpPr/>
          <p:nvPr userDrawn="1"/>
        </p:nvSpPr>
        <p:spPr>
          <a:xfrm>
            <a:off x="1313921" y="2190750"/>
            <a:ext cx="1924050" cy="19240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space réservé pour une image  25">
            <a:extLst>
              <a:ext uri="{FF2B5EF4-FFF2-40B4-BE49-F238E27FC236}">
                <a16:creationId xmlns:a16="http://schemas.microsoft.com/office/drawing/2014/main" id="{056FFB86-5F45-E063-0B92-AA7D89BA20E6}"/>
              </a:ext>
            </a:extLst>
          </p:cNvPr>
          <p:cNvSpPr>
            <a:spLocks noGrp="1"/>
          </p:cNvSpPr>
          <p:nvPr>
            <p:ph type="pic" sz="quarter" idx="11" hasCustomPrompt="1"/>
          </p:nvPr>
        </p:nvSpPr>
        <p:spPr>
          <a:xfrm>
            <a:off x="1390756" y="2266953"/>
            <a:ext cx="1770380" cy="1771646"/>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27" name="Espace réservé du texte 4">
            <a:extLst>
              <a:ext uri="{FF2B5EF4-FFF2-40B4-BE49-F238E27FC236}">
                <a16:creationId xmlns:a16="http://schemas.microsoft.com/office/drawing/2014/main" id="{CE04097C-808E-6780-92DB-14BBD1F50CB0}"/>
              </a:ext>
            </a:extLst>
          </p:cNvPr>
          <p:cNvSpPr>
            <a:spLocks noGrp="1"/>
          </p:cNvSpPr>
          <p:nvPr>
            <p:ph type="body" sz="quarter" idx="13" hasCustomPrompt="1"/>
          </p:nvPr>
        </p:nvSpPr>
        <p:spPr>
          <a:xfrm>
            <a:off x="827617" y="4397395"/>
            <a:ext cx="2896658" cy="276999"/>
          </a:xfrm>
        </p:spPr>
        <p:txBody>
          <a:bodyPr wrap="square" tIns="0" bIns="0">
            <a:spAutoFit/>
          </a:bodyPr>
          <a:lstStyle>
            <a:lvl1pPr marL="0" indent="0" algn="ctr">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28" name="Espace réservé du texte 4">
            <a:extLst>
              <a:ext uri="{FF2B5EF4-FFF2-40B4-BE49-F238E27FC236}">
                <a16:creationId xmlns:a16="http://schemas.microsoft.com/office/drawing/2014/main" id="{676D0FFF-F426-FAC2-B0E4-C9285F97D3A0}"/>
              </a:ext>
            </a:extLst>
          </p:cNvPr>
          <p:cNvSpPr>
            <a:spLocks noGrp="1"/>
          </p:cNvSpPr>
          <p:nvPr>
            <p:ph type="body" sz="quarter" idx="14" hasCustomPrompt="1"/>
          </p:nvPr>
        </p:nvSpPr>
        <p:spPr>
          <a:xfrm>
            <a:off x="1103371" y="4692670"/>
            <a:ext cx="2345150" cy="166199"/>
          </a:xfrm>
        </p:spPr>
        <p:txBody>
          <a:bodyPr wrap="square" tIns="0" bIns="0">
            <a:spAutoFit/>
          </a:bodyPr>
          <a:lstStyle>
            <a:lvl1pPr marL="0" indent="0" algn="ctr">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29" name="Ellipse 28">
            <a:extLst>
              <a:ext uri="{FF2B5EF4-FFF2-40B4-BE49-F238E27FC236}">
                <a16:creationId xmlns:a16="http://schemas.microsoft.com/office/drawing/2014/main" id="{00C1E6D3-1F66-E378-59C9-F9A4B6779615}"/>
              </a:ext>
            </a:extLst>
          </p:cNvPr>
          <p:cNvSpPr/>
          <p:nvPr userDrawn="1"/>
        </p:nvSpPr>
        <p:spPr>
          <a:xfrm>
            <a:off x="8953668" y="2190750"/>
            <a:ext cx="1924050" cy="19240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space réservé pour une image  25">
            <a:extLst>
              <a:ext uri="{FF2B5EF4-FFF2-40B4-BE49-F238E27FC236}">
                <a16:creationId xmlns:a16="http://schemas.microsoft.com/office/drawing/2014/main" id="{FF751E7E-B219-3C60-3AB7-04A0FA08005C}"/>
              </a:ext>
            </a:extLst>
          </p:cNvPr>
          <p:cNvSpPr>
            <a:spLocks noGrp="1"/>
          </p:cNvSpPr>
          <p:nvPr>
            <p:ph type="pic" sz="quarter" idx="15" hasCustomPrompt="1"/>
          </p:nvPr>
        </p:nvSpPr>
        <p:spPr>
          <a:xfrm>
            <a:off x="9030503" y="2266953"/>
            <a:ext cx="1770380" cy="1771646"/>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31" name="Espace réservé du texte 4">
            <a:extLst>
              <a:ext uri="{FF2B5EF4-FFF2-40B4-BE49-F238E27FC236}">
                <a16:creationId xmlns:a16="http://schemas.microsoft.com/office/drawing/2014/main" id="{CA5C2EB2-86E9-8448-7C2D-41CFDFB58E20}"/>
              </a:ext>
            </a:extLst>
          </p:cNvPr>
          <p:cNvSpPr>
            <a:spLocks noGrp="1"/>
          </p:cNvSpPr>
          <p:nvPr>
            <p:ph type="body" sz="quarter" idx="16" hasCustomPrompt="1"/>
          </p:nvPr>
        </p:nvSpPr>
        <p:spPr>
          <a:xfrm>
            <a:off x="8467364" y="4397395"/>
            <a:ext cx="2896658" cy="276999"/>
          </a:xfrm>
        </p:spPr>
        <p:txBody>
          <a:bodyPr wrap="square" tIns="0" bIns="0">
            <a:spAutoFit/>
          </a:bodyPr>
          <a:lstStyle>
            <a:lvl1pPr marL="0" indent="0" algn="ctr">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32" name="Espace réservé du texte 4">
            <a:extLst>
              <a:ext uri="{FF2B5EF4-FFF2-40B4-BE49-F238E27FC236}">
                <a16:creationId xmlns:a16="http://schemas.microsoft.com/office/drawing/2014/main" id="{7861C6B7-6703-B9AC-6F55-CC984887C4F0}"/>
              </a:ext>
            </a:extLst>
          </p:cNvPr>
          <p:cNvSpPr>
            <a:spLocks noGrp="1"/>
          </p:cNvSpPr>
          <p:nvPr>
            <p:ph type="body" sz="quarter" idx="17" hasCustomPrompt="1"/>
          </p:nvPr>
        </p:nvSpPr>
        <p:spPr>
          <a:xfrm>
            <a:off x="8743118" y="4692670"/>
            <a:ext cx="2345150" cy="166199"/>
          </a:xfrm>
        </p:spPr>
        <p:txBody>
          <a:bodyPr wrap="square" tIns="0" bIns="0">
            <a:spAutoFit/>
          </a:bodyPr>
          <a:lstStyle>
            <a:lvl1pPr marL="0" indent="0" algn="ctr">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18" name="Ellipse 17">
            <a:extLst>
              <a:ext uri="{FF2B5EF4-FFF2-40B4-BE49-F238E27FC236}">
                <a16:creationId xmlns:a16="http://schemas.microsoft.com/office/drawing/2014/main" id="{105199A7-2B85-936B-89BA-8D604AB34DFA}"/>
              </a:ext>
            </a:extLst>
          </p:cNvPr>
          <p:cNvSpPr/>
          <p:nvPr userDrawn="1"/>
        </p:nvSpPr>
        <p:spPr>
          <a:xfrm>
            <a:off x="5133975" y="2190750"/>
            <a:ext cx="1924050" cy="19240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space réservé pour une image  25">
            <a:extLst>
              <a:ext uri="{FF2B5EF4-FFF2-40B4-BE49-F238E27FC236}">
                <a16:creationId xmlns:a16="http://schemas.microsoft.com/office/drawing/2014/main" id="{38358296-D7E9-7B49-8DF3-6BD7F12B075C}"/>
              </a:ext>
            </a:extLst>
          </p:cNvPr>
          <p:cNvSpPr>
            <a:spLocks noGrp="1"/>
          </p:cNvSpPr>
          <p:nvPr>
            <p:ph type="pic" sz="quarter" idx="18" hasCustomPrompt="1"/>
          </p:nvPr>
        </p:nvSpPr>
        <p:spPr>
          <a:xfrm>
            <a:off x="5210810" y="2266953"/>
            <a:ext cx="1770380" cy="1771646"/>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20" name="Espace réservé du texte 4">
            <a:extLst>
              <a:ext uri="{FF2B5EF4-FFF2-40B4-BE49-F238E27FC236}">
                <a16:creationId xmlns:a16="http://schemas.microsoft.com/office/drawing/2014/main" id="{8CC1B5EE-EBE8-7A35-187A-053EADCE73C1}"/>
              </a:ext>
            </a:extLst>
          </p:cNvPr>
          <p:cNvSpPr>
            <a:spLocks noGrp="1"/>
          </p:cNvSpPr>
          <p:nvPr>
            <p:ph type="body" sz="quarter" idx="19" hasCustomPrompt="1"/>
          </p:nvPr>
        </p:nvSpPr>
        <p:spPr>
          <a:xfrm>
            <a:off x="4647671" y="4397395"/>
            <a:ext cx="2896658" cy="276999"/>
          </a:xfrm>
        </p:spPr>
        <p:txBody>
          <a:bodyPr wrap="square" tIns="0" bIns="0">
            <a:spAutoFit/>
          </a:bodyPr>
          <a:lstStyle>
            <a:lvl1pPr marL="0" indent="0" algn="ctr">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21" name="Espace réservé du texte 4">
            <a:extLst>
              <a:ext uri="{FF2B5EF4-FFF2-40B4-BE49-F238E27FC236}">
                <a16:creationId xmlns:a16="http://schemas.microsoft.com/office/drawing/2014/main" id="{7AAC13C8-9F68-A7D2-3F9F-E730738BC592}"/>
              </a:ext>
            </a:extLst>
          </p:cNvPr>
          <p:cNvSpPr>
            <a:spLocks noGrp="1"/>
          </p:cNvSpPr>
          <p:nvPr>
            <p:ph type="body" sz="quarter" idx="20" hasCustomPrompt="1"/>
          </p:nvPr>
        </p:nvSpPr>
        <p:spPr>
          <a:xfrm>
            <a:off x="4923425" y="4692670"/>
            <a:ext cx="2345150" cy="166199"/>
          </a:xfrm>
        </p:spPr>
        <p:txBody>
          <a:bodyPr wrap="square" tIns="0" bIns="0">
            <a:spAutoFit/>
          </a:bodyPr>
          <a:lstStyle>
            <a:lvl1pPr marL="0" indent="0" algn="ctr">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24" name="Rectangle 23">
            <a:extLst>
              <a:ext uri="{FF2B5EF4-FFF2-40B4-BE49-F238E27FC236}">
                <a16:creationId xmlns:a16="http://schemas.microsoft.com/office/drawing/2014/main" id="{BD337CB2-CA0A-649D-0AE6-19E4426B9016}"/>
              </a:ext>
            </a:extLst>
          </p:cNvPr>
          <p:cNvSpPr/>
          <p:nvPr userDrawn="1"/>
        </p:nvSpPr>
        <p:spPr>
          <a:xfrm flipH="1">
            <a:off x="11460163" y="2705670"/>
            <a:ext cx="731837"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e 50">
            <a:extLst>
              <a:ext uri="{FF2B5EF4-FFF2-40B4-BE49-F238E27FC236}">
                <a16:creationId xmlns:a16="http://schemas.microsoft.com/office/drawing/2014/main" id="{0A726B4B-14E0-58F0-0544-D3C6B32D2664}"/>
              </a:ext>
            </a:extLst>
          </p:cNvPr>
          <p:cNvGrpSpPr/>
          <p:nvPr userDrawn="1"/>
        </p:nvGrpSpPr>
        <p:grpSpPr>
          <a:xfrm>
            <a:off x="7276409" y="2690782"/>
            <a:ext cx="1458875" cy="894210"/>
            <a:chOff x="7329715" y="2662207"/>
            <a:chExt cx="1458875" cy="894210"/>
          </a:xfrm>
        </p:grpSpPr>
        <p:sp>
          <p:nvSpPr>
            <p:cNvPr id="25" name="Rectangle 24">
              <a:extLst>
                <a:ext uri="{FF2B5EF4-FFF2-40B4-BE49-F238E27FC236}">
                  <a16:creationId xmlns:a16="http://schemas.microsoft.com/office/drawing/2014/main" id="{C3A3AB12-EE46-BE4F-A794-91E4382988A7}"/>
                </a:ext>
              </a:extLst>
            </p:cNvPr>
            <p:cNvSpPr/>
            <p:nvPr userDrawn="1"/>
          </p:nvSpPr>
          <p:spPr>
            <a:xfrm>
              <a:off x="8056752" y="2662207"/>
              <a:ext cx="731838" cy="894210"/>
            </a:xfrm>
            <a:prstGeom prst="rect">
              <a:avLst/>
            </a:prstGeom>
            <a:gradFill>
              <a:gsLst>
                <a:gs pos="100000">
                  <a:schemeClr val="tx1">
                    <a:alpha val="0"/>
                  </a:schemeClr>
                </a:gs>
                <a:gs pos="1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D2C5E7A-8748-6B60-7D81-9848A1DF23DE}"/>
                </a:ext>
              </a:extLst>
            </p:cNvPr>
            <p:cNvSpPr/>
            <p:nvPr userDrawn="1"/>
          </p:nvSpPr>
          <p:spPr>
            <a:xfrm rot="10800000">
              <a:off x="7329715" y="2662207"/>
              <a:ext cx="731838" cy="894210"/>
            </a:xfrm>
            <a:prstGeom prst="rect">
              <a:avLst/>
            </a:prstGeom>
            <a:gradFill>
              <a:gsLst>
                <a:gs pos="100000">
                  <a:schemeClr val="tx1">
                    <a:alpha val="0"/>
                  </a:schemeClr>
                </a:gs>
                <a:gs pos="1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 name="Groupe 51">
            <a:extLst>
              <a:ext uri="{FF2B5EF4-FFF2-40B4-BE49-F238E27FC236}">
                <a16:creationId xmlns:a16="http://schemas.microsoft.com/office/drawing/2014/main" id="{7E2AB8E6-F919-A946-F2A3-07213E0413E9}"/>
              </a:ext>
            </a:extLst>
          </p:cNvPr>
          <p:cNvGrpSpPr/>
          <p:nvPr userDrawn="1"/>
        </p:nvGrpSpPr>
        <p:grpSpPr>
          <a:xfrm>
            <a:off x="3456536" y="2690782"/>
            <a:ext cx="1458875" cy="894210"/>
            <a:chOff x="7329715" y="2662207"/>
            <a:chExt cx="1458875" cy="894210"/>
          </a:xfrm>
        </p:grpSpPr>
        <p:sp>
          <p:nvSpPr>
            <p:cNvPr id="53" name="Rectangle 52">
              <a:extLst>
                <a:ext uri="{FF2B5EF4-FFF2-40B4-BE49-F238E27FC236}">
                  <a16:creationId xmlns:a16="http://schemas.microsoft.com/office/drawing/2014/main" id="{61328930-C4DD-2201-87B2-B0EBA14CE981}"/>
                </a:ext>
              </a:extLst>
            </p:cNvPr>
            <p:cNvSpPr/>
            <p:nvPr userDrawn="1"/>
          </p:nvSpPr>
          <p:spPr>
            <a:xfrm>
              <a:off x="8056752" y="2662207"/>
              <a:ext cx="731838" cy="894210"/>
            </a:xfrm>
            <a:prstGeom prst="rect">
              <a:avLst/>
            </a:prstGeom>
            <a:gradFill>
              <a:gsLst>
                <a:gs pos="100000">
                  <a:schemeClr val="tx1">
                    <a:alpha val="0"/>
                  </a:schemeClr>
                </a:gs>
                <a:gs pos="1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B2C3A82E-2DB0-8BD7-EBAC-B9B299A301D0}"/>
                </a:ext>
              </a:extLst>
            </p:cNvPr>
            <p:cNvSpPr/>
            <p:nvPr userDrawn="1"/>
          </p:nvSpPr>
          <p:spPr>
            <a:xfrm rot="10800000">
              <a:off x="7329715" y="2662207"/>
              <a:ext cx="731838" cy="894210"/>
            </a:xfrm>
            <a:prstGeom prst="rect">
              <a:avLst/>
            </a:prstGeom>
            <a:gradFill>
              <a:gsLst>
                <a:gs pos="100000">
                  <a:schemeClr val="tx1">
                    <a:alpha val="0"/>
                  </a:schemeClr>
                </a:gs>
                <a:gs pos="1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5" name="Espace réservé du texte 4">
            <a:extLst>
              <a:ext uri="{FF2B5EF4-FFF2-40B4-BE49-F238E27FC236}">
                <a16:creationId xmlns:a16="http://schemas.microsoft.com/office/drawing/2014/main" id="{13B84454-F054-E74B-E3EE-E4DD208DE9A5}"/>
              </a:ext>
            </a:extLst>
          </p:cNvPr>
          <p:cNvSpPr>
            <a:spLocks noGrp="1"/>
          </p:cNvSpPr>
          <p:nvPr>
            <p:ph type="body" sz="quarter" idx="21" hasCustomPrompt="1"/>
          </p:nvPr>
        </p:nvSpPr>
        <p:spPr>
          <a:xfrm>
            <a:off x="4923425" y="5197495"/>
            <a:ext cx="2345150" cy="166199"/>
          </a:xfrm>
        </p:spPr>
        <p:txBody>
          <a:bodyPr wrap="square" tIns="0" bIns="0">
            <a:spAutoFit/>
          </a:bodyPr>
          <a:lstStyle>
            <a:lvl1pPr marL="0" indent="0" algn="ctr">
              <a:lnSpc>
                <a:spcPct val="90000"/>
              </a:lnSpc>
              <a:spcBef>
                <a:spcPts val="0"/>
              </a:spcBef>
              <a:buNone/>
              <a:defRPr sz="1200" b="0">
                <a:solidFill>
                  <a:schemeClr val="accent5"/>
                </a:solidFill>
                <a:latin typeface="+mn-lt"/>
                <a:ea typeface="Source Sans Pro SemiBold" panose="020B0603030403020204" pitchFamily="34" charset="0"/>
              </a:defRPr>
            </a:lvl1pPr>
          </a:lstStyle>
          <a:p>
            <a:pPr lvl="0"/>
            <a:r>
              <a:rPr lang="fr-FR" dirty="0"/>
              <a:t>xx min</a:t>
            </a:r>
          </a:p>
        </p:txBody>
      </p:sp>
      <p:sp>
        <p:nvSpPr>
          <p:cNvPr id="56" name="Espace réservé du texte 4">
            <a:extLst>
              <a:ext uri="{FF2B5EF4-FFF2-40B4-BE49-F238E27FC236}">
                <a16:creationId xmlns:a16="http://schemas.microsoft.com/office/drawing/2014/main" id="{F62B4342-318A-3539-EC05-61D0C05A9C08}"/>
              </a:ext>
            </a:extLst>
          </p:cNvPr>
          <p:cNvSpPr>
            <a:spLocks noGrp="1"/>
          </p:cNvSpPr>
          <p:nvPr>
            <p:ph type="body" sz="quarter" idx="22" hasCustomPrompt="1"/>
          </p:nvPr>
        </p:nvSpPr>
        <p:spPr>
          <a:xfrm>
            <a:off x="1103371" y="5197495"/>
            <a:ext cx="2345150" cy="166199"/>
          </a:xfrm>
        </p:spPr>
        <p:txBody>
          <a:bodyPr wrap="square" tIns="0" bIns="0">
            <a:spAutoFit/>
          </a:bodyPr>
          <a:lstStyle>
            <a:lvl1pPr marL="0" indent="0" algn="ctr">
              <a:lnSpc>
                <a:spcPct val="90000"/>
              </a:lnSpc>
              <a:spcBef>
                <a:spcPts val="0"/>
              </a:spcBef>
              <a:buNone/>
              <a:defRPr sz="1200" b="0">
                <a:solidFill>
                  <a:schemeClr val="accent5"/>
                </a:solidFill>
                <a:latin typeface="+mn-lt"/>
                <a:ea typeface="Source Sans Pro SemiBold" panose="020B0603030403020204" pitchFamily="34" charset="0"/>
              </a:defRPr>
            </a:lvl1pPr>
          </a:lstStyle>
          <a:p>
            <a:pPr lvl="0"/>
            <a:r>
              <a:rPr lang="fr-FR" dirty="0"/>
              <a:t>xx min</a:t>
            </a:r>
          </a:p>
        </p:txBody>
      </p:sp>
      <p:sp>
        <p:nvSpPr>
          <p:cNvPr id="57" name="Espace réservé du texte 4">
            <a:extLst>
              <a:ext uri="{FF2B5EF4-FFF2-40B4-BE49-F238E27FC236}">
                <a16:creationId xmlns:a16="http://schemas.microsoft.com/office/drawing/2014/main" id="{53B5D203-4B14-5701-A448-302F0169F21E}"/>
              </a:ext>
            </a:extLst>
          </p:cNvPr>
          <p:cNvSpPr>
            <a:spLocks noGrp="1"/>
          </p:cNvSpPr>
          <p:nvPr>
            <p:ph type="body" sz="quarter" idx="23" hasCustomPrompt="1"/>
          </p:nvPr>
        </p:nvSpPr>
        <p:spPr>
          <a:xfrm>
            <a:off x="8743118" y="5197495"/>
            <a:ext cx="2345150" cy="166199"/>
          </a:xfrm>
        </p:spPr>
        <p:txBody>
          <a:bodyPr wrap="square" tIns="0" bIns="0">
            <a:spAutoFit/>
          </a:bodyPr>
          <a:lstStyle>
            <a:lvl1pPr marL="0" indent="0" algn="ctr">
              <a:lnSpc>
                <a:spcPct val="90000"/>
              </a:lnSpc>
              <a:spcBef>
                <a:spcPts val="0"/>
              </a:spcBef>
              <a:buNone/>
              <a:defRPr sz="1200" b="0">
                <a:solidFill>
                  <a:schemeClr val="accent5"/>
                </a:solidFill>
                <a:latin typeface="+mn-lt"/>
                <a:ea typeface="Source Sans Pro SemiBold" panose="020B0603030403020204" pitchFamily="34" charset="0"/>
              </a:defRPr>
            </a:lvl1pPr>
          </a:lstStyle>
          <a:p>
            <a:pPr lvl="0"/>
            <a:r>
              <a:rPr lang="fr-FR" dirty="0"/>
              <a:t>xx min</a:t>
            </a:r>
          </a:p>
        </p:txBody>
      </p:sp>
    </p:spTree>
    <p:extLst>
      <p:ext uri="{BB962C8B-B14F-4D97-AF65-F5344CB8AC3E}">
        <p14:creationId xmlns:p14="http://schemas.microsoft.com/office/powerpoint/2010/main" val="1600146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repeatCount="indefinite" fill="hold" nodeType="withEffect">
                                  <p:stCondLst>
                                    <p:cond delay="0"/>
                                  </p:stCondLst>
                                  <p:childTnLst>
                                    <p:animMotion origin="layout" path="M 0 -2.22222E-6 L 0.19063 0.00139 " pathEditMode="relative" rAng="0" ptsTypes="AA">
                                      <p:cBhvr>
                                        <p:cTn id="6" dur="10000" fill="hold"/>
                                        <p:tgtEl>
                                          <p:spTgt spid="34"/>
                                        </p:tgtEl>
                                        <p:attrNameLst>
                                          <p:attrName>ppt_x</p:attrName>
                                          <p:attrName>ppt_y</p:attrName>
                                        </p:attrNameLst>
                                      </p:cBhvr>
                                      <p:rCtr x="9531"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x4 speaker">
    <p:bg>
      <p:bgPr>
        <a:solidFill>
          <a:schemeClr val="tx1"/>
        </a:solidFill>
        <a:effectLst/>
      </p:bgPr>
    </p:bg>
    <p:spTree>
      <p:nvGrpSpPr>
        <p:cNvPr id="1" name=""/>
        <p:cNvGrpSpPr/>
        <p:nvPr/>
      </p:nvGrpSpPr>
      <p:grpSpPr>
        <a:xfrm>
          <a:off x="0" y="0"/>
          <a:ext cx="0" cy="0"/>
          <a:chOff x="0" y="0"/>
          <a:chExt cx="0" cy="0"/>
        </a:xfrm>
      </p:grpSpPr>
      <p:grpSp>
        <p:nvGrpSpPr>
          <p:cNvPr id="25" name="Groupe 24">
            <a:extLst>
              <a:ext uri="{FF2B5EF4-FFF2-40B4-BE49-F238E27FC236}">
                <a16:creationId xmlns:a16="http://schemas.microsoft.com/office/drawing/2014/main" id="{6C32CDE7-37D4-6646-C350-CE7E1DBCD4C9}"/>
              </a:ext>
            </a:extLst>
          </p:cNvPr>
          <p:cNvGrpSpPr/>
          <p:nvPr userDrawn="1"/>
        </p:nvGrpSpPr>
        <p:grpSpPr>
          <a:xfrm flipV="1">
            <a:off x="3629025" y="3273189"/>
            <a:ext cx="4933950" cy="349724"/>
            <a:chOff x="-822961" y="1623523"/>
            <a:chExt cx="9204962" cy="652458"/>
          </a:xfrm>
        </p:grpSpPr>
        <p:grpSp>
          <p:nvGrpSpPr>
            <p:cNvPr id="33" name="Groupe 32">
              <a:extLst>
                <a:ext uri="{FF2B5EF4-FFF2-40B4-BE49-F238E27FC236}">
                  <a16:creationId xmlns:a16="http://schemas.microsoft.com/office/drawing/2014/main" id="{69557215-5B08-41B2-DE74-7C1E36B17F49}"/>
                </a:ext>
              </a:extLst>
            </p:cNvPr>
            <p:cNvGrpSpPr/>
            <p:nvPr/>
          </p:nvGrpSpPr>
          <p:grpSpPr>
            <a:xfrm>
              <a:off x="3809999" y="1623523"/>
              <a:ext cx="4572002" cy="652458"/>
              <a:chOff x="4334509" y="3333039"/>
              <a:chExt cx="4259583" cy="607874"/>
            </a:xfrm>
            <a:solidFill>
              <a:schemeClr val="tx2"/>
            </a:solidFill>
          </p:grpSpPr>
          <p:pic>
            <p:nvPicPr>
              <p:cNvPr id="48" name="Graphique 47">
                <a:extLst>
                  <a:ext uri="{FF2B5EF4-FFF2-40B4-BE49-F238E27FC236}">
                    <a16:creationId xmlns:a16="http://schemas.microsoft.com/office/drawing/2014/main" id="{140A506E-0EAE-C6BF-2D48-E7EA0EC0C8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49" name="Graphique 48">
                <a:extLst>
                  <a:ext uri="{FF2B5EF4-FFF2-40B4-BE49-F238E27FC236}">
                    <a16:creationId xmlns:a16="http://schemas.microsoft.com/office/drawing/2014/main" id="{04CD0E15-EB00-606B-B989-2F91F7EB2AA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nvGrpSpPr>
            <p:cNvPr id="45" name="Groupe 44">
              <a:extLst>
                <a:ext uri="{FF2B5EF4-FFF2-40B4-BE49-F238E27FC236}">
                  <a16:creationId xmlns:a16="http://schemas.microsoft.com/office/drawing/2014/main" id="{855613B8-A6E5-22E4-1ABD-2AD252C183A5}"/>
                </a:ext>
              </a:extLst>
            </p:cNvPr>
            <p:cNvGrpSpPr/>
            <p:nvPr/>
          </p:nvGrpSpPr>
          <p:grpSpPr>
            <a:xfrm>
              <a:off x="-822961" y="1623523"/>
              <a:ext cx="4572002" cy="652458"/>
              <a:chOff x="4334509" y="3333039"/>
              <a:chExt cx="4259583" cy="607874"/>
            </a:xfrm>
            <a:solidFill>
              <a:schemeClr val="tx2"/>
            </a:solidFill>
          </p:grpSpPr>
          <p:pic>
            <p:nvPicPr>
              <p:cNvPr id="46" name="Graphique 45">
                <a:extLst>
                  <a:ext uri="{FF2B5EF4-FFF2-40B4-BE49-F238E27FC236}">
                    <a16:creationId xmlns:a16="http://schemas.microsoft.com/office/drawing/2014/main" id="{EED7FC64-5FD1-7F2C-C122-5E8683CF9AA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47" name="Graphique 46">
                <a:extLst>
                  <a:ext uri="{FF2B5EF4-FFF2-40B4-BE49-F238E27FC236}">
                    <a16:creationId xmlns:a16="http://schemas.microsoft.com/office/drawing/2014/main" id="{C04DD4CF-A3F9-C361-CA71-76C15EF61E6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sp>
        <p:nvSpPr>
          <p:cNvPr id="50" name="Rectangle 49">
            <a:extLst>
              <a:ext uri="{FF2B5EF4-FFF2-40B4-BE49-F238E27FC236}">
                <a16:creationId xmlns:a16="http://schemas.microsoft.com/office/drawing/2014/main" id="{F4719794-D11B-4EA1-A4D8-F7A8F3C1A855}"/>
              </a:ext>
            </a:extLst>
          </p:cNvPr>
          <p:cNvSpPr/>
          <p:nvPr userDrawn="1"/>
        </p:nvSpPr>
        <p:spPr>
          <a:xfrm flipH="1">
            <a:off x="6886573" y="3000945"/>
            <a:ext cx="5305425"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A20547AF-7CB7-4B96-D628-0DD2053AB88F}"/>
              </a:ext>
            </a:extLst>
          </p:cNvPr>
          <p:cNvSpPr/>
          <p:nvPr userDrawn="1"/>
        </p:nvSpPr>
        <p:spPr>
          <a:xfrm>
            <a:off x="0" y="3000945"/>
            <a:ext cx="5305424"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Graphique 2">
            <a:extLst>
              <a:ext uri="{FF2B5EF4-FFF2-40B4-BE49-F238E27FC236}">
                <a16:creationId xmlns:a16="http://schemas.microsoft.com/office/drawing/2014/main" id="{E2D430C7-B687-BF0D-FE35-515C37426E03}"/>
              </a:ext>
            </a:extLst>
          </p:cNvPr>
          <p:cNvSpPr>
            <a:spLocks/>
          </p:cNvSpPr>
          <p:nvPr userDrawn="1"/>
        </p:nvSpPr>
        <p:spPr>
          <a:xfrm rot="16200000">
            <a:off x="9409266" y="3882473"/>
            <a:ext cx="2701930" cy="233996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12" name="Forme libre : forme 11">
            <a:extLst>
              <a:ext uri="{FF2B5EF4-FFF2-40B4-BE49-F238E27FC236}">
                <a16:creationId xmlns:a16="http://schemas.microsoft.com/office/drawing/2014/main" id="{911C9CDA-B138-2E76-9B97-EEBD25C4215B}"/>
              </a:ext>
            </a:extLst>
          </p:cNvPr>
          <p:cNvSpPr>
            <a:spLocks/>
          </p:cNvSpPr>
          <p:nvPr userDrawn="1"/>
        </p:nvSpPr>
        <p:spPr>
          <a:xfrm rot="16200000">
            <a:off x="-691774" y="1006137"/>
            <a:ext cx="2152612" cy="769063"/>
          </a:xfrm>
          <a:custGeom>
            <a:avLst/>
            <a:gdLst>
              <a:gd name="connsiteX0" fmla="*/ 2152612 w 2152612"/>
              <a:gd name="connsiteY0" fmla="*/ 769063 h 769063"/>
              <a:gd name="connsiteX1" fmla="*/ 1076306 w 2152612"/>
              <a:gd name="connsiteY1" fmla="*/ 769063 h 769063"/>
              <a:gd name="connsiteX2" fmla="*/ 0 w 2152612"/>
              <a:gd name="connsiteY2" fmla="*/ 769063 h 769063"/>
              <a:gd name="connsiteX3" fmla="*/ 443981 w 2152612"/>
              <a:gd name="connsiteY3" fmla="*/ 0 h 769063"/>
              <a:gd name="connsiteX4" fmla="*/ 1708562 w 2152612"/>
              <a:gd name="connsiteY4" fmla="*/ 0 h 769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2612" h="769063">
                <a:moveTo>
                  <a:pt x="2152612" y="769063"/>
                </a:moveTo>
                <a:lnTo>
                  <a:pt x="1076306" y="769063"/>
                </a:lnTo>
                <a:lnTo>
                  <a:pt x="0" y="769063"/>
                </a:lnTo>
                <a:lnTo>
                  <a:pt x="443981" y="0"/>
                </a:lnTo>
                <a:lnTo>
                  <a:pt x="1708562"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sp>
        <p:nvSpPr>
          <p:cNvPr id="22" name="Ellipse 21">
            <a:extLst>
              <a:ext uri="{FF2B5EF4-FFF2-40B4-BE49-F238E27FC236}">
                <a16:creationId xmlns:a16="http://schemas.microsoft.com/office/drawing/2014/main" id="{0880D9A7-D3DC-ECF1-9907-880828EBD7E0}"/>
              </a:ext>
            </a:extLst>
          </p:cNvPr>
          <p:cNvSpPr/>
          <p:nvPr userDrawn="1"/>
        </p:nvSpPr>
        <p:spPr>
          <a:xfrm>
            <a:off x="2537411" y="657225"/>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space réservé pour une image  25">
            <a:extLst>
              <a:ext uri="{FF2B5EF4-FFF2-40B4-BE49-F238E27FC236}">
                <a16:creationId xmlns:a16="http://schemas.microsoft.com/office/drawing/2014/main" id="{056FFB86-5F45-E063-0B92-AA7D89BA20E6}"/>
              </a:ext>
            </a:extLst>
          </p:cNvPr>
          <p:cNvSpPr>
            <a:spLocks noGrp="1"/>
          </p:cNvSpPr>
          <p:nvPr>
            <p:ph type="pic" sz="quarter" idx="11" hasCustomPrompt="1"/>
          </p:nvPr>
        </p:nvSpPr>
        <p:spPr>
          <a:xfrm>
            <a:off x="2592946" y="712303"/>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27" name="Espace réservé du texte 4">
            <a:extLst>
              <a:ext uri="{FF2B5EF4-FFF2-40B4-BE49-F238E27FC236}">
                <a16:creationId xmlns:a16="http://schemas.microsoft.com/office/drawing/2014/main" id="{CE04097C-808E-6780-92DB-14BBD1F50CB0}"/>
              </a:ext>
            </a:extLst>
          </p:cNvPr>
          <p:cNvSpPr>
            <a:spLocks noGrp="1"/>
          </p:cNvSpPr>
          <p:nvPr>
            <p:ph type="body" sz="quarter" idx="13" hasCustomPrompt="1"/>
          </p:nvPr>
        </p:nvSpPr>
        <p:spPr>
          <a:xfrm>
            <a:off x="2060162" y="2244746"/>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28" name="Espace réservé du texte 4">
            <a:extLst>
              <a:ext uri="{FF2B5EF4-FFF2-40B4-BE49-F238E27FC236}">
                <a16:creationId xmlns:a16="http://schemas.microsoft.com/office/drawing/2014/main" id="{676D0FFF-F426-FAC2-B0E4-C9285F97D3A0}"/>
              </a:ext>
            </a:extLst>
          </p:cNvPr>
          <p:cNvSpPr>
            <a:spLocks noGrp="1"/>
          </p:cNvSpPr>
          <p:nvPr>
            <p:ph type="body" sz="quarter" idx="14" hasCustomPrompt="1"/>
          </p:nvPr>
        </p:nvSpPr>
        <p:spPr>
          <a:xfrm>
            <a:off x="2060162" y="2476521"/>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29" name="Ellipse 28">
            <a:extLst>
              <a:ext uri="{FF2B5EF4-FFF2-40B4-BE49-F238E27FC236}">
                <a16:creationId xmlns:a16="http://schemas.microsoft.com/office/drawing/2014/main" id="{00C1E6D3-1F66-E378-59C9-F9A4B6779615}"/>
              </a:ext>
            </a:extLst>
          </p:cNvPr>
          <p:cNvSpPr/>
          <p:nvPr userDrawn="1"/>
        </p:nvSpPr>
        <p:spPr>
          <a:xfrm>
            <a:off x="8263937" y="657225"/>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space réservé pour une image  25">
            <a:extLst>
              <a:ext uri="{FF2B5EF4-FFF2-40B4-BE49-F238E27FC236}">
                <a16:creationId xmlns:a16="http://schemas.microsoft.com/office/drawing/2014/main" id="{FF751E7E-B219-3C60-3AB7-04A0FA08005C}"/>
              </a:ext>
            </a:extLst>
          </p:cNvPr>
          <p:cNvSpPr>
            <a:spLocks noGrp="1"/>
          </p:cNvSpPr>
          <p:nvPr>
            <p:ph type="pic" sz="quarter" idx="15" hasCustomPrompt="1"/>
          </p:nvPr>
        </p:nvSpPr>
        <p:spPr>
          <a:xfrm>
            <a:off x="8319472" y="712303"/>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31" name="Espace réservé du texte 4">
            <a:extLst>
              <a:ext uri="{FF2B5EF4-FFF2-40B4-BE49-F238E27FC236}">
                <a16:creationId xmlns:a16="http://schemas.microsoft.com/office/drawing/2014/main" id="{CA5C2EB2-86E9-8448-7C2D-41CFDFB58E20}"/>
              </a:ext>
            </a:extLst>
          </p:cNvPr>
          <p:cNvSpPr>
            <a:spLocks noGrp="1"/>
          </p:cNvSpPr>
          <p:nvPr>
            <p:ph type="body" sz="quarter" idx="16" hasCustomPrompt="1"/>
          </p:nvPr>
        </p:nvSpPr>
        <p:spPr>
          <a:xfrm>
            <a:off x="7786688" y="2244746"/>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32" name="Espace réservé du texte 4">
            <a:extLst>
              <a:ext uri="{FF2B5EF4-FFF2-40B4-BE49-F238E27FC236}">
                <a16:creationId xmlns:a16="http://schemas.microsoft.com/office/drawing/2014/main" id="{7861C6B7-6703-B9AC-6F55-CC984887C4F0}"/>
              </a:ext>
            </a:extLst>
          </p:cNvPr>
          <p:cNvSpPr>
            <a:spLocks noGrp="1"/>
          </p:cNvSpPr>
          <p:nvPr>
            <p:ph type="body" sz="quarter" idx="17" hasCustomPrompt="1"/>
          </p:nvPr>
        </p:nvSpPr>
        <p:spPr>
          <a:xfrm>
            <a:off x="7786688" y="2476521"/>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7" name="Ellipse 6">
            <a:extLst>
              <a:ext uri="{FF2B5EF4-FFF2-40B4-BE49-F238E27FC236}">
                <a16:creationId xmlns:a16="http://schemas.microsoft.com/office/drawing/2014/main" id="{FF522DD6-12CA-771D-2F36-18B47D8DC9D7}"/>
              </a:ext>
            </a:extLst>
          </p:cNvPr>
          <p:cNvSpPr/>
          <p:nvPr userDrawn="1"/>
        </p:nvSpPr>
        <p:spPr>
          <a:xfrm>
            <a:off x="2537411" y="3800475"/>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space réservé pour une image  25">
            <a:extLst>
              <a:ext uri="{FF2B5EF4-FFF2-40B4-BE49-F238E27FC236}">
                <a16:creationId xmlns:a16="http://schemas.microsoft.com/office/drawing/2014/main" id="{B29450E7-C933-BEEE-41D2-8BE66F9D938D}"/>
              </a:ext>
            </a:extLst>
          </p:cNvPr>
          <p:cNvSpPr>
            <a:spLocks noGrp="1"/>
          </p:cNvSpPr>
          <p:nvPr>
            <p:ph type="pic" sz="quarter" idx="18" hasCustomPrompt="1"/>
          </p:nvPr>
        </p:nvSpPr>
        <p:spPr>
          <a:xfrm>
            <a:off x="2592946" y="3855553"/>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13" name="Espace réservé du texte 4">
            <a:extLst>
              <a:ext uri="{FF2B5EF4-FFF2-40B4-BE49-F238E27FC236}">
                <a16:creationId xmlns:a16="http://schemas.microsoft.com/office/drawing/2014/main" id="{B1988F02-5517-2A2F-0643-7651229BB6BA}"/>
              </a:ext>
            </a:extLst>
          </p:cNvPr>
          <p:cNvSpPr>
            <a:spLocks noGrp="1"/>
          </p:cNvSpPr>
          <p:nvPr>
            <p:ph type="body" sz="quarter" idx="19" hasCustomPrompt="1"/>
          </p:nvPr>
        </p:nvSpPr>
        <p:spPr>
          <a:xfrm>
            <a:off x="2060162" y="5387996"/>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14" name="Espace réservé du texte 4">
            <a:extLst>
              <a:ext uri="{FF2B5EF4-FFF2-40B4-BE49-F238E27FC236}">
                <a16:creationId xmlns:a16="http://schemas.microsoft.com/office/drawing/2014/main" id="{C344E7A0-EFBE-5C78-53BC-62319CB47F78}"/>
              </a:ext>
            </a:extLst>
          </p:cNvPr>
          <p:cNvSpPr>
            <a:spLocks noGrp="1"/>
          </p:cNvSpPr>
          <p:nvPr>
            <p:ph type="body" sz="quarter" idx="20" hasCustomPrompt="1"/>
          </p:nvPr>
        </p:nvSpPr>
        <p:spPr>
          <a:xfrm>
            <a:off x="2060162" y="5619771"/>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15" name="Ellipse 14">
            <a:extLst>
              <a:ext uri="{FF2B5EF4-FFF2-40B4-BE49-F238E27FC236}">
                <a16:creationId xmlns:a16="http://schemas.microsoft.com/office/drawing/2014/main" id="{B99B7AC1-D0EB-B725-2CB1-243F27907E7A}"/>
              </a:ext>
            </a:extLst>
          </p:cNvPr>
          <p:cNvSpPr/>
          <p:nvPr userDrawn="1"/>
        </p:nvSpPr>
        <p:spPr>
          <a:xfrm>
            <a:off x="8263937" y="3800475"/>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space réservé pour une image  25">
            <a:extLst>
              <a:ext uri="{FF2B5EF4-FFF2-40B4-BE49-F238E27FC236}">
                <a16:creationId xmlns:a16="http://schemas.microsoft.com/office/drawing/2014/main" id="{1FE7C43C-6BDC-4E1C-52C5-AB0C639FACB3}"/>
              </a:ext>
            </a:extLst>
          </p:cNvPr>
          <p:cNvSpPr>
            <a:spLocks noGrp="1"/>
          </p:cNvSpPr>
          <p:nvPr>
            <p:ph type="pic" sz="quarter" idx="21" hasCustomPrompt="1"/>
          </p:nvPr>
        </p:nvSpPr>
        <p:spPr>
          <a:xfrm>
            <a:off x="8319472" y="3855553"/>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17" name="Espace réservé du texte 4">
            <a:extLst>
              <a:ext uri="{FF2B5EF4-FFF2-40B4-BE49-F238E27FC236}">
                <a16:creationId xmlns:a16="http://schemas.microsoft.com/office/drawing/2014/main" id="{492E0895-5B9D-D8F4-6138-04608B1CF903}"/>
              </a:ext>
            </a:extLst>
          </p:cNvPr>
          <p:cNvSpPr>
            <a:spLocks noGrp="1"/>
          </p:cNvSpPr>
          <p:nvPr>
            <p:ph type="body" sz="quarter" idx="22" hasCustomPrompt="1"/>
          </p:nvPr>
        </p:nvSpPr>
        <p:spPr>
          <a:xfrm>
            <a:off x="7786688" y="5387996"/>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18" name="Espace réservé du texte 4">
            <a:extLst>
              <a:ext uri="{FF2B5EF4-FFF2-40B4-BE49-F238E27FC236}">
                <a16:creationId xmlns:a16="http://schemas.microsoft.com/office/drawing/2014/main" id="{CC04EFD5-DD4C-6D52-CB64-AC6FDABF0B09}"/>
              </a:ext>
            </a:extLst>
          </p:cNvPr>
          <p:cNvSpPr>
            <a:spLocks noGrp="1"/>
          </p:cNvSpPr>
          <p:nvPr>
            <p:ph type="body" sz="quarter" idx="23" hasCustomPrompt="1"/>
          </p:nvPr>
        </p:nvSpPr>
        <p:spPr>
          <a:xfrm>
            <a:off x="7786688" y="5619771"/>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52" name="Espace réservé du texte 4">
            <a:extLst>
              <a:ext uri="{FF2B5EF4-FFF2-40B4-BE49-F238E27FC236}">
                <a16:creationId xmlns:a16="http://schemas.microsoft.com/office/drawing/2014/main" id="{D6F1C683-9D3B-B4F6-7671-96169EF7CAA3}"/>
              </a:ext>
            </a:extLst>
          </p:cNvPr>
          <p:cNvSpPr>
            <a:spLocks noGrp="1"/>
          </p:cNvSpPr>
          <p:nvPr>
            <p:ph type="body" sz="quarter" idx="24" hasCustomPrompt="1"/>
          </p:nvPr>
        </p:nvSpPr>
        <p:spPr>
          <a:xfrm>
            <a:off x="2060162" y="2687880"/>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53" name="Espace réservé du texte 4">
            <a:extLst>
              <a:ext uri="{FF2B5EF4-FFF2-40B4-BE49-F238E27FC236}">
                <a16:creationId xmlns:a16="http://schemas.microsoft.com/office/drawing/2014/main" id="{12439977-AFE2-4B0A-3A65-2F6EC68254BF}"/>
              </a:ext>
            </a:extLst>
          </p:cNvPr>
          <p:cNvSpPr>
            <a:spLocks noGrp="1"/>
          </p:cNvSpPr>
          <p:nvPr>
            <p:ph type="body" sz="quarter" idx="25" hasCustomPrompt="1"/>
          </p:nvPr>
        </p:nvSpPr>
        <p:spPr>
          <a:xfrm>
            <a:off x="7786688" y="2687880"/>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54" name="Espace réservé du texte 4">
            <a:extLst>
              <a:ext uri="{FF2B5EF4-FFF2-40B4-BE49-F238E27FC236}">
                <a16:creationId xmlns:a16="http://schemas.microsoft.com/office/drawing/2014/main" id="{4C530797-FF3D-C089-78CC-D157E3CADDE7}"/>
              </a:ext>
            </a:extLst>
          </p:cNvPr>
          <p:cNvSpPr>
            <a:spLocks noGrp="1"/>
          </p:cNvSpPr>
          <p:nvPr>
            <p:ph type="body" sz="quarter" idx="26" hasCustomPrompt="1"/>
          </p:nvPr>
        </p:nvSpPr>
        <p:spPr>
          <a:xfrm>
            <a:off x="2060162" y="5831130"/>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55" name="Espace réservé du texte 4">
            <a:extLst>
              <a:ext uri="{FF2B5EF4-FFF2-40B4-BE49-F238E27FC236}">
                <a16:creationId xmlns:a16="http://schemas.microsoft.com/office/drawing/2014/main" id="{84B155D5-A14E-E661-6FDC-7D4A569110C3}"/>
              </a:ext>
            </a:extLst>
          </p:cNvPr>
          <p:cNvSpPr>
            <a:spLocks noGrp="1"/>
          </p:cNvSpPr>
          <p:nvPr>
            <p:ph type="body" sz="quarter" idx="27" hasCustomPrompt="1"/>
          </p:nvPr>
        </p:nvSpPr>
        <p:spPr>
          <a:xfrm>
            <a:off x="7786688" y="5831130"/>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37" name="Ellipse 36">
            <a:extLst>
              <a:ext uri="{FF2B5EF4-FFF2-40B4-BE49-F238E27FC236}">
                <a16:creationId xmlns:a16="http://schemas.microsoft.com/office/drawing/2014/main" id="{C212DE55-BEF9-1DF5-120A-E5D90C92B265}"/>
              </a:ext>
            </a:extLst>
          </p:cNvPr>
          <p:cNvSpPr/>
          <p:nvPr userDrawn="1"/>
        </p:nvSpPr>
        <p:spPr>
          <a:xfrm>
            <a:off x="5798820" y="3131820"/>
            <a:ext cx="594360" cy="594360"/>
          </a:xfrm>
          <a:prstGeom prst="ellipse">
            <a:avLst/>
          </a:prstGeom>
          <a:solidFill>
            <a:schemeClr val="bg2"/>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9" name="Groupe 18">
            <a:extLst>
              <a:ext uri="{FF2B5EF4-FFF2-40B4-BE49-F238E27FC236}">
                <a16:creationId xmlns:a16="http://schemas.microsoft.com/office/drawing/2014/main" id="{B7A0F8EE-CCFB-3D43-0F81-38E99ADFDC2C}"/>
              </a:ext>
            </a:extLst>
          </p:cNvPr>
          <p:cNvGrpSpPr/>
          <p:nvPr userDrawn="1"/>
        </p:nvGrpSpPr>
        <p:grpSpPr>
          <a:xfrm>
            <a:off x="6004751" y="3284638"/>
            <a:ext cx="182498" cy="303275"/>
            <a:chOff x="6004749" y="3277362"/>
            <a:chExt cx="182498" cy="303275"/>
          </a:xfrm>
          <a:solidFill>
            <a:schemeClr val="bg1"/>
          </a:solidFill>
        </p:grpSpPr>
        <p:sp>
          <p:nvSpPr>
            <p:cNvPr id="20" name="Forme libre : forme 19">
              <a:extLst>
                <a:ext uri="{FF2B5EF4-FFF2-40B4-BE49-F238E27FC236}">
                  <a16:creationId xmlns:a16="http://schemas.microsoft.com/office/drawing/2014/main" id="{082DB601-F9C9-1EF8-79A9-7804CA9ABFA6}"/>
                </a:ext>
              </a:extLst>
            </p:cNvPr>
            <p:cNvSpPr/>
            <p:nvPr/>
          </p:nvSpPr>
          <p:spPr>
            <a:xfrm>
              <a:off x="6032655" y="3277362"/>
              <a:ext cx="126682" cy="213741"/>
            </a:xfrm>
            <a:custGeom>
              <a:avLst/>
              <a:gdLst>
                <a:gd name="connsiteX0" fmla="*/ 63341 w 126682"/>
                <a:gd name="connsiteY0" fmla="*/ 213741 h 213741"/>
                <a:gd name="connsiteX1" fmla="*/ 18552 w 126682"/>
                <a:gd name="connsiteY1" fmla="*/ 195188 h 213741"/>
                <a:gd name="connsiteX2" fmla="*/ 0 w 126682"/>
                <a:gd name="connsiteY2" fmla="*/ 150400 h 213741"/>
                <a:gd name="connsiteX3" fmla="*/ 0 w 126682"/>
                <a:gd name="connsiteY3" fmla="*/ 63341 h 213741"/>
                <a:gd name="connsiteX4" fmla="*/ 4822 w 126682"/>
                <a:gd name="connsiteY4" fmla="*/ 39102 h 213741"/>
                <a:gd name="connsiteX5" fmla="*/ 18552 w 126682"/>
                <a:gd name="connsiteY5" fmla="*/ 18552 h 213741"/>
                <a:gd name="connsiteX6" fmla="*/ 39102 w 126682"/>
                <a:gd name="connsiteY6" fmla="*/ 4822 h 213741"/>
                <a:gd name="connsiteX7" fmla="*/ 63341 w 126682"/>
                <a:gd name="connsiteY7" fmla="*/ 0 h 213741"/>
                <a:gd name="connsiteX8" fmla="*/ 87581 w 126682"/>
                <a:gd name="connsiteY8" fmla="*/ 4822 h 213741"/>
                <a:gd name="connsiteX9" fmla="*/ 108131 w 126682"/>
                <a:gd name="connsiteY9" fmla="*/ 18552 h 213741"/>
                <a:gd name="connsiteX10" fmla="*/ 121861 w 126682"/>
                <a:gd name="connsiteY10" fmla="*/ 39102 h 213741"/>
                <a:gd name="connsiteX11" fmla="*/ 126682 w 126682"/>
                <a:gd name="connsiteY11" fmla="*/ 63341 h 213741"/>
                <a:gd name="connsiteX12" fmla="*/ 126682 w 126682"/>
                <a:gd name="connsiteY12" fmla="*/ 150400 h 213741"/>
                <a:gd name="connsiteX13" fmla="*/ 108131 w 126682"/>
                <a:gd name="connsiteY13" fmla="*/ 195188 h 213741"/>
                <a:gd name="connsiteX14" fmla="*/ 63341 w 126682"/>
                <a:gd name="connsiteY14" fmla="*/ 213741 h 213741"/>
                <a:gd name="connsiteX15" fmla="*/ 63341 w 126682"/>
                <a:gd name="connsiteY15" fmla="*/ 8763 h 213741"/>
                <a:gd name="connsiteX16" fmla="*/ 24479 w 126682"/>
                <a:gd name="connsiteY16" fmla="*/ 24860 h 213741"/>
                <a:gd name="connsiteX17" fmla="*/ 8382 w 126682"/>
                <a:gd name="connsiteY17" fmla="*/ 63722 h 213741"/>
                <a:gd name="connsiteX18" fmla="*/ 8382 w 126682"/>
                <a:gd name="connsiteY18" fmla="*/ 150781 h 213741"/>
                <a:gd name="connsiteX19" fmla="*/ 24479 w 126682"/>
                <a:gd name="connsiteY19" fmla="*/ 189643 h 213741"/>
                <a:gd name="connsiteX20" fmla="*/ 63341 w 126682"/>
                <a:gd name="connsiteY20" fmla="*/ 205740 h 213741"/>
                <a:gd name="connsiteX21" fmla="*/ 102203 w 126682"/>
                <a:gd name="connsiteY21" fmla="*/ 189643 h 213741"/>
                <a:gd name="connsiteX22" fmla="*/ 118300 w 126682"/>
                <a:gd name="connsiteY22" fmla="*/ 150781 h 213741"/>
                <a:gd name="connsiteX23" fmla="*/ 118300 w 126682"/>
                <a:gd name="connsiteY23" fmla="*/ 63341 h 213741"/>
                <a:gd name="connsiteX24" fmla="*/ 102069 w 126682"/>
                <a:gd name="connsiteY24" fmla="*/ 24725 h 213741"/>
                <a:gd name="connsiteX25" fmla="*/ 63341 w 126682"/>
                <a:gd name="connsiteY25" fmla="*/ 8763 h 21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6682" h="213741">
                  <a:moveTo>
                    <a:pt x="63341" y="213741"/>
                  </a:moveTo>
                  <a:cubicBezTo>
                    <a:pt x="46542" y="213741"/>
                    <a:pt x="30431" y="207068"/>
                    <a:pt x="18552" y="195188"/>
                  </a:cubicBezTo>
                  <a:cubicBezTo>
                    <a:pt x="6673" y="183310"/>
                    <a:pt x="0" y="167199"/>
                    <a:pt x="0" y="150400"/>
                  </a:cubicBezTo>
                  <a:lnTo>
                    <a:pt x="0" y="63341"/>
                  </a:lnTo>
                  <a:cubicBezTo>
                    <a:pt x="0" y="55023"/>
                    <a:pt x="1638" y="46787"/>
                    <a:pt x="4822" y="39102"/>
                  </a:cubicBezTo>
                  <a:cubicBezTo>
                    <a:pt x="8005" y="31417"/>
                    <a:pt x="12670" y="24434"/>
                    <a:pt x="18552" y="18552"/>
                  </a:cubicBezTo>
                  <a:cubicBezTo>
                    <a:pt x="24434" y="12670"/>
                    <a:pt x="31416" y="8005"/>
                    <a:pt x="39102" y="4822"/>
                  </a:cubicBezTo>
                  <a:cubicBezTo>
                    <a:pt x="46787" y="1638"/>
                    <a:pt x="55023" y="0"/>
                    <a:pt x="63341" y="0"/>
                  </a:cubicBezTo>
                  <a:cubicBezTo>
                    <a:pt x="71659" y="0"/>
                    <a:pt x="79896" y="1638"/>
                    <a:pt x="87581" y="4822"/>
                  </a:cubicBezTo>
                  <a:cubicBezTo>
                    <a:pt x="95266" y="8005"/>
                    <a:pt x="102249" y="12670"/>
                    <a:pt x="108131" y="18552"/>
                  </a:cubicBezTo>
                  <a:cubicBezTo>
                    <a:pt x="114012" y="24434"/>
                    <a:pt x="118678" y="31417"/>
                    <a:pt x="121861" y="39102"/>
                  </a:cubicBezTo>
                  <a:cubicBezTo>
                    <a:pt x="125044" y="46787"/>
                    <a:pt x="126682" y="55023"/>
                    <a:pt x="126682" y="63341"/>
                  </a:cubicBezTo>
                  <a:lnTo>
                    <a:pt x="126682" y="150400"/>
                  </a:lnTo>
                  <a:cubicBezTo>
                    <a:pt x="126682" y="167199"/>
                    <a:pt x="120009" y="183310"/>
                    <a:pt x="108131" y="195188"/>
                  </a:cubicBezTo>
                  <a:cubicBezTo>
                    <a:pt x="96252" y="207068"/>
                    <a:pt x="80140" y="213741"/>
                    <a:pt x="63341" y="213741"/>
                  </a:cubicBezTo>
                  <a:close/>
                  <a:moveTo>
                    <a:pt x="63341" y="8763"/>
                  </a:moveTo>
                  <a:cubicBezTo>
                    <a:pt x="48765" y="8763"/>
                    <a:pt x="34786" y="14553"/>
                    <a:pt x="24479" y="24860"/>
                  </a:cubicBezTo>
                  <a:cubicBezTo>
                    <a:pt x="14172" y="35167"/>
                    <a:pt x="8382" y="49146"/>
                    <a:pt x="8382" y="63722"/>
                  </a:cubicBezTo>
                  <a:lnTo>
                    <a:pt x="8382" y="150781"/>
                  </a:lnTo>
                  <a:cubicBezTo>
                    <a:pt x="8382" y="165357"/>
                    <a:pt x="14172" y="179336"/>
                    <a:pt x="24479" y="189643"/>
                  </a:cubicBezTo>
                  <a:cubicBezTo>
                    <a:pt x="34786" y="199950"/>
                    <a:pt x="48765" y="205740"/>
                    <a:pt x="63341" y="205740"/>
                  </a:cubicBezTo>
                  <a:cubicBezTo>
                    <a:pt x="77917" y="205740"/>
                    <a:pt x="91896" y="199950"/>
                    <a:pt x="102203" y="189643"/>
                  </a:cubicBezTo>
                  <a:cubicBezTo>
                    <a:pt x="112510" y="179336"/>
                    <a:pt x="118300" y="165357"/>
                    <a:pt x="118300" y="150781"/>
                  </a:cubicBezTo>
                  <a:lnTo>
                    <a:pt x="118300" y="63341"/>
                  </a:lnTo>
                  <a:cubicBezTo>
                    <a:pt x="118199" y="48831"/>
                    <a:pt x="112365" y="34950"/>
                    <a:pt x="102069" y="24725"/>
                  </a:cubicBezTo>
                  <a:cubicBezTo>
                    <a:pt x="91773" y="14501"/>
                    <a:pt x="77852" y="8763"/>
                    <a:pt x="63341" y="8763"/>
                  </a:cubicBezTo>
                  <a:close/>
                </a:path>
              </a:pathLst>
            </a:custGeom>
            <a:grpFill/>
            <a:ln w="0" cap="flat">
              <a:noFill/>
              <a:prstDash val="solid"/>
              <a:miter/>
            </a:ln>
          </p:spPr>
          <p:txBody>
            <a:bodyPr rtlCol="0" anchor="ctr"/>
            <a:lstStyle/>
            <a:p>
              <a:endParaRPr lang="fr-FR"/>
            </a:p>
          </p:txBody>
        </p:sp>
        <p:sp>
          <p:nvSpPr>
            <p:cNvPr id="34" name="Forme libre : forme 33">
              <a:extLst>
                <a:ext uri="{FF2B5EF4-FFF2-40B4-BE49-F238E27FC236}">
                  <a16:creationId xmlns:a16="http://schemas.microsoft.com/office/drawing/2014/main" id="{3EB982DF-CDD1-AC78-FA5A-256F78FF2443}"/>
                </a:ext>
              </a:extLst>
            </p:cNvPr>
            <p:cNvSpPr/>
            <p:nvPr/>
          </p:nvSpPr>
          <p:spPr>
            <a:xfrm>
              <a:off x="6004749" y="3373658"/>
              <a:ext cx="182498" cy="145827"/>
            </a:xfrm>
            <a:custGeom>
              <a:avLst/>
              <a:gdLst>
                <a:gd name="connsiteX0" fmla="*/ 91249 w 182498"/>
                <a:gd name="connsiteY0" fmla="*/ 145828 h 145827"/>
                <a:gd name="connsiteX1" fmla="*/ 26788 w 182498"/>
                <a:gd name="connsiteY1" fmla="*/ 119107 h 145827"/>
                <a:gd name="connsiteX2" fmla="*/ 0 w 182498"/>
                <a:gd name="connsiteY2" fmla="*/ 54673 h 145827"/>
                <a:gd name="connsiteX3" fmla="*/ 0 w 182498"/>
                <a:gd name="connsiteY3" fmla="*/ 0 h 145827"/>
                <a:gd name="connsiteX4" fmla="*/ 8477 w 182498"/>
                <a:gd name="connsiteY4" fmla="*/ 0 h 145827"/>
                <a:gd name="connsiteX5" fmla="*/ 8477 w 182498"/>
                <a:gd name="connsiteY5" fmla="*/ 54673 h 145827"/>
                <a:gd name="connsiteX6" fmla="*/ 32721 w 182498"/>
                <a:gd name="connsiteY6" fmla="*/ 113203 h 145827"/>
                <a:gd name="connsiteX7" fmla="*/ 91249 w 182498"/>
                <a:gd name="connsiteY7" fmla="*/ 137446 h 145827"/>
                <a:gd name="connsiteX8" fmla="*/ 149779 w 182498"/>
                <a:gd name="connsiteY8" fmla="*/ 113203 h 145827"/>
                <a:gd name="connsiteX9" fmla="*/ 174022 w 182498"/>
                <a:gd name="connsiteY9" fmla="*/ 54673 h 145827"/>
                <a:gd name="connsiteX10" fmla="*/ 174022 w 182498"/>
                <a:gd name="connsiteY10" fmla="*/ 0 h 145827"/>
                <a:gd name="connsiteX11" fmla="*/ 182499 w 182498"/>
                <a:gd name="connsiteY11" fmla="*/ 0 h 145827"/>
                <a:gd name="connsiteX12" fmla="*/ 182499 w 182498"/>
                <a:gd name="connsiteY12" fmla="*/ 54673 h 145827"/>
                <a:gd name="connsiteX13" fmla="*/ 155712 w 182498"/>
                <a:gd name="connsiteY13" fmla="*/ 119107 h 145827"/>
                <a:gd name="connsiteX14" fmla="*/ 91249 w 182498"/>
                <a:gd name="connsiteY14" fmla="*/ 145828 h 14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2498" h="145827">
                  <a:moveTo>
                    <a:pt x="91249" y="145828"/>
                  </a:moveTo>
                  <a:cubicBezTo>
                    <a:pt x="67073" y="145803"/>
                    <a:pt x="43892" y="136194"/>
                    <a:pt x="26788" y="119107"/>
                  </a:cubicBezTo>
                  <a:cubicBezTo>
                    <a:pt x="9683" y="102021"/>
                    <a:pt x="50" y="78851"/>
                    <a:pt x="0" y="54673"/>
                  </a:cubicBezTo>
                  <a:lnTo>
                    <a:pt x="0" y="0"/>
                  </a:lnTo>
                  <a:lnTo>
                    <a:pt x="8477" y="0"/>
                  </a:lnTo>
                  <a:lnTo>
                    <a:pt x="8477" y="54673"/>
                  </a:lnTo>
                  <a:cubicBezTo>
                    <a:pt x="8477" y="76627"/>
                    <a:pt x="17198" y="97680"/>
                    <a:pt x="32721" y="113203"/>
                  </a:cubicBezTo>
                  <a:cubicBezTo>
                    <a:pt x="48244" y="128726"/>
                    <a:pt x="69297" y="137446"/>
                    <a:pt x="91249" y="137446"/>
                  </a:cubicBezTo>
                  <a:cubicBezTo>
                    <a:pt x="113203" y="137446"/>
                    <a:pt x="134256" y="128726"/>
                    <a:pt x="149779" y="113203"/>
                  </a:cubicBezTo>
                  <a:cubicBezTo>
                    <a:pt x="165301" y="97680"/>
                    <a:pt x="174022" y="76627"/>
                    <a:pt x="174022" y="54673"/>
                  </a:cubicBezTo>
                  <a:lnTo>
                    <a:pt x="174022" y="0"/>
                  </a:lnTo>
                  <a:lnTo>
                    <a:pt x="182499" y="0"/>
                  </a:lnTo>
                  <a:lnTo>
                    <a:pt x="182499" y="54673"/>
                  </a:lnTo>
                  <a:cubicBezTo>
                    <a:pt x="182448" y="78851"/>
                    <a:pt x="172816" y="102021"/>
                    <a:pt x="155712" y="119107"/>
                  </a:cubicBezTo>
                  <a:cubicBezTo>
                    <a:pt x="138607" y="136194"/>
                    <a:pt x="115427" y="145803"/>
                    <a:pt x="91249" y="145828"/>
                  </a:cubicBezTo>
                  <a:close/>
                </a:path>
              </a:pathLst>
            </a:custGeom>
            <a:grpFill/>
            <a:ln w="0" cap="flat">
              <a:noFill/>
              <a:prstDash val="solid"/>
              <a:miter/>
            </a:ln>
          </p:spPr>
          <p:txBody>
            <a:bodyPr rtlCol="0" anchor="ctr"/>
            <a:lstStyle/>
            <a:p>
              <a:endParaRPr lang="fr-FR"/>
            </a:p>
          </p:txBody>
        </p:sp>
        <p:sp>
          <p:nvSpPr>
            <p:cNvPr id="35" name="Forme libre : forme 34">
              <a:extLst>
                <a:ext uri="{FF2B5EF4-FFF2-40B4-BE49-F238E27FC236}">
                  <a16:creationId xmlns:a16="http://schemas.microsoft.com/office/drawing/2014/main" id="{23DD600E-F6A6-73C6-C07D-69BACF457B8B}"/>
                </a:ext>
              </a:extLst>
            </p:cNvPr>
            <p:cNvSpPr/>
            <p:nvPr/>
          </p:nvSpPr>
          <p:spPr>
            <a:xfrm>
              <a:off x="6091805" y="3512534"/>
              <a:ext cx="8382" cy="63055"/>
            </a:xfrm>
            <a:custGeom>
              <a:avLst/>
              <a:gdLst>
                <a:gd name="connsiteX0" fmla="*/ 8382 w 8382"/>
                <a:gd name="connsiteY0" fmla="*/ 0 h 63055"/>
                <a:gd name="connsiteX1" fmla="*/ 0 w 8382"/>
                <a:gd name="connsiteY1" fmla="*/ 0 h 63055"/>
                <a:gd name="connsiteX2" fmla="*/ 0 w 8382"/>
                <a:gd name="connsiteY2" fmla="*/ 63055 h 63055"/>
                <a:gd name="connsiteX3" fmla="*/ 8382 w 8382"/>
                <a:gd name="connsiteY3" fmla="*/ 63055 h 63055"/>
                <a:gd name="connsiteX4" fmla="*/ 8382 w 8382"/>
                <a:gd name="connsiteY4" fmla="*/ 0 h 63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2" h="63055">
                  <a:moveTo>
                    <a:pt x="8382" y="0"/>
                  </a:moveTo>
                  <a:lnTo>
                    <a:pt x="0" y="0"/>
                  </a:lnTo>
                  <a:lnTo>
                    <a:pt x="0" y="63055"/>
                  </a:lnTo>
                  <a:lnTo>
                    <a:pt x="8382" y="63055"/>
                  </a:lnTo>
                  <a:lnTo>
                    <a:pt x="8382" y="0"/>
                  </a:lnTo>
                  <a:close/>
                </a:path>
              </a:pathLst>
            </a:custGeom>
            <a:grpFill/>
            <a:ln w="0" cap="flat">
              <a:noFill/>
              <a:prstDash val="solid"/>
              <a:miter/>
            </a:ln>
          </p:spPr>
          <p:txBody>
            <a:bodyPr rtlCol="0" anchor="ctr"/>
            <a:lstStyle/>
            <a:p>
              <a:endParaRPr lang="fr-FR"/>
            </a:p>
          </p:txBody>
        </p:sp>
        <p:sp>
          <p:nvSpPr>
            <p:cNvPr id="36" name="Forme libre : forme 35">
              <a:extLst>
                <a:ext uri="{FF2B5EF4-FFF2-40B4-BE49-F238E27FC236}">
                  <a16:creationId xmlns:a16="http://schemas.microsoft.com/office/drawing/2014/main" id="{90647040-2AFE-4393-222E-2CD5BD11FE40}"/>
                </a:ext>
              </a:extLst>
            </p:cNvPr>
            <p:cNvSpPr/>
            <p:nvPr/>
          </p:nvSpPr>
          <p:spPr>
            <a:xfrm>
              <a:off x="6036850" y="3572256"/>
              <a:ext cx="118395" cy="8381"/>
            </a:xfrm>
            <a:custGeom>
              <a:avLst/>
              <a:gdLst>
                <a:gd name="connsiteX0" fmla="*/ 118395 w 118395"/>
                <a:gd name="connsiteY0" fmla="*/ 0 h 8381"/>
                <a:gd name="connsiteX1" fmla="*/ 0 w 118395"/>
                <a:gd name="connsiteY1" fmla="*/ 0 h 8381"/>
                <a:gd name="connsiteX2" fmla="*/ 0 w 118395"/>
                <a:gd name="connsiteY2" fmla="*/ 8382 h 8381"/>
                <a:gd name="connsiteX3" fmla="*/ 118395 w 118395"/>
                <a:gd name="connsiteY3" fmla="*/ 8382 h 8381"/>
                <a:gd name="connsiteX4" fmla="*/ 118395 w 118395"/>
                <a:gd name="connsiteY4" fmla="*/ 0 h 83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395" h="8381">
                  <a:moveTo>
                    <a:pt x="118395" y="0"/>
                  </a:moveTo>
                  <a:lnTo>
                    <a:pt x="0" y="0"/>
                  </a:lnTo>
                  <a:lnTo>
                    <a:pt x="0" y="8382"/>
                  </a:lnTo>
                  <a:lnTo>
                    <a:pt x="118395" y="8382"/>
                  </a:lnTo>
                  <a:lnTo>
                    <a:pt x="118395" y="0"/>
                  </a:lnTo>
                  <a:close/>
                </a:path>
              </a:pathLst>
            </a:custGeom>
            <a:grpFill/>
            <a:ln w="0" cap="flat">
              <a:noFill/>
              <a:prstDash val="solid"/>
              <a:miter/>
            </a:ln>
          </p:spPr>
          <p:txBody>
            <a:bodyPr rtlCol="0" anchor="ctr"/>
            <a:lstStyle/>
            <a:p>
              <a:endParaRPr lang="fr-FR"/>
            </a:p>
          </p:txBody>
        </p:sp>
      </p:grpSp>
    </p:spTree>
    <p:extLst>
      <p:ext uri="{BB962C8B-B14F-4D97-AF65-F5344CB8AC3E}">
        <p14:creationId xmlns:p14="http://schemas.microsoft.com/office/powerpoint/2010/main" val="616610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repeatCount="indefinite" fill="hold" nodeType="withEffect">
                                  <p:stCondLst>
                                    <p:cond delay="0"/>
                                  </p:stCondLst>
                                  <p:childTnLst>
                                    <p:animMotion origin="layout" path="M 0 2.22222E-6 L 0.19063 0.00139 " pathEditMode="relative" rAng="0" ptsTypes="AA">
                                      <p:cBhvr>
                                        <p:cTn id="6" dur="10000" fill="hold"/>
                                        <p:tgtEl>
                                          <p:spTgt spid="25"/>
                                        </p:tgtEl>
                                        <p:attrNameLst>
                                          <p:attrName>ppt_x</p:attrName>
                                          <p:attrName>ppt_y</p:attrName>
                                        </p:attrNameLst>
                                      </p:cBhvr>
                                      <p:rCtr x="9531"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x5 speaker (with anim)">
    <p:bg>
      <p:bgPr>
        <a:solidFill>
          <a:schemeClr val="tx1"/>
        </a:solidFill>
        <a:effectLst/>
      </p:bgPr>
    </p:bg>
    <p:spTree>
      <p:nvGrpSpPr>
        <p:cNvPr id="1" name=""/>
        <p:cNvGrpSpPr/>
        <p:nvPr/>
      </p:nvGrpSpPr>
      <p:grpSpPr>
        <a:xfrm>
          <a:off x="0" y="0"/>
          <a:ext cx="0" cy="0"/>
          <a:chOff x="0" y="0"/>
          <a:chExt cx="0" cy="0"/>
        </a:xfrm>
      </p:grpSpPr>
      <p:grpSp>
        <p:nvGrpSpPr>
          <p:cNvPr id="25" name="Groupe 24">
            <a:extLst>
              <a:ext uri="{FF2B5EF4-FFF2-40B4-BE49-F238E27FC236}">
                <a16:creationId xmlns:a16="http://schemas.microsoft.com/office/drawing/2014/main" id="{6C32CDE7-37D4-6646-C350-CE7E1DBCD4C9}"/>
              </a:ext>
            </a:extLst>
          </p:cNvPr>
          <p:cNvGrpSpPr/>
          <p:nvPr userDrawn="1"/>
        </p:nvGrpSpPr>
        <p:grpSpPr>
          <a:xfrm flipV="1">
            <a:off x="3629025" y="644289"/>
            <a:ext cx="4933950" cy="349724"/>
            <a:chOff x="-822961" y="1623523"/>
            <a:chExt cx="9204962" cy="652458"/>
          </a:xfrm>
        </p:grpSpPr>
        <p:grpSp>
          <p:nvGrpSpPr>
            <p:cNvPr id="33" name="Groupe 32">
              <a:extLst>
                <a:ext uri="{FF2B5EF4-FFF2-40B4-BE49-F238E27FC236}">
                  <a16:creationId xmlns:a16="http://schemas.microsoft.com/office/drawing/2014/main" id="{69557215-5B08-41B2-DE74-7C1E36B17F49}"/>
                </a:ext>
              </a:extLst>
            </p:cNvPr>
            <p:cNvGrpSpPr/>
            <p:nvPr/>
          </p:nvGrpSpPr>
          <p:grpSpPr>
            <a:xfrm>
              <a:off x="3809999" y="1623523"/>
              <a:ext cx="4572002" cy="652458"/>
              <a:chOff x="4334509" y="3333039"/>
              <a:chExt cx="4259583" cy="607874"/>
            </a:xfrm>
            <a:solidFill>
              <a:schemeClr val="tx2"/>
            </a:solidFill>
          </p:grpSpPr>
          <p:pic>
            <p:nvPicPr>
              <p:cNvPr id="48" name="Graphique 47">
                <a:extLst>
                  <a:ext uri="{FF2B5EF4-FFF2-40B4-BE49-F238E27FC236}">
                    <a16:creationId xmlns:a16="http://schemas.microsoft.com/office/drawing/2014/main" id="{140A506E-0EAE-C6BF-2D48-E7EA0EC0C8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49" name="Graphique 48">
                <a:extLst>
                  <a:ext uri="{FF2B5EF4-FFF2-40B4-BE49-F238E27FC236}">
                    <a16:creationId xmlns:a16="http://schemas.microsoft.com/office/drawing/2014/main" id="{04CD0E15-EB00-606B-B989-2F91F7EB2AA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nvGrpSpPr>
            <p:cNvPr id="45" name="Groupe 44">
              <a:extLst>
                <a:ext uri="{FF2B5EF4-FFF2-40B4-BE49-F238E27FC236}">
                  <a16:creationId xmlns:a16="http://schemas.microsoft.com/office/drawing/2014/main" id="{855613B8-A6E5-22E4-1ABD-2AD252C183A5}"/>
                </a:ext>
              </a:extLst>
            </p:cNvPr>
            <p:cNvGrpSpPr/>
            <p:nvPr/>
          </p:nvGrpSpPr>
          <p:grpSpPr>
            <a:xfrm>
              <a:off x="-822961" y="1623523"/>
              <a:ext cx="4572002" cy="652458"/>
              <a:chOff x="4334509" y="3333039"/>
              <a:chExt cx="4259583" cy="607874"/>
            </a:xfrm>
            <a:solidFill>
              <a:schemeClr val="tx2"/>
            </a:solidFill>
          </p:grpSpPr>
          <p:pic>
            <p:nvPicPr>
              <p:cNvPr id="46" name="Graphique 45">
                <a:extLst>
                  <a:ext uri="{FF2B5EF4-FFF2-40B4-BE49-F238E27FC236}">
                    <a16:creationId xmlns:a16="http://schemas.microsoft.com/office/drawing/2014/main" id="{EED7FC64-5FD1-7F2C-C122-5E8683CF9AA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47" name="Graphique 46">
                <a:extLst>
                  <a:ext uri="{FF2B5EF4-FFF2-40B4-BE49-F238E27FC236}">
                    <a16:creationId xmlns:a16="http://schemas.microsoft.com/office/drawing/2014/main" id="{C04DD4CF-A3F9-C361-CA71-76C15EF61E6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sp>
        <p:nvSpPr>
          <p:cNvPr id="50" name="Rectangle 49">
            <a:extLst>
              <a:ext uri="{FF2B5EF4-FFF2-40B4-BE49-F238E27FC236}">
                <a16:creationId xmlns:a16="http://schemas.microsoft.com/office/drawing/2014/main" id="{F4719794-D11B-4EA1-A4D8-F7A8F3C1A855}"/>
              </a:ext>
            </a:extLst>
          </p:cNvPr>
          <p:cNvSpPr/>
          <p:nvPr userDrawn="1"/>
        </p:nvSpPr>
        <p:spPr>
          <a:xfrm flipH="1">
            <a:off x="6886573" y="372045"/>
            <a:ext cx="5305425"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A20547AF-7CB7-4B96-D628-0DD2053AB88F}"/>
              </a:ext>
            </a:extLst>
          </p:cNvPr>
          <p:cNvSpPr/>
          <p:nvPr userDrawn="1"/>
        </p:nvSpPr>
        <p:spPr>
          <a:xfrm>
            <a:off x="0" y="372045"/>
            <a:ext cx="5305424"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Graphique 2">
            <a:extLst>
              <a:ext uri="{FF2B5EF4-FFF2-40B4-BE49-F238E27FC236}">
                <a16:creationId xmlns:a16="http://schemas.microsoft.com/office/drawing/2014/main" id="{E2D430C7-B687-BF0D-FE35-515C37426E03}"/>
              </a:ext>
            </a:extLst>
          </p:cNvPr>
          <p:cNvSpPr>
            <a:spLocks/>
          </p:cNvSpPr>
          <p:nvPr userDrawn="1"/>
        </p:nvSpPr>
        <p:spPr>
          <a:xfrm rot="16200000">
            <a:off x="9409266" y="3882473"/>
            <a:ext cx="2701930" cy="233996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7" name="Ellipse 6">
            <a:extLst>
              <a:ext uri="{FF2B5EF4-FFF2-40B4-BE49-F238E27FC236}">
                <a16:creationId xmlns:a16="http://schemas.microsoft.com/office/drawing/2014/main" id="{FF522DD6-12CA-771D-2F36-18B47D8DC9D7}"/>
              </a:ext>
            </a:extLst>
          </p:cNvPr>
          <p:cNvSpPr/>
          <p:nvPr userDrawn="1"/>
        </p:nvSpPr>
        <p:spPr>
          <a:xfrm>
            <a:off x="1208224" y="1549732"/>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space réservé pour une image  25">
            <a:extLst>
              <a:ext uri="{FF2B5EF4-FFF2-40B4-BE49-F238E27FC236}">
                <a16:creationId xmlns:a16="http://schemas.microsoft.com/office/drawing/2014/main" id="{B29450E7-C933-BEEE-41D2-8BE66F9D938D}"/>
              </a:ext>
            </a:extLst>
          </p:cNvPr>
          <p:cNvSpPr>
            <a:spLocks noGrp="1"/>
          </p:cNvSpPr>
          <p:nvPr>
            <p:ph type="pic" sz="quarter" idx="18" hasCustomPrompt="1"/>
          </p:nvPr>
        </p:nvSpPr>
        <p:spPr>
          <a:xfrm>
            <a:off x="1263759" y="1604810"/>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13" name="Espace réservé du texte 4">
            <a:extLst>
              <a:ext uri="{FF2B5EF4-FFF2-40B4-BE49-F238E27FC236}">
                <a16:creationId xmlns:a16="http://schemas.microsoft.com/office/drawing/2014/main" id="{B1988F02-5517-2A2F-0643-7651229BB6BA}"/>
              </a:ext>
            </a:extLst>
          </p:cNvPr>
          <p:cNvSpPr>
            <a:spLocks noGrp="1"/>
          </p:cNvSpPr>
          <p:nvPr>
            <p:ph type="body" sz="quarter" idx="19" hasCustomPrompt="1"/>
          </p:nvPr>
        </p:nvSpPr>
        <p:spPr>
          <a:xfrm>
            <a:off x="730975" y="3137253"/>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14" name="Espace réservé du texte 4">
            <a:extLst>
              <a:ext uri="{FF2B5EF4-FFF2-40B4-BE49-F238E27FC236}">
                <a16:creationId xmlns:a16="http://schemas.microsoft.com/office/drawing/2014/main" id="{C344E7A0-EFBE-5C78-53BC-62319CB47F78}"/>
              </a:ext>
            </a:extLst>
          </p:cNvPr>
          <p:cNvSpPr>
            <a:spLocks noGrp="1"/>
          </p:cNvSpPr>
          <p:nvPr>
            <p:ph type="body" sz="quarter" idx="20" hasCustomPrompt="1"/>
          </p:nvPr>
        </p:nvSpPr>
        <p:spPr>
          <a:xfrm>
            <a:off x="730975" y="3372203"/>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15" name="Ellipse 14">
            <a:extLst>
              <a:ext uri="{FF2B5EF4-FFF2-40B4-BE49-F238E27FC236}">
                <a16:creationId xmlns:a16="http://schemas.microsoft.com/office/drawing/2014/main" id="{B99B7AC1-D0EB-B725-2CB1-243F27907E7A}"/>
              </a:ext>
            </a:extLst>
          </p:cNvPr>
          <p:cNvSpPr/>
          <p:nvPr userDrawn="1"/>
        </p:nvSpPr>
        <p:spPr>
          <a:xfrm>
            <a:off x="9474501" y="1549732"/>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space réservé pour une image  25">
            <a:extLst>
              <a:ext uri="{FF2B5EF4-FFF2-40B4-BE49-F238E27FC236}">
                <a16:creationId xmlns:a16="http://schemas.microsoft.com/office/drawing/2014/main" id="{1FE7C43C-6BDC-4E1C-52C5-AB0C639FACB3}"/>
              </a:ext>
            </a:extLst>
          </p:cNvPr>
          <p:cNvSpPr>
            <a:spLocks noGrp="1"/>
          </p:cNvSpPr>
          <p:nvPr>
            <p:ph type="pic" sz="quarter" idx="21" hasCustomPrompt="1"/>
          </p:nvPr>
        </p:nvSpPr>
        <p:spPr>
          <a:xfrm>
            <a:off x="9530036" y="1604810"/>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17" name="Espace réservé du texte 4">
            <a:extLst>
              <a:ext uri="{FF2B5EF4-FFF2-40B4-BE49-F238E27FC236}">
                <a16:creationId xmlns:a16="http://schemas.microsoft.com/office/drawing/2014/main" id="{492E0895-5B9D-D8F4-6138-04608B1CF903}"/>
              </a:ext>
            </a:extLst>
          </p:cNvPr>
          <p:cNvSpPr>
            <a:spLocks noGrp="1"/>
          </p:cNvSpPr>
          <p:nvPr>
            <p:ph type="body" sz="quarter" idx="22" hasCustomPrompt="1"/>
          </p:nvPr>
        </p:nvSpPr>
        <p:spPr>
          <a:xfrm>
            <a:off x="8997252" y="3137253"/>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18" name="Espace réservé du texte 4">
            <a:extLst>
              <a:ext uri="{FF2B5EF4-FFF2-40B4-BE49-F238E27FC236}">
                <a16:creationId xmlns:a16="http://schemas.microsoft.com/office/drawing/2014/main" id="{CC04EFD5-DD4C-6D52-CB64-AC6FDABF0B09}"/>
              </a:ext>
            </a:extLst>
          </p:cNvPr>
          <p:cNvSpPr>
            <a:spLocks noGrp="1"/>
          </p:cNvSpPr>
          <p:nvPr>
            <p:ph type="body" sz="quarter" idx="23" hasCustomPrompt="1"/>
          </p:nvPr>
        </p:nvSpPr>
        <p:spPr>
          <a:xfrm>
            <a:off x="8997252" y="3372203"/>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39" name="Espace réservé du texte 4">
            <a:extLst>
              <a:ext uri="{FF2B5EF4-FFF2-40B4-BE49-F238E27FC236}">
                <a16:creationId xmlns:a16="http://schemas.microsoft.com/office/drawing/2014/main" id="{0B19CEEB-E988-A246-CBDB-DC7B414BB495}"/>
              </a:ext>
            </a:extLst>
          </p:cNvPr>
          <p:cNvSpPr>
            <a:spLocks noGrp="1"/>
          </p:cNvSpPr>
          <p:nvPr>
            <p:ph type="body" sz="quarter" idx="29" hasCustomPrompt="1"/>
          </p:nvPr>
        </p:nvSpPr>
        <p:spPr>
          <a:xfrm>
            <a:off x="730975" y="3612137"/>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40" name="Espace réservé du texte 4">
            <a:extLst>
              <a:ext uri="{FF2B5EF4-FFF2-40B4-BE49-F238E27FC236}">
                <a16:creationId xmlns:a16="http://schemas.microsoft.com/office/drawing/2014/main" id="{5674911B-B5AE-427B-4A6B-12A91963B9C1}"/>
              </a:ext>
            </a:extLst>
          </p:cNvPr>
          <p:cNvSpPr>
            <a:spLocks noGrp="1"/>
          </p:cNvSpPr>
          <p:nvPr>
            <p:ph type="body" sz="quarter" idx="30" hasCustomPrompt="1"/>
          </p:nvPr>
        </p:nvSpPr>
        <p:spPr>
          <a:xfrm>
            <a:off x="8997252" y="3612137"/>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42" name="Ellipse 41">
            <a:extLst>
              <a:ext uri="{FF2B5EF4-FFF2-40B4-BE49-F238E27FC236}">
                <a16:creationId xmlns:a16="http://schemas.microsoft.com/office/drawing/2014/main" id="{D9516735-A635-ABFB-58D0-4F2AC370904C}"/>
              </a:ext>
            </a:extLst>
          </p:cNvPr>
          <p:cNvSpPr/>
          <p:nvPr userDrawn="1"/>
        </p:nvSpPr>
        <p:spPr>
          <a:xfrm>
            <a:off x="5407798" y="1549732"/>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Espace réservé pour une image  25">
            <a:extLst>
              <a:ext uri="{FF2B5EF4-FFF2-40B4-BE49-F238E27FC236}">
                <a16:creationId xmlns:a16="http://schemas.microsoft.com/office/drawing/2014/main" id="{C5495677-9BEE-8BFB-0414-B2AA7B5705DD}"/>
              </a:ext>
            </a:extLst>
          </p:cNvPr>
          <p:cNvSpPr>
            <a:spLocks noGrp="1"/>
          </p:cNvSpPr>
          <p:nvPr>
            <p:ph type="pic" sz="quarter" idx="31" hasCustomPrompt="1"/>
          </p:nvPr>
        </p:nvSpPr>
        <p:spPr>
          <a:xfrm>
            <a:off x="5463333" y="1604810"/>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44" name="Espace réservé du texte 4">
            <a:extLst>
              <a:ext uri="{FF2B5EF4-FFF2-40B4-BE49-F238E27FC236}">
                <a16:creationId xmlns:a16="http://schemas.microsoft.com/office/drawing/2014/main" id="{71E79E2E-AD1A-B786-3E44-D4EDDD27AAFF}"/>
              </a:ext>
            </a:extLst>
          </p:cNvPr>
          <p:cNvSpPr>
            <a:spLocks noGrp="1"/>
          </p:cNvSpPr>
          <p:nvPr>
            <p:ph type="body" sz="quarter" idx="32" hasCustomPrompt="1"/>
          </p:nvPr>
        </p:nvSpPr>
        <p:spPr>
          <a:xfrm>
            <a:off x="4930549" y="3137253"/>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52" name="Espace réservé du texte 4">
            <a:extLst>
              <a:ext uri="{FF2B5EF4-FFF2-40B4-BE49-F238E27FC236}">
                <a16:creationId xmlns:a16="http://schemas.microsoft.com/office/drawing/2014/main" id="{740F6E9D-E8F0-133F-55BF-89DEDB45B182}"/>
              </a:ext>
            </a:extLst>
          </p:cNvPr>
          <p:cNvSpPr>
            <a:spLocks noGrp="1"/>
          </p:cNvSpPr>
          <p:nvPr>
            <p:ph type="body" sz="quarter" idx="33" hasCustomPrompt="1"/>
          </p:nvPr>
        </p:nvSpPr>
        <p:spPr>
          <a:xfrm>
            <a:off x="4930549" y="3372203"/>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53" name="Espace réservé du texte 4">
            <a:extLst>
              <a:ext uri="{FF2B5EF4-FFF2-40B4-BE49-F238E27FC236}">
                <a16:creationId xmlns:a16="http://schemas.microsoft.com/office/drawing/2014/main" id="{80973F15-C715-1C91-6DCE-61716F4D379B}"/>
              </a:ext>
            </a:extLst>
          </p:cNvPr>
          <p:cNvSpPr>
            <a:spLocks noGrp="1"/>
          </p:cNvSpPr>
          <p:nvPr>
            <p:ph type="body" sz="quarter" idx="34" hasCustomPrompt="1"/>
          </p:nvPr>
        </p:nvSpPr>
        <p:spPr>
          <a:xfrm>
            <a:off x="4930549" y="3612137"/>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54" name="Ellipse 53">
            <a:extLst>
              <a:ext uri="{FF2B5EF4-FFF2-40B4-BE49-F238E27FC236}">
                <a16:creationId xmlns:a16="http://schemas.microsoft.com/office/drawing/2014/main" id="{332A2DB7-0573-F427-C9A2-FAF3068D1955}"/>
              </a:ext>
            </a:extLst>
          </p:cNvPr>
          <p:cNvSpPr/>
          <p:nvPr userDrawn="1"/>
        </p:nvSpPr>
        <p:spPr>
          <a:xfrm>
            <a:off x="3260987" y="4082285"/>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Espace réservé pour une image  25">
            <a:extLst>
              <a:ext uri="{FF2B5EF4-FFF2-40B4-BE49-F238E27FC236}">
                <a16:creationId xmlns:a16="http://schemas.microsoft.com/office/drawing/2014/main" id="{A1F09642-E319-A191-3ECD-20743F53D9D0}"/>
              </a:ext>
            </a:extLst>
          </p:cNvPr>
          <p:cNvSpPr>
            <a:spLocks noGrp="1"/>
          </p:cNvSpPr>
          <p:nvPr>
            <p:ph type="pic" sz="quarter" idx="35" hasCustomPrompt="1"/>
          </p:nvPr>
        </p:nvSpPr>
        <p:spPr>
          <a:xfrm>
            <a:off x="3316522" y="4137363"/>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56" name="Espace réservé du texte 4">
            <a:extLst>
              <a:ext uri="{FF2B5EF4-FFF2-40B4-BE49-F238E27FC236}">
                <a16:creationId xmlns:a16="http://schemas.microsoft.com/office/drawing/2014/main" id="{EF6B18BC-8E52-620F-2AF7-0BABFD4371BA}"/>
              </a:ext>
            </a:extLst>
          </p:cNvPr>
          <p:cNvSpPr>
            <a:spLocks noGrp="1"/>
          </p:cNvSpPr>
          <p:nvPr>
            <p:ph type="body" sz="quarter" idx="36" hasCustomPrompt="1"/>
          </p:nvPr>
        </p:nvSpPr>
        <p:spPr>
          <a:xfrm>
            <a:off x="2783738" y="5669806"/>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57" name="Espace réservé du texte 4">
            <a:extLst>
              <a:ext uri="{FF2B5EF4-FFF2-40B4-BE49-F238E27FC236}">
                <a16:creationId xmlns:a16="http://schemas.microsoft.com/office/drawing/2014/main" id="{EA83AEF1-AD7D-E2CD-6153-7414581DC970}"/>
              </a:ext>
            </a:extLst>
          </p:cNvPr>
          <p:cNvSpPr>
            <a:spLocks noGrp="1"/>
          </p:cNvSpPr>
          <p:nvPr>
            <p:ph type="body" sz="quarter" idx="37" hasCustomPrompt="1"/>
          </p:nvPr>
        </p:nvSpPr>
        <p:spPr>
          <a:xfrm>
            <a:off x="2783738" y="5904756"/>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58" name="Espace réservé du texte 4">
            <a:extLst>
              <a:ext uri="{FF2B5EF4-FFF2-40B4-BE49-F238E27FC236}">
                <a16:creationId xmlns:a16="http://schemas.microsoft.com/office/drawing/2014/main" id="{BC49F83D-38EB-ECD9-3B44-31073CF08EEB}"/>
              </a:ext>
            </a:extLst>
          </p:cNvPr>
          <p:cNvSpPr>
            <a:spLocks noGrp="1"/>
          </p:cNvSpPr>
          <p:nvPr>
            <p:ph type="body" sz="quarter" idx="38" hasCustomPrompt="1"/>
          </p:nvPr>
        </p:nvSpPr>
        <p:spPr>
          <a:xfrm>
            <a:off x="2783738" y="6144690"/>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59" name="Ellipse 58">
            <a:extLst>
              <a:ext uri="{FF2B5EF4-FFF2-40B4-BE49-F238E27FC236}">
                <a16:creationId xmlns:a16="http://schemas.microsoft.com/office/drawing/2014/main" id="{20703D3C-A5BB-7DF8-1CCA-38FFC0946FE8}"/>
              </a:ext>
            </a:extLst>
          </p:cNvPr>
          <p:cNvSpPr/>
          <p:nvPr userDrawn="1"/>
        </p:nvSpPr>
        <p:spPr>
          <a:xfrm>
            <a:off x="7460561" y="4082285"/>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Espace réservé pour une image  25">
            <a:extLst>
              <a:ext uri="{FF2B5EF4-FFF2-40B4-BE49-F238E27FC236}">
                <a16:creationId xmlns:a16="http://schemas.microsoft.com/office/drawing/2014/main" id="{9216B8B0-3C55-0582-1D77-4FF0283EBDF3}"/>
              </a:ext>
            </a:extLst>
          </p:cNvPr>
          <p:cNvSpPr>
            <a:spLocks noGrp="1"/>
          </p:cNvSpPr>
          <p:nvPr>
            <p:ph type="pic" sz="quarter" idx="39" hasCustomPrompt="1"/>
          </p:nvPr>
        </p:nvSpPr>
        <p:spPr>
          <a:xfrm>
            <a:off x="7516096" y="4137363"/>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61" name="Espace réservé du texte 4">
            <a:extLst>
              <a:ext uri="{FF2B5EF4-FFF2-40B4-BE49-F238E27FC236}">
                <a16:creationId xmlns:a16="http://schemas.microsoft.com/office/drawing/2014/main" id="{FEF31D0E-5EBC-320A-94DA-852AB826E15B}"/>
              </a:ext>
            </a:extLst>
          </p:cNvPr>
          <p:cNvSpPr>
            <a:spLocks noGrp="1"/>
          </p:cNvSpPr>
          <p:nvPr>
            <p:ph type="body" sz="quarter" idx="40" hasCustomPrompt="1"/>
          </p:nvPr>
        </p:nvSpPr>
        <p:spPr>
          <a:xfrm>
            <a:off x="6983312" y="5669806"/>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62" name="Espace réservé du texte 4">
            <a:extLst>
              <a:ext uri="{FF2B5EF4-FFF2-40B4-BE49-F238E27FC236}">
                <a16:creationId xmlns:a16="http://schemas.microsoft.com/office/drawing/2014/main" id="{C541888C-BFFD-2E20-DC57-E81105BD52DD}"/>
              </a:ext>
            </a:extLst>
          </p:cNvPr>
          <p:cNvSpPr>
            <a:spLocks noGrp="1"/>
          </p:cNvSpPr>
          <p:nvPr>
            <p:ph type="body" sz="quarter" idx="41" hasCustomPrompt="1"/>
          </p:nvPr>
        </p:nvSpPr>
        <p:spPr>
          <a:xfrm>
            <a:off x="6983312" y="5904756"/>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63" name="Espace réservé du texte 4">
            <a:extLst>
              <a:ext uri="{FF2B5EF4-FFF2-40B4-BE49-F238E27FC236}">
                <a16:creationId xmlns:a16="http://schemas.microsoft.com/office/drawing/2014/main" id="{52CCEA5B-8121-3D03-307E-44A805F9A67D}"/>
              </a:ext>
            </a:extLst>
          </p:cNvPr>
          <p:cNvSpPr>
            <a:spLocks noGrp="1"/>
          </p:cNvSpPr>
          <p:nvPr>
            <p:ph type="body" sz="quarter" idx="42" hasCustomPrompt="1"/>
          </p:nvPr>
        </p:nvSpPr>
        <p:spPr>
          <a:xfrm>
            <a:off x="6983312" y="6144690"/>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64" name="Forme libre : forme 63">
            <a:extLst>
              <a:ext uri="{FF2B5EF4-FFF2-40B4-BE49-F238E27FC236}">
                <a16:creationId xmlns:a16="http://schemas.microsoft.com/office/drawing/2014/main" id="{EDA49B25-7218-DD48-387B-A5DAA2523C7B}"/>
              </a:ext>
            </a:extLst>
          </p:cNvPr>
          <p:cNvSpPr>
            <a:spLocks/>
          </p:cNvSpPr>
          <p:nvPr userDrawn="1"/>
        </p:nvSpPr>
        <p:spPr>
          <a:xfrm rot="16200000">
            <a:off x="-691774" y="836767"/>
            <a:ext cx="2152612" cy="769063"/>
          </a:xfrm>
          <a:custGeom>
            <a:avLst/>
            <a:gdLst>
              <a:gd name="connsiteX0" fmla="*/ 2152612 w 2152612"/>
              <a:gd name="connsiteY0" fmla="*/ 769063 h 769063"/>
              <a:gd name="connsiteX1" fmla="*/ 1076306 w 2152612"/>
              <a:gd name="connsiteY1" fmla="*/ 769063 h 769063"/>
              <a:gd name="connsiteX2" fmla="*/ 0 w 2152612"/>
              <a:gd name="connsiteY2" fmla="*/ 769063 h 769063"/>
              <a:gd name="connsiteX3" fmla="*/ 443981 w 2152612"/>
              <a:gd name="connsiteY3" fmla="*/ 0 h 769063"/>
              <a:gd name="connsiteX4" fmla="*/ 1708562 w 2152612"/>
              <a:gd name="connsiteY4" fmla="*/ 0 h 769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2612" h="769063">
                <a:moveTo>
                  <a:pt x="2152612" y="769063"/>
                </a:moveTo>
                <a:lnTo>
                  <a:pt x="1076306" y="769063"/>
                </a:lnTo>
                <a:lnTo>
                  <a:pt x="0" y="769063"/>
                </a:lnTo>
                <a:lnTo>
                  <a:pt x="443981" y="0"/>
                </a:lnTo>
                <a:lnTo>
                  <a:pt x="1708562"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grpSp>
        <p:nvGrpSpPr>
          <p:cNvPr id="27" name="Groupe 26">
            <a:extLst>
              <a:ext uri="{FF2B5EF4-FFF2-40B4-BE49-F238E27FC236}">
                <a16:creationId xmlns:a16="http://schemas.microsoft.com/office/drawing/2014/main" id="{5F29549E-73AE-F438-D04E-24862C2CBD1A}"/>
              </a:ext>
            </a:extLst>
          </p:cNvPr>
          <p:cNvGrpSpPr/>
          <p:nvPr userDrawn="1"/>
        </p:nvGrpSpPr>
        <p:grpSpPr>
          <a:xfrm>
            <a:off x="5798820" y="510195"/>
            <a:ext cx="594360" cy="594360"/>
            <a:chOff x="5798820" y="386370"/>
            <a:chExt cx="594360" cy="594360"/>
          </a:xfrm>
        </p:grpSpPr>
        <p:sp>
          <p:nvSpPr>
            <p:cNvPr id="26" name="Ellipse 25">
              <a:extLst>
                <a:ext uri="{FF2B5EF4-FFF2-40B4-BE49-F238E27FC236}">
                  <a16:creationId xmlns:a16="http://schemas.microsoft.com/office/drawing/2014/main" id="{0AB8A078-BE7A-6B25-771F-AC131DA85CF5}"/>
                </a:ext>
              </a:extLst>
            </p:cNvPr>
            <p:cNvSpPr/>
            <p:nvPr userDrawn="1"/>
          </p:nvSpPr>
          <p:spPr>
            <a:xfrm>
              <a:off x="5798820" y="386370"/>
              <a:ext cx="594360" cy="594360"/>
            </a:xfrm>
            <a:prstGeom prst="ellipse">
              <a:avLst/>
            </a:prstGeom>
            <a:solidFill>
              <a:schemeClr val="bg2"/>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8" name="Groupe 7">
              <a:extLst>
                <a:ext uri="{FF2B5EF4-FFF2-40B4-BE49-F238E27FC236}">
                  <a16:creationId xmlns:a16="http://schemas.microsoft.com/office/drawing/2014/main" id="{7475220F-30BC-FF5E-7A3F-6350224839C6}"/>
                </a:ext>
              </a:extLst>
            </p:cNvPr>
            <p:cNvGrpSpPr/>
            <p:nvPr userDrawn="1"/>
          </p:nvGrpSpPr>
          <p:grpSpPr>
            <a:xfrm>
              <a:off x="6004751" y="531913"/>
              <a:ext cx="182498" cy="303275"/>
              <a:chOff x="6004749" y="3277362"/>
              <a:chExt cx="182498" cy="303275"/>
            </a:xfrm>
            <a:solidFill>
              <a:schemeClr val="bg1"/>
            </a:solidFill>
          </p:grpSpPr>
          <p:sp>
            <p:nvSpPr>
              <p:cNvPr id="12" name="Forme libre : forme 11">
                <a:extLst>
                  <a:ext uri="{FF2B5EF4-FFF2-40B4-BE49-F238E27FC236}">
                    <a16:creationId xmlns:a16="http://schemas.microsoft.com/office/drawing/2014/main" id="{F8CB83DE-CB3B-026B-D3E0-50B11A922E90}"/>
                  </a:ext>
                </a:extLst>
              </p:cNvPr>
              <p:cNvSpPr/>
              <p:nvPr/>
            </p:nvSpPr>
            <p:spPr>
              <a:xfrm>
                <a:off x="6032655" y="3277362"/>
                <a:ext cx="126682" cy="213741"/>
              </a:xfrm>
              <a:custGeom>
                <a:avLst/>
                <a:gdLst>
                  <a:gd name="connsiteX0" fmla="*/ 63341 w 126682"/>
                  <a:gd name="connsiteY0" fmla="*/ 213741 h 213741"/>
                  <a:gd name="connsiteX1" fmla="*/ 18552 w 126682"/>
                  <a:gd name="connsiteY1" fmla="*/ 195188 h 213741"/>
                  <a:gd name="connsiteX2" fmla="*/ 0 w 126682"/>
                  <a:gd name="connsiteY2" fmla="*/ 150400 h 213741"/>
                  <a:gd name="connsiteX3" fmla="*/ 0 w 126682"/>
                  <a:gd name="connsiteY3" fmla="*/ 63341 h 213741"/>
                  <a:gd name="connsiteX4" fmla="*/ 4822 w 126682"/>
                  <a:gd name="connsiteY4" fmla="*/ 39102 h 213741"/>
                  <a:gd name="connsiteX5" fmla="*/ 18552 w 126682"/>
                  <a:gd name="connsiteY5" fmla="*/ 18552 h 213741"/>
                  <a:gd name="connsiteX6" fmla="*/ 39102 w 126682"/>
                  <a:gd name="connsiteY6" fmla="*/ 4822 h 213741"/>
                  <a:gd name="connsiteX7" fmla="*/ 63341 w 126682"/>
                  <a:gd name="connsiteY7" fmla="*/ 0 h 213741"/>
                  <a:gd name="connsiteX8" fmla="*/ 87581 w 126682"/>
                  <a:gd name="connsiteY8" fmla="*/ 4822 h 213741"/>
                  <a:gd name="connsiteX9" fmla="*/ 108131 w 126682"/>
                  <a:gd name="connsiteY9" fmla="*/ 18552 h 213741"/>
                  <a:gd name="connsiteX10" fmla="*/ 121861 w 126682"/>
                  <a:gd name="connsiteY10" fmla="*/ 39102 h 213741"/>
                  <a:gd name="connsiteX11" fmla="*/ 126682 w 126682"/>
                  <a:gd name="connsiteY11" fmla="*/ 63341 h 213741"/>
                  <a:gd name="connsiteX12" fmla="*/ 126682 w 126682"/>
                  <a:gd name="connsiteY12" fmla="*/ 150400 h 213741"/>
                  <a:gd name="connsiteX13" fmla="*/ 108131 w 126682"/>
                  <a:gd name="connsiteY13" fmla="*/ 195188 h 213741"/>
                  <a:gd name="connsiteX14" fmla="*/ 63341 w 126682"/>
                  <a:gd name="connsiteY14" fmla="*/ 213741 h 213741"/>
                  <a:gd name="connsiteX15" fmla="*/ 63341 w 126682"/>
                  <a:gd name="connsiteY15" fmla="*/ 8763 h 213741"/>
                  <a:gd name="connsiteX16" fmla="*/ 24479 w 126682"/>
                  <a:gd name="connsiteY16" fmla="*/ 24860 h 213741"/>
                  <a:gd name="connsiteX17" fmla="*/ 8382 w 126682"/>
                  <a:gd name="connsiteY17" fmla="*/ 63722 h 213741"/>
                  <a:gd name="connsiteX18" fmla="*/ 8382 w 126682"/>
                  <a:gd name="connsiteY18" fmla="*/ 150781 h 213741"/>
                  <a:gd name="connsiteX19" fmla="*/ 24479 w 126682"/>
                  <a:gd name="connsiteY19" fmla="*/ 189643 h 213741"/>
                  <a:gd name="connsiteX20" fmla="*/ 63341 w 126682"/>
                  <a:gd name="connsiteY20" fmla="*/ 205740 h 213741"/>
                  <a:gd name="connsiteX21" fmla="*/ 102203 w 126682"/>
                  <a:gd name="connsiteY21" fmla="*/ 189643 h 213741"/>
                  <a:gd name="connsiteX22" fmla="*/ 118300 w 126682"/>
                  <a:gd name="connsiteY22" fmla="*/ 150781 h 213741"/>
                  <a:gd name="connsiteX23" fmla="*/ 118300 w 126682"/>
                  <a:gd name="connsiteY23" fmla="*/ 63341 h 213741"/>
                  <a:gd name="connsiteX24" fmla="*/ 102069 w 126682"/>
                  <a:gd name="connsiteY24" fmla="*/ 24725 h 213741"/>
                  <a:gd name="connsiteX25" fmla="*/ 63341 w 126682"/>
                  <a:gd name="connsiteY25" fmla="*/ 8763 h 21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6682" h="213741">
                    <a:moveTo>
                      <a:pt x="63341" y="213741"/>
                    </a:moveTo>
                    <a:cubicBezTo>
                      <a:pt x="46542" y="213741"/>
                      <a:pt x="30431" y="207068"/>
                      <a:pt x="18552" y="195188"/>
                    </a:cubicBezTo>
                    <a:cubicBezTo>
                      <a:pt x="6673" y="183310"/>
                      <a:pt x="0" y="167199"/>
                      <a:pt x="0" y="150400"/>
                    </a:cubicBezTo>
                    <a:lnTo>
                      <a:pt x="0" y="63341"/>
                    </a:lnTo>
                    <a:cubicBezTo>
                      <a:pt x="0" y="55023"/>
                      <a:pt x="1638" y="46787"/>
                      <a:pt x="4822" y="39102"/>
                    </a:cubicBezTo>
                    <a:cubicBezTo>
                      <a:pt x="8005" y="31417"/>
                      <a:pt x="12670" y="24434"/>
                      <a:pt x="18552" y="18552"/>
                    </a:cubicBezTo>
                    <a:cubicBezTo>
                      <a:pt x="24434" y="12670"/>
                      <a:pt x="31416" y="8005"/>
                      <a:pt x="39102" y="4822"/>
                    </a:cubicBezTo>
                    <a:cubicBezTo>
                      <a:pt x="46787" y="1638"/>
                      <a:pt x="55023" y="0"/>
                      <a:pt x="63341" y="0"/>
                    </a:cubicBezTo>
                    <a:cubicBezTo>
                      <a:pt x="71659" y="0"/>
                      <a:pt x="79896" y="1638"/>
                      <a:pt x="87581" y="4822"/>
                    </a:cubicBezTo>
                    <a:cubicBezTo>
                      <a:pt x="95266" y="8005"/>
                      <a:pt x="102249" y="12670"/>
                      <a:pt x="108131" y="18552"/>
                    </a:cubicBezTo>
                    <a:cubicBezTo>
                      <a:pt x="114012" y="24434"/>
                      <a:pt x="118678" y="31417"/>
                      <a:pt x="121861" y="39102"/>
                    </a:cubicBezTo>
                    <a:cubicBezTo>
                      <a:pt x="125044" y="46787"/>
                      <a:pt x="126682" y="55023"/>
                      <a:pt x="126682" y="63341"/>
                    </a:cubicBezTo>
                    <a:lnTo>
                      <a:pt x="126682" y="150400"/>
                    </a:lnTo>
                    <a:cubicBezTo>
                      <a:pt x="126682" y="167199"/>
                      <a:pt x="120009" y="183310"/>
                      <a:pt x="108131" y="195188"/>
                    </a:cubicBezTo>
                    <a:cubicBezTo>
                      <a:pt x="96252" y="207068"/>
                      <a:pt x="80140" y="213741"/>
                      <a:pt x="63341" y="213741"/>
                    </a:cubicBezTo>
                    <a:close/>
                    <a:moveTo>
                      <a:pt x="63341" y="8763"/>
                    </a:moveTo>
                    <a:cubicBezTo>
                      <a:pt x="48765" y="8763"/>
                      <a:pt x="34786" y="14553"/>
                      <a:pt x="24479" y="24860"/>
                    </a:cubicBezTo>
                    <a:cubicBezTo>
                      <a:pt x="14172" y="35167"/>
                      <a:pt x="8382" y="49146"/>
                      <a:pt x="8382" y="63722"/>
                    </a:cubicBezTo>
                    <a:lnTo>
                      <a:pt x="8382" y="150781"/>
                    </a:lnTo>
                    <a:cubicBezTo>
                      <a:pt x="8382" y="165357"/>
                      <a:pt x="14172" y="179336"/>
                      <a:pt x="24479" y="189643"/>
                    </a:cubicBezTo>
                    <a:cubicBezTo>
                      <a:pt x="34786" y="199950"/>
                      <a:pt x="48765" y="205740"/>
                      <a:pt x="63341" y="205740"/>
                    </a:cubicBezTo>
                    <a:cubicBezTo>
                      <a:pt x="77917" y="205740"/>
                      <a:pt x="91896" y="199950"/>
                      <a:pt x="102203" y="189643"/>
                    </a:cubicBezTo>
                    <a:cubicBezTo>
                      <a:pt x="112510" y="179336"/>
                      <a:pt x="118300" y="165357"/>
                      <a:pt x="118300" y="150781"/>
                    </a:cubicBezTo>
                    <a:lnTo>
                      <a:pt x="118300" y="63341"/>
                    </a:lnTo>
                    <a:cubicBezTo>
                      <a:pt x="118199" y="48831"/>
                      <a:pt x="112365" y="34950"/>
                      <a:pt x="102069" y="24725"/>
                    </a:cubicBezTo>
                    <a:cubicBezTo>
                      <a:pt x="91773" y="14501"/>
                      <a:pt x="77852" y="8763"/>
                      <a:pt x="63341" y="8763"/>
                    </a:cubicBez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1512CAE5-9B55-012F-4040-CC89DB3D7529}"/>
                  </a:ext>
                </a:extLst>
              </p:cNvPr>
              <p:cNvSpPr/>
              <p:nvPr/>
            </p:nvSpPr>
            <p:spPr>
              <a:xfrm>
                <a:off x="6004749" y="3373658"/>
                <a:ext cx="182498" cy="145827"/>
              </a:xfrm>
              <a:custGeom>
                <a:avLst/>
                <a:gdLst>
                  <a:gd name="connsiteX0" fmla="*/ 91249 w 182498"/>
                  <a:gd name="connsiteY0" fmla="*/ 145828 h 145827"/>
                  <a:gd name="connsiteX1" fmla="*/ 26788 w 182498"/>
                  <a:gd name="connsiteY1" fmla="*/ 119107 h 145827"/>
                  <a:gd name="connsiteX2" fmla="*/ 0 w 182498"/>
                  <a:gd name="connsiteY2" fmla="*/ 54673 h 145827"/>
                  <a:gd name="connsiteX3" fmla="*/ 0 w 182498"/>
                  <a:gd name="connsiteY3" fmla="*/ 0 h 145827"/>
                  <a:gd name="connsiteX4" fmla="*/ 8477 w 182498"/>
                  <a:gd name="connsiteY4" fmla="*/ 0 h 145827"/>
                  <a:gd name="connsiteX5" fmla="*/ 8477 w 182498"/>
                  <a:gd name="connsiteY5" fmla="*/ 54673 h 145827"/>
                  <a:gd name="connsiteX6" fmla="*/ 32721 w 182498"/>
                  <a:gd name="connsiteY6" fmla="*/ 113203 h 145827"/>
                  <a:gd name="connsiteX7" fmla="*/ 91249 w 182498"/>
                  <a:gd name="connsiteY7" fmla="*/ 137446 h 145827"/>
                  <a:gd name="connsiteX8" fmla="*/ 149779 w 182498"/>
                  <a:gd name="connsiteY8" fmla="*/ 113203 h 145827"/>
                  <a:gd name="connsiteX9" fmla="*/ 174022 w 182498"/>
                  <a:gd name="connsiteY9" fmla="*/ 54673 h 145827"/>
                  <a:gd name="connsiteX10" fmla="*/ 174022 w 182498"/>
                  <a:gd name="connsiteY10" fmla="*/ 0 h 145827"/>
                  <a:gd name="connsiteX11" fmla="*/ 182499 w 182498"/>
                  <a:gd name="connsiteY11" fmla="*/ 0 h 145827"/>
                  <a:gd name="connsiteX12" fmla="*/ 182499 w 182498"/>
                  <a:gd name="connsiteY12" fmla="*/ 54673 h 145827"/>
                  <a:gd name="connsiteX13" fmla="*/ 155712 w 182498"/>
                  <a:gd name="connsiteY13" fmla="*/ 119107 h 145827"/>
                  <a:gd name="connsiteX14" fmla="*/ 91249 w 182498"/>
                  <a:gd name="connsiteY14" fmla="*/ 145828 h 14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2498" h="145827">
                    <a:moveTo>
                      <a:pt x="91249" y="145828"/>
                    </a:moveTo>
                    <a:cubicBezTo>
                      <a:pt x="67073" y="145803"/>
                      <a:pt x="43892" y="136194"/>
                      <a:pt x="26788" y="119107"/>
                    </a:cubicBezTo>
                    <a:cubicBezTo>
                      <a:pt x="9683" y="102021"/>
                      <a:pt x="50" y="78851"/>
                      <a:pt x="0" y="54673"/>
                    </a:cubicBezTo>
                    <a:lnTo>
                      <a:pt x="0" y="0"/>
                    </a:lnTo>
                    <a:lnTo>
                      <a:pt x="8477" y="0"/>
                    </a:lnTo>
                    <a:lnTo>
                      <a:pt x="8477" y="54673"/>
                    </a:lnTo>
                    <a:cubicBezTo>
                      <a:pt x="8477" y="76627"/>
                      <a:pt x="17198" y="97680"/>
                      <a:pt x="32721" y="113203"/>
                    </a:cubicBezTo>
                    <a:cubicBezTo>
                      <a:pt x="48244" y="128726"/>
                      <a:pt x="69297" y="137446"/>
                      <a:pt x="91249" y="137446"/>
                    </a:cubicBezTo>
                    <a:cubicBezTo>
                      <a:pt x="113203" y="137446"/>
                      <a:pt x="134256" y="128726"/>
                      <a:pt x="149779" y="113203"/>
                    </a:cubicBezTo>
                    <a:cubicBezTo>
                      <a:pt x="165301" y="97680"/>
                      <a:pt x="174022" y="76627"/>
                      <a:pt x="174022" y="54673"/>
                    </a:cubicBezTo>
                    <a:lnTo>
                      <a:pt x="174022" y="0"/>
                    </a:lnTo>
                    <a:lnTo>
                      <a:pt x="182499" y="0"/>
                    </a:lnTo>
                    <a:lnTo>
                      <a:pt x="182499" y="54673"/>
                    </a:lnTo>
                    <a:cubicBezTo>
                      <a:pt x="182448" y="78851"/>
                      <a:pt x="172816" y="102021"/>
                      <a:pt x="155712" y="119107"/>
                    </a:cubicBezTo>
                    <a:cubicBezTo>
                      <a:pt x="138607" y="136194"/>
                      <a:pt x="115427" y="145803"/>
                      <a:pt x="91249" y="145828"/>
                    </a:cubicBez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D9462A8D-FCF0-0D41-FDD2-D11136EA9CE5}"/>
                  </a:ext>
                </a:extLst>
              </p:cNvPr>
              <p:cNvSpPr/>
              <p:nvPr/>
            </p:nvSpPr>
            <p:spPr>
              <a:xfrm>
                <a:off x="6091805" y="3512534"/>
                <a:ext cx="8382" cy="63055"/>
              </a:xfrm>
              <a:custGeom>
                <a:avLst/>
                <a:gdLst>
                  <a:gd name="connsiteX0" fmla="*/ 8382 w 8382"/>
                  <a:gd name="connsiteY0" fmla="*/ 0 h 63055"/>
                  <a:gd name="connsiteX1" fmla="*/ 0 w 8382"/>
                  <a:gd name="connsiteY1" fmla="*/ 0 h 63055"/>
                  <a:gd name="connsiteX2" fmla="*/ 0 w 8382"/>
                  <a:gd name="connsiteY2" fmla="*/ 63055 h 63055"/>
                  <a:gd name="connsiteX3" fmla="*/ 8382 w 8382"/>
                  <a:gd name="connsiteY3" fmla="*/ 63055 h 63055"/>
                  <a:gd name="connsiteX4" fmla="*/ 8382 w 8382"/>
                  <a:gd name="connsiteY4" fmla="*/ 0 h 63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2" h="63055">
                    <a:moveTo>
                      <a:pt x="8382" y="0"/>
                    </a:moveTo>
                    <a:lnTo>
                      <a:pt x="0" y="0"/>
                    </a:lnTo>
                    <a:lnTo>
                      <a:pt x="0" y="63055"/>
                    </a:lnTo>
                    <a:lnTo>
                      <a:pt x="8382" y="63055"/>
                    </a:lnTo>
                    <a:lnTo>
                      <a:pt x="8382" y="0"/>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A4B3F1E4-8EEA-37C3-8EA1-88288A060F2F}"/>
                  </a:ext>
                </a:extLst>
              </p:cNvPr>
              <p:cNvSpPr/>
              <p:nvPr/>
            </p:nvSpPr>
            <p:spPr>
              <a:xfrm>
                <a:off x="6036850" y="3572256"/>
                <a:ext cx="118395" cy="8381"/>
              </a:xfrm>
              <a:custGeom>
                <a:avLst/>
                <a:gdLst>
                  <a:gd name="connsiteX0" fmla="*/ 118395 w 118395"/>
                  <a:gd name="connsiteY0" fmla="*/ 0 h 8381"/>
                  <a:gd name="connsiteX1" fmla="*/ 0 w 118395"/>
                  <a:gd name="connsiteY1" fmla="*/ 0 h 8381"/>
                  <a:gd name="connsiteX2" fmla="*/ 0 w 118395"/>
                  <a:gd name="connsiteY2" fmla="*/ 8382 h 8381"/>
                  <a:gd name="connsiteX3" fmla="*/ 118395 w 118395"/>
                  <a:gd name="connsiteY3" fmla="*/ 8382 h 8381"/>
                  <a:gd name="connsiteX4" fmla="*/ 118395 w 118395"/>
                  <a:gd name="connsiteY4" fmla="*/ 0 h 83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395" h="8381">
                    <a:moveTo>
                      <a:pt x="118395" y="0"/>
                    </a:moveTo>
                    <a:lnTo>
                      <a:pt x="0" y="0"/>
                    </a:lnTo>
                    <a:lnTo>
                      <a:pt x="0" y="8382"/>
                    </a:lnTo>
                    <a:lnTo>
                      <a:pt x="118395" y="8382"/>
                    </a:lnTo>
                    <a:lnTo>
                      <a:pt x="118395" y="0"/>
                    </a:lnTo>
                    <a:close/>
                  </a:path>
                </a:pathLst>
              </a:custGeom>
              <a:grpFill/>
              <a:ln w="0" cap="flat">
                <a:noFill/>
                <a:prstDash val="solid"/>
                <a:miter/>
              </a:ln>
            </p:spPr>
            <p:txBody>
              <a:bodyPr rtlCol="0" anchor="ctr"/>
              <a:lstStyle/>
              <a:p>
                <a:endParaRPr lang="fr-FR"/>
              </a:p>
            </p:txBody>
          </p:sp>
        </p:grpSp>
      </p:grpSp>
    </p:spTree>
    <p:extLst>
      <p:ext uri="{BB962C8B-B14F-4D97-AF65-F5344CB8AC3E}">
        <p14:creationId xmlns:p14="http://schemas.microsoft.com/office/powerpoint/2010/main" val="3295512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repeatCount="indefinite" fill="hold" nodeType="withEffect">
                                  <p:stCondLst>
                                    <p:cond delay="0"/>
                                  </p:stCondLst>
                                  <p:childTnLst>
                                    <p:animMotion origin="layout" path="M 0 -4.44444E-6 L 0.19063 0.00139 " pathEditMode="relative" rAng="0" ptsTypes="AA">
                                      <p:cBhvr>
                                        <p:cTn id="6" dur="10000" fill="hold"/>
                                        <p:tgtEl>
                                          <p:spTgt spid="25"/>
                                        </p:tgtEl>
                                        <p:attrNameLst>
                                          <p:attrName>ppt_x</p:attrName>
                                          <p:attrName>ppt_y</p:attrName>
                                        </p:attrNameLst>
                                      </p:cBhvr>
                                      <p:rCtr x="9531"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x5 speaker (without anim)">
    <p:bg>
      <p:bgPr>
        <a:solidFill>
          <a:schemeClr val="tx1"/>
        </a:solidFill>
        <a:effectLst/>
      </p:bgPr>
    </p:bg>
    <p:spTree>
      <p:nvGrpSpPr>
        <p:cNvPr id="1" name=""/>
        <p:cNvGrpSpPr/>
        <p:nvPr/>
      </p:nvGrpSpPr>
      <p:grpSpPr>
        <a:xfrm>
          <a:off x="0" y="0"/>
          <a:ext cx="0" cy="0"/>
          <a:chOff x="0" y="0"/>
          <a:chExt cx="0" cy="0"/>
        </a:xfrm>
      </p:grpSpPr>
      <p:sp>
        <p:nvSpPr>
          <p:cNvPr id="19" name="Forme libre : forme 18">
            <a:extLst>
              <a:ext uri="{FF2B5EF4-FFF2-40B4-BE49-F238E27FC236}">
                <a16:creationId xmlns:a16="http://schemas.microsoft.com/office/drawing/2014/main" id="{E1544B40-9F8F-1D49-4483-40F20741D224}"/>
              </a:ext>
            </a:extLst>
          </p:cNvPr>
          <p:cNvSpPr>
            <a:spLocks/>
          </p:cNvSpPr>
          <p:nvPr userDrawn="1"/>
        </p:nvSpPr>
        <p:spPr>
          <a:xfrm rot="16200000">
            <a:off x="-691774" y="836767"/>
            <a:ext cx="2152612" cy="769063"/>
          </a:xfrm>
          <a:custGeom>
            <a:avLst/>
            <a:gdLst>
              <a:gd name="connsiteX0" fmla="*/ 2152612 w 2152612"/>
              <a:gd name="connsiteY0" fmla="*/ 769063 h 769063"/>
              <a:gd name="connsiteX1" fmla="*/ 1076306 w 2152612"/>
              <a:gd name="connsiteY1" fmla="*/ 769063 h 769063"/>
              <a:gd name="connsiteX2" fmla="*/ 0 w 2152612"/>
              <a:gd name="connsiteY2" fmla="*/ 769063 h 769063"/>
              <a:gd name="connsiteX3" fmla="*/ 443981 w 2152612"/>
              <a:gd name="connsiteY3" fmla="*/ 0 h 769063"/>
              <a:gd name="connsiteX4" fmla="*/ 1708562 w 2152612"/>
              <a:gd name="connsiteY4" fmla="*/ 0 h 769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2612" h="769063">
                <a:moveTo>
                  <a:pt x="2152612" y="769063"/>
                </a:moveTo>
                <a:lnTo>
                  <a:pt x="1076306" y="769063"/>
                </a:lnTo>
                <a:lnTo>
                  <a:pt x="0" y="769063"/>
                </a:lnTo>
                <a:lnTo>
                  <a:pt x="443981" y="0"/>
                </a:lnTo>
                <a:lnTo>
                  <a:pt x="1708562"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Graphique 2">
            <a:extLst>
              <a:ext uri="{FF2B5EF4-FFF2-40B4-BE49-F238E27FC236}">
                <a16:creationId xmlns:a16="http://schemas.microsoft.com/office/drawing/2014/main" id="{E2D430C7-B687-BF0D-FE35-515C37426E03}"/>
              </a:ext>
            </a:extLst>
          </p:cNvPr>
          <p:cNvSpPr>
            <a:spLocks/>
          </p:cNvSpPr>
          <p:nvPr userDrawn="1"/>
        </p:nvSpPr>
        <p:spPr>
          <a:xfrm rot="16200000">
            <a:off x="9409266" y="3882473"/>
            <a:ext cx="2701930" cy="233996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7" name="Ellipse 6">
            <a:extLst>
              <a:ext uri="{FF2B5EF4-FFF2-40B4-BE49-F238E27FC236}">
                <a16:creationId xmlns:a16="http://schemas.microsoft.com/office/drawing/2014/main" id="{FF522DD6-12CA-771D-2F36-18B47D8DC9D7}"/>
              </a:ext>
            </a:extLst>
          </p:cNvPr>
          <p:cNvSpPr/>
          <p:nvPr userDrawn="1"/>
        </p:nvSpPr>
        <p:spPr>
          <a:xfrm>
            <a:off x="1208224" y="881533"/>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space réservé pour une image  25">
            <a:extLst>
              <a:ext uri="{FF2B5EF4-FFF2-40B4-BE49-F238E27FC236}">
                <a16:creationId xmlns:a16="http://schemas.microsoft.com/office/drawing/2014/main" id="{B29450E7-C933-BEEE-41D2-8BE66F9D938D}"/>
              </a:ext>
            </a:extLst>
          </p:cNvPr>
          <p:cNvSpPr>
            <a:spLocks noGrp="1"/>
          </p:cNvSpPr>
          <p:nvPr>
            <p:ph type="pic" sz="quarter" idx="18" hasCustomPrompt="1"/>
          </p:nvPr>
        </p:nvSpPr>
        <p:spPr>
          <a:xfrm>
            <a:off x="1263759" y="936611"/>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13" name="Espace réservé du texte 4">
            <a:extLst>
              <a:ext uri="{FF2B5EF4-FFF2-40B4-BE49-F238E27FC236}">
                <a16:creationId xmlns:a16="http://schemas.microsoft.com/office/drawing/2014/main" id="{B1988F02-5517-2A2F-0643-7651229BB6BA}"/>
              </a:ext>
            </a:extLst>
          </p:cNvPr>
          <p:cNvSpPr>
            <a:spLocks noGrp="1"/>
          </p:cNvSpPr>
          <p:nvPr>
            <p:ph type="body" sz="quarter" idx="19" hasCustomPrompt="1"/>
          </p:nvPr>
        </p:nvSpPr>
        <p:spPr>
          <a:xfrm>
            <a:off x="730975" y="2469054"/>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14" name="Espace réservé du texte 4">
            <a:extLst>
              <a:ext uri="{FF2B5EF4-FFF2-40B4-BE49-F238E27FC236}">
                <a16:creationId xmlns:a16="http://schemas.microsoft.com/office/drawing/2014/main" id="{C344E7A0-EFBE-5C78-53BC-62319CB47F78}"/>
              </a:ext>
            </a:extLst>
          </p:cNvPr>
          <p:cNvSpPr>
            <a:spLocks noGrp="1"/>
          </p:cNvSpPr>
          <p:nvPr>
            <p:ph type="body" sz="quarter" idx="20" hasCustomPrompt="1"/>
          </p:nvPr>
        </p:nvSpPr>
        <p:spPr>
          <a:xfrm>
            <a:off x="730975" y="2704004"/>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15" name="Ellipse 14">
            <a:extLst>
              <a:ext uri="{FF2B5EF4-FFF2-40B4-BE49-F238E27FC236}">
                <a16:creationId xmlns:a16="http://schemas.microsoft.com/office/drawing/2014/main" id="{B99B7AC1-D0EB-B725-2CB1-243F27907E7A}"/>
              </a:ext>
            </a:extLst>
          </p:cNvPr>
          <p:cNvSpPr/>
          <p:nvPr userDrawn="1"/>
        </p:nvSpPr>
        <p:spPr>
          <a:xfrm>
            <a:off x="9474501" y="881533"/>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space réservé pour une image  25">
            <a:extLst>
              <a:ext uri="{FF2B5EF4-FFF2-40B4-BE49-F238E27FC236}">
                <a16:creationId xmlns:a16="http://schemas.microsoft.com/office/drawing/2014/main" id="{1FE7C43C-6BDC-4E1C-52C5-AB0C639FACB3}"/>
              </a:ext>
            </a:extLst>
          </p:cNvPr>
          <p:cNvSpPr>
            <a:spLocks noGrp="1"/>
          </p:cNvSpPr>
          <p:nvPr>
            <p:ph type="pic" sz="quarter" idx="21" hasCustomPrompt="1"/>
          </p:nvPr>
        </p:nvSpPr>
        <p:spPr>
          <a:xfrm>
            <a:off x="9530036" y="936611"/>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17" name="Espace réservé du texte 4">
            <a:extLst>
              <a:ext uri="{FF2B5EF4-FFF2-40B4-BE49-F238E27FC236}">
                <a16:creationId xmlns:a16="http://schemas.microsoft.com/office/drawing/2014/main" id="{492E0895-5B9D-D8F4-6138-04608B1CF903}"/>
              </a:ext>
            </a:extLst>
          </p:cNvPr>
          <p:cNvSpPr>
            <a:spLocks noGrp="1"/>
          </p:cNvSpPr>
          <p:nvPr>
            <p:ph type="body" sz="quarter" idx="22" hasCustomPrompt="1"/>
          </p:nvPr>
        </p:nvSpPr>
        <p:spPr>
          <a:xfrm>
            <a:off x="8997252" y="2469054"/>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18" name="Espace réservé du texte 4">
            <a:extLst>
              <a:ext uri="{FF2B5EF4-FFF2-40B4-BE49-F238E27FC236}">
                <a16:creationId xmlns:a16="http://schemas.microsoft.com/office/drawing/2014/main" id="{CC04EFD5-DD4C-6D52-CB64-AC6FDABF0B09}"/>
              </a:ext>
            </a:extLst>
          </p:cNvPr>
          <p:cNvSpPr>
            <a:spLocks noGrp="1"/>
          </p:cNvSpPr>
          <p:nvPr>
            <p:ph type="body" sz="quarter" idx="23" hasCustomPrompt="1"/>
          </p:nvPr>
        </p:nvSpPr>
        <p:spPr>
          <a:xfrm>
            <a:off x="8997252" y="2704004"/>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39" name="Espace réservé du texte 4">
            <a:extLst>
              <a:ext uri="{FF2B5EF4-FFF2-40B4-BE49-F238E27FC236}">
                <a16:creationId xmlns:a16="http://schemas.microsoft.com/office/drawing/2014/main" id="{0B19CEEB-E988-A246-CBDB-DC7B414BB495}"/>
              </a:ext>
            </a:extLst>
          </p:cNvPr>
          <p:cNvSpPr>
            <a:spLocks noGrp="1"/>
          </p:cNvSpPr>
          <p:nvPr>
            <p:ph type="body" sz="quarter" idx="29" hasCustomPrompt="1"/>
          </p:nvPr>
        </p:nvSpPr>
        <p:spPr>
          <a:xfrm>
            <a:off x="730975" y="2943938"/>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40" name="Espace réservé du texte 4">
            <a:extLst>
              <a:ext uri="{FF2B5EF4-FFF2-40B4-BE49-F238E27FC236}">
                <a16:creationId xmlns:a16="http://schemas.microsoft.com/office/drawing/2014/main" id="{5674911B-B5AE-427B-4A6B-12A91963B9C1}"/>
              </a:ext>
            </a:extLst>
          </p:cNvPr>
          <p:cNvSpPr>
            <a:spLocks noGrp="1"/>
          </p:cNvSpPr>
          <p:nvPr>
            <p:ph type="body" sz="quarter" idx="30" hasCustomPrompt="1"/>
          </p:nvPr>
        </p:nvSpPr>
        <p:spPr>
          <a:xfrm>
            <a:off x="8997252" y="2943938"/>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42" name="Ellipse 41">
            <a:extLst>
              <a:ext uri="{FF2B5EF4-FFF2-40B4-BE49-F238E27FC236}">
                <a16:creationId xmlns:a16="http://schemas.microsoft.com/office/drawing/2014/main" id="{D9516735-A635-ABFB-58D0-4F2AC370904C}"/>
              </a:ext>
            </a:extLst>
          </p:cNvPr>
          <p:cNvSpPr/>
          <p:nvPr userDrawn="1"/>
        </p:nvSpPr>
        <p:spPr>
          <a:xfrm>
            <a:off x="5407798" y="881533"/>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Espace réservé pour une image  25">
            <a:extLst>
              <a:ext uri="{FF2B5EF4-FFF2-40B4-BE49-F238E27FC236}">
                <a16:creationId xmlns:a16="http://schemas.microsoft.com/office/drawing/2014/main" id="{C5495677-9BEE-8BFB-0414-B2AA7B5705DD}"/>
              </a:ext>
            </a:extLst>
          </p:cNvPr>
          <p:cNvSpPr>
            <a:spLocks noGrp="1"/>
          </p:cNvSpPr>
          <p:nvPr>
            <p:ph type="pic" sz="quarter" idx="31" hasCustomPrompt="1"/>
          </p:nvPr>
        </p:nvSpPr>
        <p:spPr>
          <a:xfrm>
            <a:off x="5463333" y="936611"/>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44" name="Espace réservé du texte 4">
            <a:extLst>
              <a:ext uri="{FF2B5EF4-FFF2-40B4-BE49-F238E27FC236}">
                <a16:creationId xmlns:a16="http://schemas.microsoft.com/office/drawing/2014/main" id="{71E79E2E-AD1A-B786-3E44-D4EDDD27AAFF}"/>
              </a:ext>
            </a:extLst>
          </p:cNvPr>
          <p:cNvSpPr>
            <a:spLocks noGrp="1"/>
          </p:cNvSpPr>
          <p:nvPr>
            <p:ph type="body" sz="quarter" idx="32" hasCustomPrompt="1"/>
          </p:nvPr>
        </p:nvSpPr>
        <p:spPr>
          <a:xfrm>
            <a:off x="4930549" y="2469054"/>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52" name="Espace réservé du texte 4">
            <a:extLst>
              <a:ext uri="{FF2B5EF4-FFF2-40B4-BE49-F238E27FC236}">
                <a16:creationId xmlns:a16="http://schemas.microsoft.com/office/drawing/2014/main" id="{740F6E9D-E8F0-133F-55BF-89DEDB45B182}"/>
              </a:ext>
            </a:extLst>
          </p:cNvPr>
          <p:cNvSpPr>
            <a:spLocks noGrp="1"/>
          </p:cNvSpPr>
          <p:nvPr>
            <p:ph type="body" sz="quarter" idx="33" hasCustomPrompt="1"/>
          </p:nvPr>
        </p:nvSpPr>
        <p:spPr>
          <a:xfrm>
            <a:off x="4930549" y="2704004"/>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53" name="Espace réservé du texte 4">
            <a:extLst>
              <a:ext uri="{FF2B5EF4-FFF2-40B4-BE49-F238E27FC236}">
                <a16:creationId xmlns:a16="http://schemas.microsoft.com/office/drawing/2014/main" id="{80973F15-C715-1C91-6DCE-61716F4D379B}"/>
              </a:ext>
            </a:extLst>
          </p:cNvPr>
          <p:cNvSpPr>
            <a:spLocks noGrp="1"/>
          </p:cNvSpPr>
          <p:nvPr>
            <p:ph type="body" sz="quarter" idx="34" hasCustomPrompt="1"/>
          </p:nvPr>
        </p:nvSpPr>
        <p:spPr>
          <a:xfrm>
            <a:off x="4930549" y="2943938"/>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54" name="Ellipse 53">
            <a:extLst>
              <a:ext uri="{FF2B5EF4-FFF2-40B4-BE49-F238E27FC236}">
                <a16:creationId xmlns:a16="http://schemas.microsoft.com/office/drawing/2014/main" id="{332A2DB7-0573-F427-C9A2-FAF3068D1955}"/>
              </a:ext>
            </a:extLst>
          </p:cNvPr>
          <p:cNvSpPr/>
          <p:nvPr userDrawn="1"/>
        </p:nvSpPr>
        <p:spPr>
          <a:xfrm>
            <a:off x="3260987" y="3815451"/>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Espace réservé pour une image  25">
            <a:extLst>
              <a:ext uri="{FF2B5EF4-FFF2-40B4-BE49-F238E27FC236}">
                <a16:creationId xmlns:a16="http://schemas.microsoft.com/office/drawing/2014/main" id="{A1F09642-E319-A191-3ECD-20743F53D9D0}"/>
              </a:ext>
            </a:extLst>
          </p:cNvPr>
          <p:cNvSpPr>
            <a:spLocks noGrp="1"/>
          </p:cNvSpPr>
          <p:nvPr>
            <p:ph type="pic" sz="quarter" idx="35" hasCustomPrompt="1"/>
          </p:nvPr>
        </p:nvSpPr>
        <p:spPr>
          <a:xfrm>
            <a:off x="3316522" y="3870529"/>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56" name="Espace réservé du texte 4">
            <a:extLst>
              <a:ext uri="{FF2B5EF4-FFF2-40B4-BE49-F238E27FC236}">
                <a16:creationId xmlns:a16="http://schemas.microsoft.com/office/drawing/2014/main" id="{EF6B18BC-8E52-620F-2AF7-0BABFD4371BA}"/>
              </a:ext>
            </a:extLst>
          </p:cNvPr>
          <p:cNvSpPr>
            <a:spLocks noGrp="1"/>
          </p:cNvSpPr>
          <p:nvPr>
            <p:ph type="body" sz="quarter" idx="36" hasCustomPrompt="1"/>
          </p:nvPr>
        </p:nvSpPr>
        <p:spPr>
          <a:xfrm>
            <a:off x="2783738" y="5402972"/>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57" name="Espace réservé du texte 4">
            <a:extLst>
              <a:ext uri="{FF2B5EF4-FFF2-40B4-BE49-F238E27FC236}">
                <a16:creationId xmlns:a16="http://schemas.microsoft.com/office/drawing/2014/main" id="{EA83AEF1-AD7D-E2CD-6153-7414581DC970}"/>
              </a:ext>
            </a:extLst>
          </p:cNvPr>
          <p:cNvSpPr>
            <a:spLocks noGrp="1"/>
          </p:cNvSpPr>
          <p:nvPr>
            <p:ph type="body" sz="quarter" idx="37" hasCustomPrompt="1"/>
          </p:nvPr>
        </p:nvSpPr>
        <p:spPr>
          <a:xfrm>
            <a:off x="2783738" y="5637922"/>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58" name="Espace réservé du texte 4">
            <a:extLst>
              <a:ext uri="{FF2B5EF4-FFF2-40B4-BE49-F238E27FC236}">
                <a16:creationId xmlns:a16="http://schemas.microsoft.com/office/drawing/2014/main" id="{BC49F83D-38EB-ECD9-3B44-31073CF08EEB}"/>
              </a:ext>
            </a:extLst>
          </p:cNvPr>
          <p:cNvSpPr>
            <a:spLocks noGrp="1"/>
          </p:cNvSpPr>
          <p:nvPr>
            <p:ph type="body" sz="quarter" idx="38" hasCustomPrompt="1"/>
          </p:nvPr>
        </p:nvSpPr>
        <p:spPr>
          <a:xfrm>
            <a:off x="2783738" y="5877856"/>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59" name="Ellipse 58">
            <a:extLst>
              <a:ext uri="{FF2B5EF4-FFF2-40B4-BE49-F238E27FC236}">
                <a16:creationId xmlns:a16="http://schemas.microsoft.com/office/drawing/2014/main" id="{20703D3C-A5BB-7DF8-1CCA-38FFC0946FE8}"/>
              </a:ext>
            </a:extLst>
          </p:cNvPr>
          <p:cNvSpPr/>
          <p:nvPr userDrawn="1"/>
        </p:nvSpPr>
        <p:spPr>
          <a:xfrm>
            <a:off x="7460561" y="3815451"/>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Espace réservé pour une image  25">
            <a:extLst>
              <a:ext uri="{FF2B5EF4-FFF2-40B4-BE49-F238E27FC236}">
                <a16:creationId xmlns:a16="http://schemas.microsoft.com/office/drawing/2014/main" id="{9216B8B0-3C55-0582-1D77-4FF0283EBDF3}"/>
              </a:ext>
            </a:extLst>
          </p:cNvPr>
          <p:cNvSpPr>
            <a:spLocks noGrp="1"/>
          </p:cNvSpPr>
          <p:nvPr>
            <p:ph type="pic" sz="quarter" idx="39" hasCustomPrompt="1"/>
          </p:nvPr>
        </p:nvSpPr>
        <p:spPr>
          <a:xfrm>
            <a:off x="7516096" y="3870529"/>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61" name="Espace réservé du texte 4">
            <a:extLst>
              <a:ext uri="{FF2B5EF4-FFF2-40B4-BE49-F238E27FC236}">
                <a16:creationId xmlns:a16="http://schemas.microsoft.com/office/drawing/2014/main" id="{FEF31D0E-5EBC-320A-94DA-852AB826E15B}"/>
              </a:ext>
            </a:extLst>
          </p:cNvPr>
          <p:cNvSpPr>
            <a:spLocks noGrp="1"/>
          </p:cNvSpPr>
          <p:nvPr>
            <p:ph type="body" sz="quarter" idx="40" hasCustomPrompt="1"/>
          </p:nvPr>
        </p:nvSpPr>
        <p:spPr>
          <a:xfrm>
            <a:off x="6983312" y="5402972"/>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62" name="Espace réservé du texte 4">
            <a:extLst>
              <a:ext uri="{FF2B5EF4-FFF2-40B4-BE49-F238E27FC236}">
                <a16:creationId xmlns:a16="http://schemas.microsoft.com/office/drawing/2014/main" id="{C541888C-BFFD-2E20-DC57-E81105BD52DD}"/>
              </a:ext>
            </a:extLst>
          </p:cNvPr>
          <p:cNvSpPr>
            <a:spLocks noGrp="1"/>
          </p:cNvSpPr>
          <p:nvPr>
            <p:ph type="body" sz="quarter" idx="41" hasCustomPrompt="1"/>
          </p:nvPr>
        </p:nvSpPr>
        <p:spPr>
          <a:xfrm>
            <a:off x="6983312" y="5637922"/>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63" name="Espace réservé du texte 4">
            <a:extLst>
              <a:ext uri="{FF2B5EF4-FFF2-40B4-BE49-F238E27FC236}">
                <a16:creationId xmlns:a16="http://schemas.microsoft.com/office/drawing/2014/main" id="{52CCEA5B-8121-3D03-307E-44A805F9A67D}"/>
              </a:ext>
            </a:extLst>
          </p:cNvPr>
          <p:cNvSpPr>
            <a:spLocks noGrp="1"/>
          </p:cNvSpPr>
          <p:nvPr>
            <p:ph type="body" sz="quarter" idx="42" hasCustomPrompt="1"/>
          </p:nvPr>
        </p:nvSpPr>
        <p:spPr>
          <a:xfrm>
            <a:off x="6983312" y="5877856"/>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Tree>
    <p:extLst>
      <p:ext uri="{BB962C8B-B14F-4D97-AF65-F5344CB8AC3E}">
        <p14:creationId xmlns:p14="http://schemas.microsoft.com/office/powerpoint/2010/main" val="10034509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x6 speaker (with anim)">
    <p:bg>
      <p:bgPr>
        <a:solidFill>
          <a:schemeClr val="tx1"/>
        </a:solidFill>
        <a:effectLst/>
      </p:bgPr>
    </p:bg>
    <p:spTree>
      <p:nvGrpSpPr>
        <p:cNvPr id="1" name=""/>
        <p:cNvGrpSpPr/>
        <p:nvPr/>
      </p:nvGrpSpPr>
      <p:grpSpPr>
        <a:xfrm>
          <a:off x="0" y="0"/>
          <a:ext cx="0" cy="0"/>
          <a:chOff x="0" y="0"/>
          <a:chExt cx="0" cy="0"/>
        </a:xfrm>
      </p:grpSpPr>
      <p:grpSp>
        <p:nvGrpSpPr>
          <p:cNvPr id="19" name="Groupe 18">
            <a:extLst>
              <a:ext uri="{FF2B5EF4-FFF2-40B4-BE49-F238E27FC236}">
                <a16:creationId xmlns:a16="http://schemas.microsoft.com/office/drawing/2014/main" id="{5B396E04-B08C-B40B-643E-839D17E05DE3}"/>
              </a:ext>
            </a:extLst>
          </p:cNvPr>
          <p:cNvGrpSpPr/>
          <p:nvPr userDrawn="1"/>
        </p:nvGrpSpPr>
        <p:grpSpPr>
          <a:xfrm flipV="1">
            <a:off x="3629025" y="3196989"/>
            <a:ext cx="4933950" cy="349724"/>
            <a:chOff x="-822961" y="1623523"/>
            <a:chExt cx="9204962" cy="652458"/>
          </a:xfrm>
        </p:grpSpPr>
        <p:grpSp>
          <p:nvGrpSpPr>
            <p:cNvPr id="20" name="Groupe 19">
              <a:extLst>
                <a:ext uri="{FF2B5EF4-FFF2-40B4-BE49-F238E27FC236}">
                  <a16:creationId xmlns:a16="http://schemas.microsoft.com/office/drawing/2014/main" id="{7E77F10C-634C-6B34-7AC6-2EA169E2A683}"/>
                </a:ext>
              </a:extLst>
            </p:cNvPr>
            <p:cNvGrpSpPr/>
            <p:nvPr/>
          </p:nvGrpSpPr>
          <p:grpSpPr>
            <a:xfrm>
              <a:off x="3809999" y="1623523"/>
              <a:ext cx="4572002" cy="652458"/>
              <a:chOff x="4334509" y="3333039"/>
              <a:chExt cx="4259583" cy="607874"/>
            </a:xfrm>
            <a:solidFill>
              <a:schemeClr val="tx2"/>
            </a:solidFill>
          </p:grpSpPr>
          <p:pic>
            <p:nvPicPr>
              <p:cNvPr id="25" name="Graphique 24">
                <a:extLst>
                  <a:ext uri="{FF2B5EF4-FFF2-40B4-BE49-F238E27FC236}">
                    <a16:creationId xmlns:a16="http://schemas.microsoft.com/office/drawing/2014/main" id="{C746D939-47B9-24DA-C74F-48F7972188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33" name="Graphique 32">
                <a:extLst>
                  <a:ext uri="{FF2B5EF4-FFF2-40B4-BE49-F238E27FC236}">
                    <a16:creationId xmlns:a16="http://schemas.microsoft.com/office/drawing/2014/main" id="{29E8AFE4-1965-CD73-C67C-E185F02DFF9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nvGrpSpPr>
            <p:cNvPr id="21" name="Groupe 20">
              <a:extLst>
                <a:ext uri="{FF2B5EF4-FFF2-40B4-BE49-F238E27FC236}">
                  <a16:creationId xmlns:a16="http://schemas.microsoft.com/office/drawing/2014/main" id="{F74417B5-1722-2C81-2A8A-9C5FE9775797}"/>
                </a:ext>
              </a:extLst>
            </p:cNvPr>
            <p:cNvGrpSpPr/>
            <p:nvPr/>
          </p:nvGrpSpPr>
          <p:grpSpPr>
            <a:xfrm>
              <a:off x="-822961" y="1623523"/>
              <a:ext cx="4572002" cy="652458"/>
              <a:chOff x="4334509" y="3333039"/>
              <a:chExt cx="4259583" cy="607874"/>
            </a:xfrm>
            <a:solidFill>
              <a:schemeClr val="tx2"/>
            </a:solidFill>
          </p:grpSpPr>
          <p:pic>
            <p:nvPicPr>
              <p:cNvPr id="23" name="Graphique 22">
                <a:extLst>
                  <a:ext uri="{FF2B5EF4-FFF2-40B4-BE49-F238E27FC236}">
                    <a16:creationId xmlns:a16="http://schemas.microsoft.com/office/drawing/2014/main" id="{4A27BB6A-226A-3FD9-A388-075ED72525E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34509" y="3333039"/>
                <a:ext cx="2091691" cy="607874"/>
              </a:xfrm>
              <a:prstGeom prst="rect">
                <a:avLst/>
              </a:prstGeom>
            </p:spPr>
          </p:pic>
          <p:pic>
            <p:nvPicPr>
              <p:cNvPr id="24" name="Graphique 23">
                <a:extLst>
                  <a:ext uri="{FF2B5EF4-FFF2-40B4-BE49-F238E27FC236}">
                    <a16:creationId xmlns:a16="http://schemas.microsoft.com/office/drawing/2014/main" id="{51991A35-DEA2-CAC4-6BD2-5BDA963B77A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2401" y="3333039"/>
                <a:ext cx="2091691" cy="607874"/>
              </a:xfrm>
              <a:prstGeom prst="rect">
                <a:avLst/>
              </a:prstGeom>
            </p:spPr>
          </p:pic>
        </p:grpSp>
      </p:grpSp>
      <p:sp>
        <p:nvSpPr>
          <p:cNvPr id="45" name="Rectangle 44">
            <a:extLst>
              <a:ext uri="{FF2B5EF4-FFF2-40B4-BE49-F238E27FC236}">
                <a16:creationId xmlns:a16="http://schemas.microsoft.com/office/drawing/2014/main" id="{52B30E73-4B62-1EA1-9324-A949C5B9A584}"/>
              </a:ext>
            </a:extLst>
          </p:cNvPr>
          <p:cNvSpPr/>
          <p:nvPr userDrawn="1"/>
        </p:nvSpPr>
        <p:spPr>
          <a:xfrm flipH="1">
            <a:off x="6886573" y="2924745"/>
            <a:ext cx="5305425"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8BB3A15D-E333-AF18-9D35-B6D2B7AE1160}"/>
              </a:ext>
            </a:extLst>
          </p:cNvPr>
          <p:cNvSpPr/>
          <p:nvPr userDrawn="1"/>
        </p:nvSpPr>
        <p:spPr>
          <a:xfrm>
            <a:off x="0" y="2924745"/>
            <a:ext cx="5305424" cy="894210"/>
          </a:xfrm>
          <a:prstGeom prst="rect">
            <a:avLst/>
          </a:prstGeom>
          <a:gradFill>
            <a:gsLst>
              <a:gs pos="100000">
                <a:schemeClr val="tx1">
                  <a:alpha val="0"/>
                </a:schemeClr>
              </a:gs>
              <a:gs pos="85000">
                <a:srgbClr val="000E9C"/>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Graphique 2">
            <a:extLst>
              <a:ext uri="{FF2B5EF4-FFF2-40B4-BE49-F238E27FC236}">
                <a16:creationId xmlns:a16="http://schemas.microsoft.com/office/drawing/2014/main" id="{E2D430C7-B687-BF0D-FE35-515C37426E03}"/>
              </a:ext>
            </a:extLst>
          </p:cNvPr>
          <p:cNvSpPr>
            <a:spLocks/>
          </p:cNvSpPr>
          <p:nvPr userDrawn="1"/>
        </p:nvSpPr>
        <p:spPr>
          <a:xfrm rot="16200000">
            <a:off x="9409266" y="3882473"/>
            <a:ext cx="2701930" cy="233996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22" name="Ellipse 21">
            <a:extLst>
              <a:ext uri="{FF2B5EF4-FFF2-40B4-BE49-F238E27FC236}">
                <a16:creationId xmlns:a16="http://schemas.microsoft.com/office/drawing/2014/main" id="{0880D9A7-D3DC-ECF1-9907-880828EBD7E0}"/>
              </a:ext>
            </a:extLst>
          </p:cNvPr>
          <p:cNvSpPr/>
          <p:nvPr userDrawn="1"/>
        </p:nvSpPr>
        <p:spPr>
          <a:xfrm>
            <a:off x="1984308" y="602312"/>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space réservé pour une image  25">
            <a:extLst>
              <a:ext uri="{FF2B5EF4-FFF2-40B4-BE49-F238E27FC236}">
                <a16:creationId xmlns:a16="http://schemas.microsoft.com/office/drawing/2014/main" id="{056FFB86-5F45-E063-0B92-AA7D89BA20E6}"/>
              </a:ext>
            </a:extLst>
          </p:cNvPr>
          <p:cNvSpPr>
            <a:spLocks noGrp="1"/>
          </p:cNvSpPr>
          <p:nvPr>
            <p:ph type="pic" sz="quarter" idx="11" hasCustomPrompt="1"/>
          </p:nvPr>
        </p:nvSpPr>
        <p:spPr>
          <a:xfrm>
            <a:off x="2039843" y="657390"/>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27" name="Espace réservé du texte 4">
            <a:extLst>
              <a:ext uri="{FF2B5EF4-FFF2-40B4-BE49-F238E27FC236}">
                <a16:creationId xmlns:a16="http://schemas.microsoft.com/office/drawing/2014/main" id="{CE04097C-808E-6780-92DB-14BBD1F50CB0}"/>
              </a:ext>
            </a:extLst>
          </p:cNvPr>
          <p:cNvSpPr>
            <a:spLocks noGrp="1"/>
          </p:cNvSpPr>
          <p:nvPr>
            <p:ph type="body" sz="quarter" idx="13" hasCustomPrompt="1"/>
          </p:nvPr>
        </p:nvSpPr>
        <p:spPr>
          <a:xfrm>
            <a:off x="1507059" y="2189833"/>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28" name="Espace réservé du texte 4">
            <a:extLst>
              <a:ext uri="{FF2B5EF4-FFF2-40B4-BE49-F238E27FC236}">
                <a16:creationId xmlns:a16="http://schemas.microsoft.com/office/drawing/2014/main" id="{676D0FFF-F426-FAC2-B0E4-C9285F97D3A0}"/>
              </a:ext>
            </a:extLst>
          </p:cNvPr>
          <p:cNvSpPr>
            <a:spLocks noGrp="1"/>
          </p:cNvSpPr>
          <p:nvPr>
            <p:ph type="body" sz="quarter" idx="14" hasCustomPrompt="1"/>
          </p:nvPr>
        </p:nvSpPr>
        <p:spPr>
          <a:xfrm>
            <a:off x="1507059" y="2421608"/>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29" name="Ellipse 28">
            <a:extLst>
              <a:ext uri="{FF2B5EF4-FFF2-40B4-BE49-F238E27FC236}">
                <a16:creationId xmlns:a16="http://schemas.microsoft.com/office/drawing/2014/main" id="{00C1E6D3-1F66-E378-59C9-F9A4B6779615}"/>
              </a:ext>
            </a:extLst>
          </p:cNvPr>
          <p:cNvSpPr/>
          <p:nvPr userDrawn="1"/>
        </p:nvSpPr>
        <p:spPr>
          <a:xfrm>
            <a:off x="8816387" y="602312"/>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space réservé pour une image  25">
            <a:extLst>
              <a:ext uri="{FF2B5EF4-FFF2-40B4-BE49-F238E27FC236}">
                <a16:creationId xmlns:a16="http://schemas.microsoft.com/office/drawing/2014/main" id="{FF751E7E-B219-3C60-3AB7-04A0FA08005C}"/>
              </a:ext>
            </a:extLst>
          </p:cNvPr>
          <p:cNvSpPr>
            <a:spLocks noGrp="1"/>
          </p:cNvSpPr>
          <p:nvPr>
            <p:ph type="pic" sz="quarter" idx="15" hasCustomPrompt="1"/>
          </p:nvPr>
        </p:nvSpPr>
        <p:spPr>
          <a:xfrm>
            <a:off x="8871922" y="657390"/>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31" name="Espace réservé du texte 4">
            <a:extLst>
              <a:ext uri="{FF2B5EF4-FFF2-40B4-BE49-F238E27FC236}">
                <a16:creationId xmlns:a16="http://schemas.microsoft.com/office/drawing/2014/main" id="{CA5C2EB2-86E9-8448-7C2D-41CFDFB58E20}"/>
              </a:ext>
            </a:extLst>
          </p:cNvPr>
          <p:cNvSpPr>
            <a:spLocks noGrp="1"/>
          </p:cNvSpPr>
          <p:nvPr>
            <p:ph type="body" sz="quarter" idx="16" hasCustomPrompt="1"/>
          </p:nvPr>
        </p:nvSpPr>
        <p:spPr>
          <a:xfrm>
            <a:off x="8339138" y="2189833"/>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32" name="Espace réservé du texte 4">
            <a:extLst>
              <a:ext uri="{FF2B5EF4-FFF2-40B4-BE49-F238E27FC236}">
                <a16:creationId xmlns:a16="http://schemas.microsoft.com/office/drawing/2014/main" id="{7861C6B7-6703-B9AC-6F55-CC984887C4F0}"/>
              </a:ext>
            </a:extLst>
          </p:cNvPr>
          <p:cNvSpPr>
            <a:spLocks noGrp="1"/>
          </p:cNvSpPr>
          <p:nvPr>
            <p:ph type="body" sz="quarter" idx="17" hasCustomPrompt="1"/>
          </p:nvPr>
        </p:nvSpPr>
        <p:spPr>
          <a:xfrm>
            <a:off x="8339138" y="2421608"/>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7" name="Ellipse 6">
            <a:extLst>
              <a:ext uri="{FF2B5EF4-FFF2-40B4-BE49-F238E27FC236}">
                <a16:creationId xmlns:a16="http://schemas.microsoft.com/office/drawing/2014/main" id="{FF522DD6-12CA-771D-2F36-18B47D8DC9D7}"/>
              </a:ext>
            </a:extLst>
          </p:cNvPr>
          <p:cNvSpPr/>
          <p:nvPr userDrawn="1"/>
        </p:nvSpPr>
        <p:spPr>
          <a:xfrm>
            <a:off x="1984308" y="4044296"/>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space réservé pour une image  25">
            <a:extLst>
              <a:ext uri="{FF2B5EF4-FFF2-40B4-BE49-F238E27FC236}">
                <a16:creationId xmlns:a16="http://schemas.microsoft.com/office/drawing/2014/main" id="{B29450E7-C933-BEEE-41D2-8BE66F9D938D}"/>
              </a:ext>
            </a:extLst>
          </p:cNvPr>
          <p:cNvSpPr>
            <a:spLocks noGrp="1"/>
          </p:cNvSpPr>
          <p:nvPr>
            <p:ph type="pic" sz="quarter" idx="18" hasCustomPrompt="1"/>
          </p:nvPr>
        </p:nvSpPr>
        <p:spPr>
          <a:xfrm>
            <a:off x="2039843" y="4099374"/>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13" name="Espace réservé du texte 4">
            <a:extLst>
              <a:ext uri="{FF2B5EF4-FFF2-40B4-BE49-F238E27FC236}">
                <a16:creationId xmlns:a16="http://schemas.microsoft.com/office/drawing/2014/main" id="{B1988F02-5517-2A2F-0643-7651229BB6BA}"/>
              </a:ext>
            </a:extLst>
          </p:cNvPr>
          <p:cNvSpPr>
            <a:spLocks noGrp="1"/>
          </p:cNvSpPr>
          <p:nvPr>
            <p:ph type="body" sz="quarter" idx="19" hasCustomPrompt="1"/>
          </p:nvPr>
        </p:nvSpPr>
        <p:spPr>
          <a:xfrm>
            <a:off x="1507059" y="5631817"/>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14" name="Espace réservé du texte 4">
            <a:extLst>
              <a:ext uri="{FF2B5EF4-FFF2-40B4-BE49-F238E27FC236}">
                <a16:creationId xmlns:a16="http://schemas.microsoft.com/office/drawing/2014/main" id="{C344E7A0-EFBE-5C78-53BC-62319CB47F78}"/>
              </a:ext>
            </a:extLst>
          </p:cNvPr>
          <p:cNvSpPr>
            <a:spLocks noGrp="1"/>
          </p:cNvSpPr>
          <p:nvPr>
            <p:ph type="body" sz="quarter" idx="20" hasCustomPrompt="1"/>
          </p:nvPr>
        </p:nvSpPr>
        <p:spPr>
          <a:xfrm>
            <a:off x="1507059" y="5869942"/>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15" name="Ellipse 14">
            <a:extLst>
              <a:ext uri="{FF2B5EF4-FFF2-40B4-BE49-F238E27FC236}">
                <a16:creationId xmlns:a16="http://schemas.microsoft.com/office/drawing/2014/main" id="{B99B7AC1-D0EB-B725-2CB1-243F27907E7A}"/>
              </a:ext>
            </a:extLst>
          </p:cNvPr>
          <p:cNvSpPr/>
          <p:nvPr userDrawn="1"/>
        </p:nvSpPr>
        <p:spPr>
          <a:xfrm>
            <a:off x="8816387" y="4044296"/>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space réservé pour une image  25">
            <a:extLst>
              <a:ext uri="{FF2B5EF4-FFF2-40B4-BE49-F238E27FC236}">
                <a16:creationId xmlns:a16="http://schemas.microsoft.com/office/drawing/2014/main" id="{1FE7C43C-6BDC-4E1C-52C5-AB0C639FACB3}"/>
              </a:ext>
            </a:extLst>
          </p:cNvPr>
          <p:cNvSpPr>
            <a:spLocks noGrp="1"/>
          </p:cNvSpPr>
          <p:nvPr>
            <p:ph type="pic" sz="quarter" idx="21" hasCustomPrompt="1"/>
          </p:nvPr>
        </p:nvSpPr>
        <p:spPr>
          <a:xfrm>
            <a:off x="8871922" y="4099374"/>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17" name="Espace réservé du texte 4">
            <a:extLst>
              <a:ext uri="{FF2B5EF4-FFF2-40B4-BE49-F238E27FC236}">
                <a16:creationId xmlns:a16="http://schemas.microsoft.com/office/drawing/2014/main" id="{492E0895-5B9D-D8F4-6138-04608B1CF903}"/>
              </a:ext>
            </a:extLst>
          </p:cNvPr>
          <p:cNvSpPr>
            <a:spLocks noGrp="1"/>
          </p:cNvSpPr>
          <p:nvPr>
            <p:ph type="body" sz="quarter" idx="22" hasCustomPrompt="1"/>
          </p:nvPr>
        </p:nvSpPr>
        <p:spPr>
          <a:xfrm>
            <a:off x="8339138" y="5631817"/>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18" name="Espace réservé du texte 4">
            <a:extLst>
              <a:ext uri="{FF2B5EF4-FFF2-40B4-BE49-F238E27FC236}">
                <a16:creationId xmlns:a16="http://schemas.microsoft.com/office/drawing/2014/main" id="{CC04EFD5-DD4C-6D52-CB64-AC6FDABF0B09}"/>
              </a:ext>
            </a:extLst>
          </p:cNvPr>
          <p:cNvSpPr>
            <a:spLocks noGrp="1"/>
          </p:cNvSpPr>
          <p:nvPr>
            <p:ph type="body" sz="quarter" idx="23" hasCustomPrompt="1"/>
          </p:nvPr>
        </p:nvSpPr>
        <p:spPr>
          <a:xfrm>
            <a:off x="8339138" y="5869942"/>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37" name="Ellipse 36">
            <a:extLst>
              <a:ext uri="{FF2B5EF4-FFF2-40B4-BE49-F238E27FC236}">
                <a16:creationId xmlns:a16="http://schemas.microsoft.com/office/drawing/2014/main" id="{C96D0E39-D4DC-B5F1-DB18-0A0C74652808}"/>
              </a:ext>
            </a:extLst>
          </p:cNvPr>
          <p:cNvSpPr/>
          <p:nvPr userDrawn="1"/>
        </p:nvSpPr>
        <p:spPr>
          <a:xfrm>
            <a:off x="5403607" y="602312"/>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Espace réservé pour une image  25">
            <a:extLst>
              <a:ext uri="{FF2B5EF4-FFF2-40B4-BE49-F238E27FC236}">
                <a16:creationId xmlns:a16="http://schemas.microsoft.com/office/drawing/2014/main" id="{E1F82515-F602-4AAC-B84B-9D6858B51E88}"/>
              </a:ext>
            </a:extLst>
          </p:cNvPr>
          <p:cNvSpPr>
            <a:spLocks noGrp="1"/>
          </p:cNvSpPr>
          <p:nvPr>
            <p:ph type="pic" sz="quarter" idx="24" hasCustomPrompt="1"/>
          </p:nvPr>
        </p:nvSpPr>
        <p:spPr>
          <a:xfrm>
            <a:off x="5459142" y="657390"/>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39" name="Espace réservé du texte 4">
            <a:extLst>
              <a:ext uri="{FF2B5EF4-FFF2-40B4-BE49-F238E27FC236}">
                <a16:creationId xmlns:a16="http://schemas.microsoft.com/office/drawing/2014/main" id="{6D28FEDA-563B-D894-CF7D-40ED27CF7807}"/>
              </a:ext>
            </a:extLst>
          </p:cNvPr>
          <p:cNvSpPr>
            <a:spLocks noGrp="1"/>
          </p:cNvSpPr>
          <p:nvPr>
            <p:ph type="body" sz="quarter" idx="25" hasCustomPrompt="1"/>
          </p:nvPr>
        </p:nvSpPr>
        <p:spPr>
          <a:xfrm>
            <a:off x="4926358" y="2189833"/>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40" name="Espace réservé du texte 4">
            <a:extLst>
              <a:ext uri="{FF2B5EF4-FFF2-40B4-BE49-F238E27FC236}">
                <a16:creationId xmlns:a16="http://schemas.microsoft.com/office/drawing/2014/main" id="{049B9D3A-D505-5E8B-3CFD-6536BBEE74D8}"/>
              </a:ext>
            </a:extLst>
          </p:cNvPr>
          <p:cNvSpPr>
            <a:spLocks noGrp="1"/>
          </p:cNvSpPr>
          <p:nvPr>
            <p:ph type="body" sz="quarter" idx="26" hasCustomPrompt="1"/>
          </p:nvPr>
        </p:nvSpPr>
        <p:spPr>
          <a:xfrm>
            <a:off x="4926358" y="2421608"/>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41" name="Ellipse 40">
            <a:extLst>
              <a:ext uri="{FF2B5EF4-FFF2-40B4-BE49-F238E27FC236}">
                <a16:creationId xmlns:a16="http://schemas.microsoft.com/office/drawing/2014/main" id="{D987B1B1-95A8-17B5-16EC-94CBC6771107}"/>
              </a:ext>
            </a:extLst>
          </p:cNvPr>
          <p:cNvSpPr/>
          <p:nvPr userDrawn="1"/>
        </p:nvSpPr>
        <p:spPr>
          <a:xfrm>
            <a:off x="5403607" y="4044296"/>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Espace réservé pour une image  25">
            <a:extLst>
              <a:ext uri="{FF2B5EF4-FFF2-40B4-BE49-F238E27FC236}">
                <a16:creationId xmlns:a16="http://schemas.microsoft.com/office/drawing/2014/main" id="{F0B9AA15-E1D7-A6B3-4A62-4D2EADAEA7FC}"/>
              </a:ext>
            </a:extLst>
          </p:cNvPr>
          <p:cNvSpPr>
            <a:spLocks noGrp="1"/>
          </p:cNvSpPr>
          <p:nvPr>
            <p:ph type="pic" sz="quarter" idx="27" hasCustomPrompt="1"/>
          </p:nvPr>
        </p:nvSpPr>
        <p:spPr>
          <a:xfrm>
            <a:off x="5459142" y="4099374"/>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43" name="Espace réservé du texte 4">
            <a:extLst>
              <a:ext uri="{FF2B5EF4-FFF2-40B4-BE49-F238E27FC236}">
                <a16:creationId xmlns:a16="http://schemas.microsoft.com/office/drawing/2014/main" id="{A1ED2A44-9B11-3C7E-DF7E-94961DA86414}"/>
              </a:ext>
            </a:extLst>
          </p:cNvPr>
          <p:cNvSpPr>
            <a:spLocks noGrp="1"/>
          </p:cNvSpPr>
          <p:nvPr>
            <p:ph type="body" sz="quarter" idx="28" hasCustomPrompt="1"/>
          </p:nvPr>
        </p:nvSpPr>
        <p:spPr>
          <a:xfrm>
            <a:off x="4926358" y="5631817"/>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44" name="Espace réservé du texte 4">
            <a:extLst>
              <a:ext uri="{FF2B5EF4-FFF2-40B4-BE49-F238E27FC236}">
                <a16:creationId xmlns:a16="http://schemas.microsoft.com/office/drawing/2014/main" id="{EF7CD025-F7D3-0ECC-1827-79BD24BBAAE4}"/>
              </a:ext>
            </a:extLst>
          </p:cNvPr>
          <p:cNvSpPr>
            <a:spLocks noGrp="1"/>
          </p:cNvSpPr>
          <p:nvPr>
            <p:ph type="body" sz="quarter" idx="29" hasCustomPrompt="1"/>
          </p:nvPr>
        </p:nvSpPr>
        <p:spPr>
          <a:xfrm>
            <a:off x="4926358" y="5869942"/>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47" name="Espace réservé du texte 4">
            <a:extLst>
              <a:ext uri="{FF2B5EF4-FFF2-40B4-BE49-F238E27FC236}">
                <a16:creationId xmlns:a16="http://schemas.microsoft.com/office/drawing/2014/main" id="{71F38B67-3461-8182-D90F-29BADC31A387}"/>
              </a:ext>
            </a:extLst>
          </p:cNvPr>
          <p:cNvSpPr>
            <a:spLocks noGrp="1"/>
          </p:cNvSpPr>
          <p:nvPr>
            <p:ph type="body" sz="quarter" idx="30" hasCustomPrompt="1"/>
          </p:nvPr>
        </p:nvSpPr>
        <p:spPr>
          <a:xfrm>
            <a:off x="1507059" y="2643326"/>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48" name="Espace réservé du texte 4">
            <a:extLst>
              <a:ext uri="{FF2B5EF4-FFF2-40B4-BE49-F238E27FC236}">
                <a16:creationId xmlns:a16="http://schemas.microsoft.com/office/drawing/2014/main" id="{43C8E1D9-E0E4-B24E-9F61-52FA0CD0D129}"/>
              </a:ext>
            </a:extLst>
          </p:cNvPr>
          <p:cNvSpPr>
            <a:spLocks noGrp="1"/>
          </p:cNvSpPr>
          <p:nvPr>
            <p:ph type="body" sz="quarter" idx="31" hasCustomPrompt="1"/>
          </p:nvPr>
        </p:nvSpPr>
        <p:spPr>
          <a:xfrm>
            <a:off x="4926358" y="2643326"/>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49" name="Espace réservé du texte 4">
            <a:extLst>
              <a:ext uri="{FF2B5EF4-FFF2-40B4-BE49-F238E27FC236}">
                <a16:creationId xmlns:a16="http://schemas.microsoft.com/office/drawing/2014/main" id="{B7B441BD-97C6-6DA4-DDE1-5010ADB87478}"/>
              </a:ext>
            </a:extLst>
          </p:cNvPr>
          <p:cNvSpPr>
            <a:spLocks noGrp="1"/>
          </p:cNvSpPr>
          <p:nvPr>
            <p:ph type="body" sz="quarter" idx="32" hasCustomPrompt="1"/>
          </p:nvPr>
        </p:nvSpPr>
        <p:spPr>
          <a:xfrm>
            <a:off x="8339138" y="2643326"/>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50" name="Espace réservé du texte 4">
            <a:extLst>
              <a:ext uri="{FF2B5EF4-FFF2-40B4-BE49-F238E27FC236}">
                <a16:creationId xmlns:a16="http://schemas.microsoft.com/office/drawing/2014/main" id="{8F4A9E8D-B888-4391-C8DA-73F6CF22BF65}"/>
              </a:ext>
            </a:extLst>
          </p:cNvPr>
          <p:cNvSpPr>
            <a:spLocks noGrp="1"/>
          </p:cNvSpPr>
          <p:nvPr>
            <p:ph type="body" sz="quarter" idx="33" hasCustomPrompt="1"/>
          </p:nvPr>
        </p:nvSpPr>
        <p:spPr>
          <a:xfrm>
            <a:off x="1507059" y="6085026"/>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51" name="Espace réservé du texte 4">
            <a:extLst>
              <a:ext uri="{FF2B5EF4-FFF2-40B4-BE49-F238E27FC236}">
                <a16:creationId xmlns:a16="http://schemas.microsoft.com/office/drawing/2014/main" id="{61D52B9E-DFDD-397F-5A73-60154D0B3ACB}"/>
              </a:ext>
            </a:extLst>
          </p:cNvPr>
          <p:cNvSpPr>
            <a:spLocks noGrp="1"/>
          </p:cNvSpPr>
          <p:nvPr>
            <p:ph type="body" sz="quarter" idx="34" hasCustomPrompt="1"/>
          </p:nvPr>
        </p:nvSpPr>
        <p:spPr>
          <a:xfrm>
            <a:off x="4926358" y="6085026"/>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52" name="Espace réservé du texte 4">
            <a:extLst>
              <a:ext uri="{FF2B5EF4-FFF2-40B4-BE49-F238E27FC236}">
                <a16:creationId xmlns:a16="http://schemas.microsoft.com/office/drawing/2014/main" id="{59FFAC1F-83D6-0907-F9EC-854A5DFE03B7}"/>
              </a:ext>
            </a:extLst>
          </p:cNvPr>
          <p:cNvSpPr>
            <a:spLocks noGrp="1"/>
          </p:cNvSpPr>
          <p:nvPr>
            <p:ph type="body" sz="quarter" idx="35" hasCustomPrompt="1"/>
          </p:nvPr>
        </p:nvSpPr>
        <p:spPr>
          <a:xfrm>
            <a:off x="8339138" y="6085026"/>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53" name="Forme libre : forme 52">
            <a:extLst>
              <a:ext uri="{FF2B5EF4-FFF2-40B4-BE49-F238E27FC236}">
                <a16:creationId xmlns:a16="http://schemas.microsoft.com/office/drawing/2014/main" id="{7E5B59B7-F7BC-F6CA-9574-F12D2F3B0132}"/>
              </a:ext>
            </a:extLst>
          </p:cNvPr>
          <p:cNvSpPr>
            <a:spLocks/>
          </p:cNvSpPr>
          <p:nvPr userDrawn="1"/>
        </p:nvSpPr>
        <p:spPr>
          <a:xfrm rot="16200000">
            <a:off x="-691774" y="836767"/>
            <a:ext cx="2152612" cy="769063"/>
          </a:xfrm>
          <a:custGeom>
            <a:avLst/>
            <a:gdLst>
              <a:gd name="connsiteX0" fmla="*/ 2152612 w 2152612"/>
              <a:gd name="connsiteY0" fmla="*/ 769063 h 769063"/>
              <a:gd name="connsiteX1" fmla="*/ 1076306 w 2152612"/>
              <a:gd name="connsiteY1" fmla="*/ 769063 h 769063"/>
              <a:gd name="connsiteX2" fmla="*/ 0 w 2152612"/>
              <a:gd name="connsiteY2" fmla="*/ 769063 h 769063"/>
              <a:gd name="connsiteX3" fmla="*/ 443981 w 2152612"/>
              <a:gd name="connsiteY3" fmla="*/ 0 h 769063"/>
              <a:gd name="connsiteX4" fmla="*/ 1708562 w 2152612"/>
              <a:gd name="connsiteY4" fmla="*/ 0 h 769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2612" h="769063">
                <a:moveTo>
                  <a:pt x="2152612" y="769063"/>
                </a:moveTo>
                <a:lnTo>
                  <a:pt x="1076306" y="769063"/>
                </a:lnTo>
                <a:lnTo>
                  <a:pt x="0" y="769063"/>
                </a:lnTo>
                <a:lnTo>
                  <a:pt x="443981" y="0"/>
                </a:lnTo>
                <a:lnTo>
                  <a:pt x="1708562"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grpSp>
        <p:nvGrpSpPr>
          <p:cNvPr id="61" name="Groupe 60">
            <a:extLst>
              <a:ext uri="{FF2B5EF4-FFF2-40B4-BE49-F238E27FC236}">
                <a16:creationId xmlns:a16="http://schemas.microsoft.com/office/drawing/2014/main" id="{C3FCB0CD-840B-C670-5EFE-AAB6D793B4E8}"/>
              </a:ext>
            </a:extLst>
          </p:cNvPr>
          <p:cNvGrpSpPr/>
          <p:nvPr userDrawn="1"/>
        </p:nvGrpSpPr>
        <p:grpSpPr>
          <a:xfrm>
            <a:off x="5798820" y="3131820"/>
            <a:ext cx="594360" cy="594360"/>
            <a:chOff x="5798820" y="386370"/>
            <a:chExt cx="594360" cy="594360"/>
          </a:xfrm>
        </p:grpSpPr>
        <p:sp>
          <p:nvSpPr>
            <p:cNvPr id="62" name="Ellipse 61">
              <a:extLst>
                <a:ext uri="{FF2B5EF4-FFF2-40B4-BE49-F238E27FC236}">
                  <a16:creationId xmlns:a16="http://schemas.microsoft.com/office/drawing/2014/main" id="{8AA84C6E-0151-7120-FABD-0F2F22218A50}"/>
                </a:ext>
              </a:extLst>
            </p:cNvPr>
            <p:cNvSpPr/>
            <p:nvPr userDrawn="1"/>
          </p:nvSpPr>
          <p:spPr>
            <a:xfrm>
              <a:off x="5798820" y="386370"/>
              <a:ext cx="594360" cy="594360"/>
            </a:xfrm>
            <a:prstGeom prst="ellipse">
              <a:avLst/>
            </a:prstGeom>
            <a:solidFill>
              <a:schemeClr val="bg2"/>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3" name="Groupe 62">
              <a:extLst>
                <a:ext uri="{FF2B5EF4-FFF2-40B4-BE49-F238E27FC236}">
                  <a16:creationId xmlns:a16="http://schemas.microsoft.com/office/drawing/2014/main" id="{FC09837F-1403-C963-2DE8-48E69CEC8C03}"/>
                </a:ext>
              </a:extLst>
            </p:cNvPr>
            <p:cNvGrpSpPr/>
            <p:nvPr userDrawn="1"/>
          </p:nvGrpSpPr>
          <p:grpSpPr>
            <a:xfrm>
              <a:off x="6004751" y="531913"/>
              <a:ext cx="182498" cy="303275"/>
              <a:chOff x="6004749" y="3277362"/>
              <a:chExt cx="182498" cy="303275"/>
            </a:xfrm>
            <a:solidFill>
              <a:schemeClr val="bg1"/>
            </a:solidFill>
          </p:grpSpPr>
          <p:sp>
            <p:nvSpPr>
              <p:cNvPr id="64" name="Forme libre : forme 63">
                <a:extLst>
                  <a:ext uri="{FF2B5EF4-FFF2-40B4-BE49-F238E27FC236}">
                    <a16:creationId xmlns:a16="http://schemas.microsoft.com/office/drawing/2014/main" id="{0ADE458C-5329-C431-5801-242010AD9A17}"/>
                  </a:ext>
                </a:extLst>
              </p:cNvPr>
              <p:cNvSpPr/>
              <p:nvPr/>
            </p:nvSpPr>
            <p:spPr>
              <a:xfrm>
                <a:off x="6032655" y="3277362"/>
                <a:ext cx="126682" cy="213741"/>
              </a:xfrm>
              <a:custGeom>
                <a:avLst/>
                <a:gdLst>
                  <a:gd name="connsiteX0" fmla="*/ 63341 w 126682"/>
                  <a:gd name="connsiteY0" fmla="*/ 213741 h 213741"/>
                  <a:gd name="connsiteX1" fmla="*/ 18552 w 126682"/>
                  <a:gd name="connsiteY1" fmla="*/ 195188 h 213741"/>
                  <a:gd name="connsiteX2" fmla="*/ 0 w 126682"/>
                  <a:gd name="connsiteY2" fmla="*/ 150400 h 213741"/>
                  <a:gd name="connsiteX3" fmla="*/ 0 w 126682"/>
                  <a:gd name="connsiteY3" fmla="*/ 63341 h 213741"/>
                  <a:gd name="connsiteX4" fmla="*/ 4822 w 126682"/>
                  <a:gd name="connsiteY4" fmla="*/ 39102 h 213741"/>
                  <a:gd name="connsiteX5" fmla="*/ 18552 w 126682"/>
                  <a:gd name="connsiteY5" fmla="*/ 18552 h 213741"/>
                  <a:gd name="connsiteX6" fmla="*/ 39102 w 126682"/>
                  <a:gd name="connsiteY6" fmla="*/ 4822 h 213741"/>
                  <a:gd name="connsiteX7" fmla="*/ 63341 w 126682"/>
                  <a:gd name="connsiteY7" fmla="*/ 0 h 213741"/>
                  <a:gd name="connsiteX8" fmla="*/ 87581 w 126682"/>
                  <a:gd name="connsiteY8" fmla="*/ 4822 h 213741"/>
                  <a:gd name="connsiteX9" fmla="*/ 108131 w 126682"/>
                  <a:gd name="connsiteY9" fmla="*/ 18552 h 213741"/>
                  <a:gd name="connsiteX10" fmla="*/ 121861 w 126682"/>
                  <a:gd name="connsiteY10" fmla="*/ 39102 h 213741"/>
                  <a:gd name="connsiteX11" fmla="*/ 126682 w 126682"/>
                  <a:gd name="connsiteY11" fmla="*/ 63341 h 213741"/>
                  <a:gd name="connsiteX12" fmla="*/ 126682 w 126682"/>
                  <a:gd name="connsiteY12" fmla="*/ 150400 h 213741"/>
                  <a:gd name="connsiteX13" fmla="*/ 108131 w 126682"/>
                  <a:gd name="connsiteY13" fmla="*/ 195188 h 213741"/>
                  <a:gd name="connsiteX14" fmla="*/ 63341 w 126682"/>
                  <a:gd name="connsiteY14" fmla="*/ 213741 h 213741"/>
                  <a:gd name="connsiteX15" fmla="*/ 63341 w 126682"/>
                  <a:gd name="connsiteY15" fmla="*/ 8763 h 213741"/>
                  <a:gd name="connsiteX16" fmla="*/ 24479 w 126682"/>
                  <a:gd name="connsiteY16" fmla="*/ 24860 h 213741"/>
                  <a:gd name="connsiteX17" fmla="*/ 8382 w 126682"/>
                  <a:gd name="connsiteY17" fmla="*/ 63722 h 213741"/>
                  <a:gd name="connsiteX18" fmla="*/ 8382 w 126682"/>
                  <a:gd name="connsiteY18" fmla="*/ 150781 h 213741"/>
                  <a:gd name="connsiteX19" fmla="*/ 24479 w 126682"/>
                  <a:gd name="connsiteY19" fmla="*/ 189643 h 213741"/>
                  <a:gd name="connsiteX20" fmla="*/ 63341 w 126682"/>
                  <a:gd name="connsiteY20" fmla="*/ 205740 h 213741"/>
                  <a:gd name="connsiteX21" fmla="*/ 102203 w 126682"/>
                  <a:gd name="connsiteY21" fmla="*/ 189643 h 213741"/>
                  <a:gd name="connsiteX22" fmla="*/ 118300 w 126682"/>
                  <a:gd name="connsiteY22" fmla="*/ 150781 h 213741"/>
                  <a:gd name="connsiteX23" fmla="*/ 118300 w 126682"/>
                  <a:gd name="connsiteY23" fmla="*/ 63341 h 213741"/>
                  <a:gd name="connsiteX24" fmla="*/ 102069 w 126682"/>
                  <a:gd name="connsiteY24" fmla="*/ 24725 h 213741"/>
                  <a:gd name="connsiteX25" fmla="*/ 63341 w 126682"/>
                  <a:gd name="connsiteY25" fmla="*/ 8763 h 21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6682" h="213741">
                    <a:moveTo>
                      <a:pt x="63341" y="213741"/>
                    </a:moveTo>
                    <a:cubicBezTo>
                      <a:pt x="46542" y="213741"/>
                      <a:pt x="30431" y="207068"/>
                      <a:pt x="18552" y="195188"/>
                    </a:cubicBezTo>
                    <a:cubicBezTo>
                      <a:pt x="6673" y="183310"/>
                      <a:pt x="0" y="167199"/>
                      <a:pt x="0" y="150400"/>
                    </a:cubicBezTo>
                    <a:lnTo>
                      <a:pt x="0" y="63341"/>
                    </a:lnTo>
                    <a:cubicBezTo>
                      <a:pt x="0" y="55023"/>
                      <a:pt x="1638" y="46787"/>
                      <a:pt x="4822" y="39102"/>
                    </a:cubicBezTo>
                    <a:cubicBezTo>
                      <a:pt x="8005" y="31417"/>
                      <a:pt x="12670" y="24434"/>
                      <a:pt x="18552" y="18552"/>
                    </a:cubicBezTo>
                    <a:cubicBezTo>
                      <a:pt x="24434" y="12670"/>
                      <a:pt x="31416" y="8005"/>
                      <a:pt x="39102" y="4822"/>
                    </a:cubicBezTo>
                    <a:cubicBezTo>
                      <a:pt x="46787" y="1638"/>
                      <a:pt x="55023" y="0"/>
                      <a:pt x="63341" y="0"/>
                    </a:cubicBezTo>
                    <a:cubicBezTo>
                      <a:pt x="71659" y="0"/>
                      <a:pt x="79896" y="1638"/>
                      <a:pt x="87581" y="4822"/>
                    </a:cubicBezTo>
                    <a:cubicBezTo>
                      <a:pt x="95266" y="8005"/>
                      <a:pt x="102249" y="12670"/>
                      <a:pt x="108131" y="18552"/>
                    </a:cubicBezTo>
                    <a:cubicBezTo>
                      <a:pt x="114012" y="24434"/>
                      <a:pt x="118678" y="31417"/>
                      <a:pt x="121861" y="39102"/>
                    </a:cubicBezTo>
                    <a:cubicBezTo>
                      <a:pt x="125044" y="46787"/>
                      <a:pt x="126682" y="55023"/>
                      <a:pt x="126682" y="63341"/>
                    </a:cubicBezTo>
                    <a:lnTo>
                      <a:pt x="126682" y="150400"/>
                    </a:lnTo>
                    <a:cubicBezTo>
                      <a:pt x="126682" y="167199"/>
                      <a:pt x="120009" y="183310"/>
                      <a:pt x="108131" y="195188"/>
                    </a:cubicBezTo>
                    <a:cubicBezTo>
                      <a:pt x="96252" y="207068"/>
                      <a:pt x="80140" y="213741"/>
                      <a:pt x="63341" y="213741"/>
                    </a:cubicBezTo>
                    <a:close/>
                    <a:moveTo>
                      <a:pt x="63341" y="8763"/>
                    </a:moveTo>
                    <a:cubicBezTo>
                      <a:pt x="48765" y="8763"/>
                      <a:pt x="34786" y="14553"/>
                      <a:pt x="24479" y="24860"/>
                    </a:cubicBezTo>
                    <a:cubicBezTo>
                      <a:pt x="14172" y="35167"/>
                      <a:pt x="8382" y="49146"/>
                      <a:pt x="8382" y="63722"/>
                    </a:cubicBezTo>
                    <a:lnTo>
                      <a:pt x="8382" y="150781"/>
                    </a:lnTo>
                    <a:cubicBezTo>
                      <a:pt x="8382" y="165357"/>
                      <a:pt x="14172" y="179336"/>
                      <a:pt x="24479" y="189643"/>
                    </a:cubicBezTo>
                    <a:cubicBezTo>
                      <a:pt x="34786" y="199950"/>
                      <a:pt x="48765" y="205740"/>
                      <a:pt x="63341" y="205740"/>
                    </a:cubicBezTo>
                    <a:cubicBezTo>
                      <a:pt x="77917" y="205740"/>
                      <a:pt x="91896" y="199950"/>
                      <a:pt x="102203" y="189643"/>
                    </a:cubicBezTo>
                    <a:cubicBezTo>
                      <a:pt x="112510" y="179336"/>
                      <a:pt x="118300" y="165357"/>
                      <a:pt x="118300" y="150781"/>
                    </a:cubicBezTo>
                    <a:lnTo>
                      <a:pt x="118300" y="63341"/>
                    </a:lnTo>
                    <a:cubicBezTo>
                      <a:pt x="118199" y="48831"/>
                      <a:pt x="112365" y="34950"/>
                      <a:pt x="102069" y="24725"/>
                    </a:cubicBezTo>
                    <a:cubicBezTo>
                      <a:pt x="91773" y="14501"/>
                      <a:pt x="77852" y="8763"/>
                      <a:pt x="63341" y="8763"/>
                    </a:cubicBezTo>
                    <a:close/>
                  </a:path>
                </a:pathLst>
              </a:custGeom>
              <a:grpFill/>
              <a:ln w="0" cap="flat">
                <a:noFill/>
                <a:prstDash val="solid"/>
                <a:miter/>
              </a:ln>
            </p:spPr>
            <p:txBody>
              <a:bodyPr rtlCol="0" anchor="ctr"/>
              <a:lstStyle/>
              <a:p>
                <a:endParaRPr lang="fr-FR"/>
              </a:p>
            </p:txBody>
          </p:sp>
          <p:sp>
            <p:nvSpPr>
              <p:cNvPr id="65" name="Forme libre : forme 64">
                <a:extLst>
                  <a:ext uri="{FF2B5EF4-FFF2-40B4-BE49-F238E27FC236}">
                    <a16:creationId xmlns:a16="http://schemas.microsoft.com/office/drawing/2014/main" id="{1BCF3D9B-5A13-5578-D638-133BDF5526C0}"/>
                  </a:ext>
                </a:extLst>
              </p:cNvPr>
              <p:cNvSpPr/>
              <p:nvPr/>
            </p:nvSpPr>
            <p:spPr>
              <a:xfrm>
                <a:off x="6004749" y="3373658"/>
                <a:ext cx="182498" cy="145827"/>
              </a:xfrm>
              <a:custGeom>
                <a:avLst/>
                <a:gdLst>
                  <a:gd name="connsiteX0" fmla="*/ 91249 w 182498"/>
                  <a:gd name="connsiteY0" fmla="*/ 145828 h 145827"/>
                  <a:gd name="connsiteX1" fmla="*/ 26788 w 182498"/>
                  <a:gd name="connsiteY1" fmla="*/ 119107 h 145827"/>
                  <a:gd name="connsiteX2" fmla="*/ 0 w 182498"/>
                  <a:gd name="connsiteY2" fmla="*/ 54673 h 145827"/>
                  <a:gd name="connsiteX3" fmla="*/ 0 w 182498"/>
                  <a:gd name="connsiteY3" fmla="*/ 0 h 145827"/>
                  <a:gd name="connsiteX4" fmla="*/ 8477 w 182498"/>
                  <a:gd name="connsiteY4" fmla="*/ 0 h 145827"/>
                  <a:gd name="connsiteX5" fmla="*/ 8477 w 182498"/>
                  <a:gd name="connsiteY5" fmla="*/ 54673 h 145827"/>
                  <a:gd name="connsiteX6" fmla="*/ 32721 w 182498"/>
                  <a:gd name="connsiteY6" fmla="*/ 113203 h 145827"/>
                  <a:gd name="connsiteX7" fmla="*/ 91249 w 182498"/>
                  <a:gd name="connsiteY7" fmla="*/ 137446 h 145827"/>
                  <a:gd name="connsiteX8" fmla="*/ 149779 w 182498"/>
                  <a:gd name="connsiteY8" fmla="*/ 113203 h 145827"/>
                  <a:gd name="connsiteX9" fmla="*/ 174022 w 182498"/>
                  <a:gd name="connsiteY9" fmla="*/ 54673 h 145827"/>
                  <a:gd name="connsiteX10" fmla="*/ 174022 w 182498"/>
                  <a:gd name="connsiteY10" fmla="*/ 0 h 145827"/>
                  <a:gd name="connsiteX11" fmla="*/ 182499 w 182498"/>
                  <a:gd name="connsiteY11" fmla="*/ 0 h 145827"/>
                  <a:gd name="connsiteX12" fmla="*/ 182499 w 182498"/>
                  <a:gd name="connsiteY12" fmla="*/ 54673 h 145827"/>
                  <a:gd name="connsiteX13" fmla="*/ 155712 w 182498"/>
                  <a:gd name="connsiteY13" fmla="*/ 119107 h 145827"/>
                  <a:gd name="connsiteX14" fmla="*/ 91249 w 182498"/>
                  <a:gd name="connsiteY14" fmla="*/ 145828 h 14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2498" h="145827">
                    <a:moveTo>
                      <a:pt x="91249" y="145828"/>
                    </a:moveTo>
                    <a:cubicBezTo>
                      <a:pt x="67073" y="145803"/>
                      <a:pt x="43892" y="136194"/>
                      <a:pt x="26788" y="119107"/>
                    </a:cubicBezTo>
                    <a:cubicBezTo>
                      <a:pt x="9683" y="102021"/>
                      <a:pt x="50" y="78851"/>
                      <a:pt x="0" y="54673"/>
                    </a:cubicBezTo>
                    <a:lnTo>
                      <a:pt x="0" y="0"/>
                    </a:lnTo>
                    <a:lnTo>
                      <a:pt x="8477" y="0"/>
                    </a:lnTo>
                    <a:lnTo>
                      <a:pt x="8477" y="54673"/>
                    </a:lnTo>
                    <a:cubicBezTo>
                      <a:pt x="8477" y="76627"/>
                      <a:pt x="17198" y="97680"/>
                      <a:pt x="32721" y="113203"/>
                    </a:cubicBezTo>
                    <a:cubicBezTo>
                      <a:pt x="48244" y="128726"/>
                      <a:pt x="69297" y="137446"/>
                      <a:pt x="91249" y="137446"/>
                    </a:cubicBezTo>
                    <a:cubicBezTo>
                      <a:pt x="113203" y="137446"/>
                      <a:pt x="134256" y="128726"/>
                      <a:pt x="149779" y="113203"/>
                    </a:cubicBezTo>
                    <a:cubicBezTo>
                      <a:pt x="165301" y="97680"/>
                      <a:pt x="174022" y="76627"/>
                      <a:pt x="174022" y="54673"/>
                    </a:cubicBezTo>
                    <a:lnTo>
                      <a:pt x="174022" y="0"/>
                    </a:lnTo>
                    <a:lnTo>
                      <a:pt x="182499" y="0"/>
                    </a:lnTo>
                    <a:lnTo>
                      <a:pt x="182499" y="54673"/>
                    </a:lnTo>
                    <a:cubicBezTo>
                      <a:pt x="182448" y="78851"/>
                      <a:pt x="172816" y="102021"/>
                      <a:pt x="155712" y="119107"/>
                    </a:cubicBezTo>
                    <a:cubicBezTo>
                      <a:pt x="138607" y="136194"/>
                      <a:pt x="115427" y="145803"/>
                      <a:pt x="91249" y="145828"/>
                    </a:cubicBezTo>
                    <a:close/>
                  </a:path>
                </a:pathLst>
              </a:custGeom>
              <a:grpFill/>
              <a:ln w="0" cap="flat">
                <a:noFill/>
                <a:prstDash val="solid"/>
                <a:miter/>
              </a:ln>
            </p:spPr>
            <p:txBody>
              <a:bodyPr rtlCol="0" anchor="ctr"/>
              <a:lstStyle/>
              <a:p>
                <a:endParaRPr lang="fr-FR"/>
              </a:p>
            </p:txBody>
          </p:sp>
          <p:sp>
            <p:nvSpPr>
              <p:cNvPr id="66" name="Forme libre : forme 65">
                <a:extLst>
                  <a:ext uri="{FF2B5EF4-FFF2-40B4-BE49-F238E27FC236}">
                    <a16:creationId xmlns:a16="http://schemas.microsoft.com/office/drawing/2014/main" id="{0A9D87A4-1B96-EA2F-0B61-C073D5C764BA}"/>
                  </a:ext>
                </a:extLst>
              </p:cNvPr>
              <p:cNvSpPr/>
              <p:nvPr/>
            </p:nvSpPr>
            <p:spPr>
              <a:xfrm>
                <a:off x="6091805" y="3512534"/>
                <a:ext cx="8382" cy="63055"/>
              </a:xfrm>
              <a:custGeom>
                <a:avLst/>
                <a:gdLst>
                  <a:gd name="connsiteX0" fmla="*/ 8382 w 8382"/>
                  <a:gd name="connsiteY0" fmla="*/ 0 h 63055"/>
                  <a:gd name="connsiteX1" fmla="*/ 0 w 8382"/>
                  <a:gd name="connsiteY1" fmla="*/ 0 h 63055"/>
                  <a:gd name="connsiteX2" fmla="*/ 0 w 8382"/>
                  <a:gd name="connsiteY2" fmla="*/ 63055 h 63055"/>
                  <a:gd name="connsiteX3" fmla="*/ 8382 w 8382"/>
                  <a:gd name="connsiteY3" fmla="*/ 63055 h 63055"/>
                  <a:gd name="connsiteX4" fmla="*/ 8382 w 8382"/>
                  <a:gd name="connsiteY4" fmla="*/ 0 h 63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2" h="63055">
                    <a:moveTo>
                      <a:pt x="8382" y="0"/>
                    </a:moveTo>
                    <a:lnTo>
                      <a:pt x="0" y="0"/>
                    </a:lnTo>
                    <a:lnTo>
                      <a:pt x="0" y="63055"/>
                    </a:lnTo>
                    <a:lnTo>
                      <a:pt x="8382" y="63055"/>
                    </a:lnTo>
                    <a:lnTo>
                      <a:pt x="8382" y="0"/>
                    </a:lnTo>
                    <a:close/>
                  </a:path>
                </a:pathLst>
              </a:custGeom>
              <a:grpFill/>
              <a:ln w="0" cap="flat">
                <a:noFill/>
                <a:prstDash val="solid"/>
                <a:miter/>
              </a:ln>
            </p:spPr>
            <p:txBody>
              <a:bodyPr rtlCol="0" anchor="ctr"/>
              <a:lstStyle/>
              <a:p>
                <a:endParaRPr lang="fr-FR"/>
              </a:p>
            </p:txBody>
          </p:sp>
          <p:sp>
            <p:nvSpPr>
              <p:cNvPr id="67" name="Forme libre : forme 66">
                <a:extLst>
                  <a:ext uri="{FF2B5EF4-FFF2-40B4-BE49-F238E27FC236}">
                    <a16:creationId xmlns:a16="http://schemas.microsoft.com/office/drawing/2014/main" id="{868AC3E3-DE22-F54B-2550-914D5EE2A2F5}"/>
                  </a:ext>
                </a:extLst>
              </p:cNvPr>
              <p:cNvSpPr/>
              <p:nvPr/>
            </p:nvSpPr>
            <p:spPr>
              <a:xfrm>
                <a:off x="6036850" y="3572256"/>
                <a:ext cx="118395" cy="8381"/>
              </a:xfrm>
              <a:custGeom>
                <a:avLst/>
                <a:gdLst>
                  <a:gd name="connsiteX0" fmla="*/ 118395 w 118395"/>
                  <a:gd name="connsiteY0" fmla="*/ 0 h 8381"/>
                  <a:gd name="connsiteX1" fmla="*/ 0 w 118395"/>
                  <a:gd name="connsiteY1" fmla="*/ 0 h 8381"/>
                  <a:gd name="connsiteX2" fmla="*/ 0 w 118395"/>
                  <a:gd name="connsiteY2" fmla="*/ 8382 h 8381"/>
                  <a:gd name="connsiteX3" fmla="*/ 118395 w 118395"/>
                  <a:gd name="connsiteY3" fmla="*/ 8382 h 8381"/>
                  <a:gd name="connsiteX4" fmla="*/ 118395 w 118395"/>
                  <a:gd name="connsiteY4" fmla="*/ 0 h 83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395" h="8381">
                    <a:moveTo>
                      <a:pt x="118395" y="0"/>
                    </a:moveTo>
                    <a:lnTo>
                      <a:pt x="0" y="0"/>
                    </a:lnTo>
                    <a:lnTo>
                      <a:pt x="0" y="8382"/>
                    </a:lnTo>
                    <a:lnTo>
                      <a:pt x="118395" y="8382"/>
                    </a:lnTo>
                    <a:lnTo>
                      <a:pt x="118395" y="0"/>
                    </a:lnTo>
                    <a:close/>
                  </a:path>
                </a:pathLst>
              </a:custGeom>
              <a:grpFill/>
              <a:ln w="0" cap="flat">
                <a:noFill/>
                <a:prstDash val="solid"/>
                <a:miter/>
              </a:ln>
            </p:spPr>
            <p:txBody>
              <a:bodyPr rtlCol="0" anchor="ctr"/>
              <a:lstStyle/>
              <a:p>
                <a:endParaRPr lang="fr-FR"/>
              </a:p>
            </p:txBody>
          </p:sp>
        </p:grpSp>
      </p:grpSp>
    </p:spTree>
    <p:extLst>
      <p:ext uri="{BB962C8B-B14F-4D97-AF65-F5344CB8AC3E}">
        <p14:creationId xmlns:p14="http://schemas.microsoft.com/office/powerpoint/2010/main" val="2197917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repeatCount="indefinite" fill="hold" nodeType="withEffect">
                                  <p:stCondLst>
                                    <p:cond delay="0"/>
                                  </p:stCondLst>
                                  <p:childTnLst>
                                    <p:animMotion origin="layout" path="M 0 3.33333E-6 L 0.19063 0.00139 " pathEditMode="relative" rAng="0" ptsTypes="AA">
                                      <p:cBhvr>
                                        <p:cTn id="6" dur="10000" fill="hold"/>
                                        <p:tgtEl>
                                          <p:spTgt spid="19"/>
                                        </p:tgtEl>
                                        <p:attrNameLst>
                                          <p:attrName>ppt_x</p:attrName>
                                          <p:attrName>ppt_y</p:attrName>
                                        </p:attrNameLst>
                                      </p:cBhvr>
                                      <p:rCtr x="9531"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x6 speaker (without anim)">
    <p:bg>
      <p:bgPr>
        <a:solidFill>
          <a:schemeClr val="tx1"/>
        </a:solidFill>
        <a:effectLst/>
      </p:bgPr>
    </p:bg>
    <p:spTree>
      <p:nvGrpSpPr>
        <p:cNvPr id="1" name=""/>
        <p:cNvGrpSpPr/>
        <p:nvPr/>
      </p:nvGrpSpPr>
      <p:grpSpPr>
        <a:xfrm>
          <a:off x="0" y="0"/>
          <a:ext cx="0" cy="0"/>
          <a:chOff x="0" y="0"/>
          <a:chExt cx="0" cy="0"/>
        </a:xfrm>
      </p:grpSpPr>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Graphique 2">
            <a:extLst>
              <a:ext uri="{FF2B5EF4-FFF2-40B4-BE49-F238E27FC236}">
                <a16:creationId xmlns:a16="http://schemas.microsoft.com/office/drawing/2014/main" id="{E2D430C7-B687-BF0D-FE35-515C37426E03}"/>
              </a:ext>
            </a:extLst>
          </p:cNvPr>
          <p:cNvSpPr>
            <a:spLocks/>
          </p:cNvSpPr>
          <p:nvPr userDrawn="1"/>
        </p:nvSpPr>
        <p:spPr>
          <a:xfrm rot="16200000">
            <a:off x="9409266" y="3882473"/>
            <a:ext cx="2701930" cy="2339960"/>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Source Sans Pro"/>
            </a:endParaRPr>
          </a:p>
        </p:txBody>
      </p:sp>
      <p:sp>
        <p:nvSpPr>
          <p:cNvPr id="22" name="Ellipse 21">
            <a:extLst>
              <a:ext uri="{FF2B5EF4-FFF2-40B4-BE49-F238E27FC236}">
                <a16:creationId xmlns:a16="http://schemas.microsoft.com/office/drawing/2014/main" id="{0880D9A7-D3DC-ECF1-9907-880828EBD7E0}"/>
              </a:ext>
            </a:extLst>
          </p:cNvPr>
          <p:cNvSpPr/>
          <p:nvPr userDrawn="1"/>
        </p:nvSpPr>
        <p:spPr>
          <a:xfrm>
            <a:off x="1984308" y="723900"/>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space réservé pour une image  25">
            <a:extLst>
              <a:ext uri="{FF2B5EF4-FFF2-40B4-BE49-F238E27FC236}">
                <a16:creationId xmlns:a16="http://schemas.microsoft.com/office/drawing/2014/main" id="{056FFB86-5F45-E063-0B92-AA7D89BA20E6}"/>
              </a:ext>
            </a:extLst>
          </p:cNvPr>
          <p:cNvSpPr>
            <a:spLocks noGrp="1"/>
          </p:cNvSpPr>
          <p:nvPr>
            <p:ph type="pic" sz="quarter" idx="11" hasCustomPrompt="1"/>
          </p:nvPr>
        </p:nvSpPr>
        <p:spPr>
          <a:xfrm>
            <a:off x="2039843" y="778978"/>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27" name="Espace réservé du texte 4">
            <a:extLst>
              <a:ext uri="{FF2B5EF4-FFF2-40B4-BE49-F238E27FC236}">
                <a16:creationId xmlns:a16="http://schemas.microsoft.com/office/drawing/2014/main" id="{CE04097C-808E-6780-92DB-14BBD1F50CB0}"/>
              </a:ext>
            </a:extLst>
          </p:cNvPr>
          <p:cNvSpPr>
            <a:spLocks noGrp="1"/>
          </p:cNvSpPr>
          <p:nvPr>
            <p:ph type="body" sz="quarter" idx="13" hasCustomPrompt="1"/>
          </p:nvPr>
        </p:nvSpPr>
        <p:spPr>
          <a:xfrm>
            <a:off x="1507059" y="2311421"/>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28" name="Espace réservé du texte 4">
            <a:extLst>
              <a:ext uri="{FF2B5EF4-FFF2-40B4-BE49-F238E27FC236}">
                <a16:creationId xmlns:a16="http://schemas.microsoft.com/office/drawing/2014/main" id="{676D0FFF-F426-FAC2-B0E4-C9285F97D3A0}"/>
              </a:ext>
            </a:extLst>
          </p:cNvPr>
          <p:cNvSpPr>
            <a:spLocks noGrp="1"/>
          </p:cNvSpPr>
          <p:nvPr>
            <p:ph type="body" sz="quarter" idx="14" hasCustomPrompt="1"/>
          </p:nvPr>
        </p:nvSpPr>
        <p:spPr>
          <a:xfrm>
            <a:off x="1507059" y="2543196"/>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29" name="Ellipse 28">
            <a:extLst>
              <a:ext uri="{FF2B5EF4-FFF2-40B4-BE49-F238E27FC236}">
                <a16:creationId xmlns:a16="http://schemas.microsoft.com/office/drawing/2014/main" id="{00C1E6D3-1F66-E378-59C9-F9A4B6779615}"/>
              </a:ext>
            </a:extLst>
          </p:cNvPr>
          <p:cNvSpPr/>
          <p:nvPr userDrawn="1"/>
        </p:nvSpPr>
        <p:spPr>
          <a:xfrm>
            <a:off x="8816387" y="723900"/>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space réservé pour une image  25">
            <a:extLst>
              <a:ext uri="{FF2B5EF4-FFF2-40B4-BE49-F238E27FC236}">
                <a16:creationId xmlns:a16="http://schemas.microsoft.com/office/drawing/2014/main" id="{FF751E7E-B219-3C60-3AB7-04A0FA08005C}"/>
              </a:ext>
            </a:extLst>
          </p:cNvPr>
          <p:cNvSpPr>
            <a:spLocks noGrp="1"/>
          </p:cNvSpPr>
          <p:nvPr>
            <p:ph type="pic" sz="quarter" idx="15" hasCustomPrompt="1"/>
          </p:nvPr>
        </p:nvSpPr>
        <p:spPr>
          <a:xfrm>
            <a:off x="8871922" y="778978"/>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31" name="Espace réservé du texte 4">
            <a:extLst>
              <a:ext uri="{FF2B5EF4-FFF2-40B4-BE49-F238E27FC236}">
                <a16:creationId xmlns:a16="http://schemas.microsoft.com/office/drawing/2014/main" id="{CA5C2EB2-86E9-8448-7C2D-41CFDFB58E20}"/>
              </a:ext>
            </a:extLst>
          </p:cNvPr>
          <p:cNvSpPr>
            <a:spLocks noGrp="1"/>
          </p:cNvSpPr>
          <p:nvPr>
            <p:ph type="body" sz="quarter" idx="16" hasCustomPrompt="1"/>
          </p:nvPr>
        </p:nvSpPr>
        <p:spPr>
          <a:xfrm>
            <a:off x="8339138" y="2311421"/>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32" name="Espace réservé du texte 4">
            <a:extLst>
              <a:ext uri="{FF2B5EF4-FFF2-40B4-BE49-F238E27FC236}">
                <a16:creationId xmlns:a16="http://schemas.microsoft.com/office/drawing/2014/main" id="{7861C6B7-6703-B9AC-6F55-CC984887C4F0}"/>
              </a:ext>
            </a:extLst>
          </p:cNvPr>
          <p:cNvSpPr>
            <a:spLocks noGrp="1"/>
          </p:cNvSpPr>
          <p:nvPr>
            <p:ph type="body" sz="quarter" idx="17" hasCustomPrompt="1"/>
          </p:nvPr>
        </p:nvSpPr>
        <p:spPr>
          <a:xfrm>
            <a:off x="8339138" y="2543196"/>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7" name="Ellipse 6">
            <a:extLst>
              <a:ext uri="{FF2B5EF4-FFF2-40B4-BE49-F238E27FC236}">
                <a16:creationId xmlns:a16="http://schemas.microsoft.com/office/drawing/2014/main" id="{FF522DD6-12CA-771D-2F36-18B47D8DC9D7}"/>
              </a:ext>
            </a:extLst>
          </p:cNvPr>
          <p:cNvSpPr/>
          <p:nvPr userDrawn="1"/>
        </p:nvSpPr>
        <p:spPr>
          <a:xfrm>
            <a:off x="1984308" y="3800475"/>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space réservé pour une image  25">
            <a:extLst>
              <a:ext uri="{FF2B5EF4-FFF2-40B4-BE49-F238E27FC236}">
                <a16:creationId xmlns:a16="http://schemas.microsoft.com/office/drawing/2014/main" id="{B29450E7-C933-BEEE-41D2-8BE66F9D938D}"/>
              </a:ext>
            </a:extLst>
          </p:cNvPr>
          <p:cNvSpPr>
            <a:spLocks noGrp="1"/>
          </p:cNvSpPr>
          <p:nvPr>
            <p:ph type="pic" sz="quarter" idx="18" hasCustomPrompt="1"/>
          </p:nvPr>
        </p:nvSpPr>
        <p:spPr>
          <a:xfrm>
            <a:off x="2039843" y="3855553"/>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13" name="Espace réservé du texte 4">
            <a:extLst>
              <a:ext uri="{FF2B5EF4-FFF2-40B4-BE49-F238E27FC236}">
                <a16:creationId xmlns:a16="http://schemas.microsoft.com/office/drawing/2014/main" id="{B1988F02-5517-2A2F-0643-7651229BB6BA}"/>
              </a:ext>
            </a:extLst>
          </p:cNvPr>
          <p:cNvSpPr>
            <a:spLocks noGrp="1"/>
          </p:cNvSpPr>
          <p:nvPr>
            <p:ph type="body" sz="quarter" idx="19" hasCustomPrompt="1"/>
          </p:nvPr>
        </p:nvSpPr>
        <p:spPr>
          <a:xfrm>
            <a:off x="1507059" y="5387996"/>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14" name="Espace réservé du texte 4">
            <a:extLst>
              <a:ext uri="{FF2B5EF4-FFF2-40B4-BE49-F238E27FC236}">
                <a16:creationId xmlns:a16="http://schemas.microsoft.com/office/drawing/2014/main" id="{C344E7A0-EFBE-5C78-53BC-62319CB47F78}"/>
              </a:ext>
            </a:extLst>
          </p:cNvPr>
          <p:cNvSpPr>
            <a:spLocks noGrp="1"/>
          </p:cNvSpPr>
          <p:nvPr>
            <p:ph type="body" sz="quarter" idx="20" hasCustomPrompt="1"/>
          </p:nvPr>
        </p:nvSpPr>
        <p:spPr>
          <a:xfrm>
            <a:off x="1507059" y="5619771"/>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15" name="Ellipse 14">
            <a:extLst>
              <a:ext uri="{FF2B5EF4-FFF2-40B4-BE49-F238E27FC236}">
                <a16:creationId xmlns:a16="http://schemas.microsoft.com/office/drawing/2014/main" id="{B99B7AC1-D0EB-B725-2CB1-243F27907E7A}"/>
              </a:ext>
            </a:extLst>
          </p:cNvPr>
          <p:cNvSpPr/>
          <p:nvPr userDrawn="1"/>
        </p:nvSpPr>
        <p:spPr>
          <a:xfrm>
            <a:off x="8816387" y="3800475"/>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space réservé pour une image  25">
            <a:extLst>
              <a:ext uri="{FF2B5EF4-FFF2-40B4-BE49-F238E27FC236}">
                <a16:creationId xmlns:a16="http://schemas.microsoft.com/office/drawing/2014/main" id="{1FE7C43C-6BDC-4E1C-52C5-AB0C639FACB3}"/>
              </a:ext>
            </a:extLst>
          </p:cNvPr>
          <p:cNvSpPr>
            <a:spLocks noGrp="1"/>
          </p:cNvSpPr>
          <p:nvPr>
            <p:ph type="pic" sz="quarter" idx="21" hasCustomPrompt="1"/>
          </p:nvPr>
        </p:nvSpPr>
        <p:spPr>
          <a:xfrm>
            <a:off x="8871922" y="3855553"/>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17" name="Espace réservé du texte 4">
            <a:extLst>
              <a:ext uri="{FF2B5EF4-FFF2-40B4-BE49-F238E27FC236}">
                <a16:creationId xmlns:a16="http://schemas.microsoft.com/office/drawing/2014/main" id="{492E0895-5B9D-D8F4-6138-04608B1CF903}"/>
              </a:ext>
            </a:extLst>
          </p:cNvPr>
          <p:cNvSpPr>
            <a:spLocks noGrp="1"/>
          </p:cNvSpPr>
          <p:nvPr>
            <p:ph type="body" sz="quarter" idx="22" hasCustomPrompt="1"/>
          </p:nvPr>
        </p:nvSpPr>
        <p:spPr>
          <a:xfrm>
            <a:off x="8339138" y="5387996"/>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18" name="Espace réservé du texte 4">
            <a:extLst>
              <a:ext uri="{FF2B5EF4-FFF2-40B4-BE49-F238E27FC236}">
                <a16:creationId xmlns:a16="http://schemas.microsoft.com/office/drawing/2014/main" id="{CC04EFD5-DD4C-6D52-CB64-AC6FDABF0B09}"/>
              </a:ext>
            </a:extLst>
          </p:cNvPr>
          <p:cNvSpPr>
            <a:spLocks noGrp="1"/>
          </p:cNvSpPr>
          <p:nvPr>
            <p:ph type="body" sz="quarter" idx="23" hasCustomPrompt="1"/>
          </p:nvPr>
        </p:nvSpPr>
        <p:spPr>
          <a:xfrm>
            <a:off x="8339138" y="5619771"/>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37" name="Ellipse 36">
            <a:extLst>
              <a:ext uri="{FF2B5EF4-FFF2-40B4-BE49-F238E27FC236}">
                <a16:creationId xmlns:a16="http://schemas.microsoft.com/office/drawing/2014/main" id="{C96D0E39-D4DC-B5F1-DB18-0A0C74652808}"/>
              </a:ext>
            </a:extLst>
          </p:cNvPr>
          <p:cNvSpPr/>
          <p:nvPr userDrawn="1"/>
        </p:nvSpPr>
        <p:spPr>
          <a:xfrm>
            <a:off x="5403607" y="723900"/>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Espace réservé pour une image  25">
            <a:extLst>
              <a:ext uri="{FF2B5EF4-FFF2-40B4-BE49-F238E27FC236}">
                <a16:creationId xmlns:a16="http://schemas.microsoft.com/office/drawing/2014/main" id="{E1F82515-F602-4AAC-B84B-9D6858B51E88}"/>
              </a:ext>
            </a:extLst>
          </p:cNvPr>
          <p:cNvSpPr>
            <a:spLocks noGrp="1"/>
          </p:cNvSpPr>
          <p:nvPr>
            <p:ph type="pic" sz="quarter" idx="24" hasCustomPrompt="1"/>
          </p:nvPr>
        </p:nvSpPr>
        <p:spPr>
          <a:xfrm>
            <a:off x="5459142" y="778978"/>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39" name="Espace réservé du texte 4">
            <a:extLst>
              <a:ext uri="{FF2B5EF4-FFF2-40B4-BE49-F238E27FC236}">
                <a16:creationId xmlns:a16="http://schemas.microsoft.com/office/drawing/2014/main" id="{6D28FEDA-563B-D894-CF7D-40ED27CF7807}"/>
              </a:ext>
            </a:extLst>
          </p:cNvPr>
          <p:cNvSpPr>
            <a:spLocks noGrp="1"/>
          </p:cNvSpPr>
          <p:nvPr>
            <p:ph type="body" sz="quarter" idx="25" hasCustomPrompt="1"/>
          </p:nvPr>
        </p:nvSpPr>
        <p:spPr>
          <a:xfrm>
            <a:off x="4926358" y="2311421"/>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40" name="Espace réservé du texte 4">
            <a:extLst>
              <a:ext uri="{FF2B5EF4-FFF2-40B4-BE49-F238E27FC236}">
                <a16:creationId xmlns:a16="http://schemas.microsoft.com/office/drawing/2014/main" id="{049B9D3A-D505-5E8B-3CFD-6536BBEE74D8}"/>
              </a:ext>
            </a:extLst>
          </p:cNvPr>
          <p:cNvSpPr>
            <a:spLocks noGrp="1"/>
          </p:cNvSpPr>
          <p:nvPr>
            <p:ph type="body" sz="quarter" idx="26" hasCustomPrompt="1"/>
          </p:nvPr>
        </p:nvSpPr>
        <p:spPr>
          <a:xfrm>
            <a:off x="4926358" y="2543196"/>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41" name="Ellipse 40">
            <a:extLst>
              <a:ext uri="{FF2B5EF4-FFF2-40B4-BE49-F238E27FC236}">
                <a16:creationId xmlns:a16="http://schemas.microsoft.com/office/drawing/2014/main" id="{D987B1B1-95A8-17B5-16EC-94CBC6771107}"/>
              </a:ext>
            </a:extLst>
          </p:cNvPr>
          <p:cNvSpPr/>
          <p:nvPr userDrawn="1"/>
        </p:nvSpPr>
        <p:spPr>
          <a:xfrm>
            <a:off x="5403607" y="3800475"/>
            <a:ext cx="1390652" cy="13906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Espace réservé pour une image  25">
            <a:extLst>
              <a:ext uri="{FF2B5EF4-FFF2-40B4-BE49-F238E27FC236}">
                <a16:creationId xmlns:a16="http://schemas.microsoft.com/office/drawing/2014/main" id="{F0B9AA15-E1D7-A6B3-4A62-4D2EADAEA7FC}"/>
              </a:ext>
            </a:extLst>
          </p:cNvPr>
          <p:cNvSpPr>
            <a:spLocks noGrp="1"/>
          </p:cNvSpPr>
          <p:nvPr>
            <p:ph type="pic" sz="quarter" idx="27" hasCustomPrompt="1"/>
          </p:nvPr>
        </p:nvSpPr>
        <p:spPr>
          <a:xfrm>
            <a:off x="5459142" y="3855553"/>
            <a:ext cx="1279582" cy="1280498"/>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43" name="Espace réservé du texte 4">
            <a:extLst>
              <a:ext uri="{FF2B5EF4-FFF2-40B4-BE49-F238E27FC236}">
                <a16:creationId xmlns:a16="http://schemas.microsoft.com/office/drawing/2014/main" id="{A1ED2A44-9B11-3C7E-DF7E-94961DA86414}"/>
              </a:ext>
            </a:extLst>
          </p:cNvPr>
          <p:cNvSpPr>
            <a:spLocks noGrp="1"/>
          </p:cNvSpPr>
          <p:nvPr>
            <p:ph type="body" sz="quarter" idx="28" hasCustomPrompt="1"/>
          </p:nvPr>
        </p:nvSpPr>
        <p:spPr>
          <a:xfrm>
            <a:off x="4926358" y="5387996"/>
            <a:ext cx="2345150" cy="221599"/>
          </a:xfrm>
        </p:spPr>
        <p:txBody>
          <a:bodyPr wrap="square" tIns="0" bIns="0">
            <a:spAutoFit/>
          </a:bodyPr>
          <a:lstStyle>
            <a:lvl1pPr marL="0" indent="0" algn="ctr">
              <a:lnSpc>
                <a:spcPct val="90000"/>
              </a:lnSpc>
              <a:spcBef>
                <a:spcPts val="0"/>
              </a:spcBef>
              <a:buNone/>
              <a:defRPr sz="16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44" name="Espace réservé du texte 4">
            <a:extLst>
              <a:ext uri="{FF2B5EF4-FFF2-40B4-BE49-F238E27FC236}">
                <a16:creationId xmlns:a16="http://schemas.microsoft.com/office/drawing/2014/main" id="{EF7CD025-F7D3-0ECC-1827-79BD24BBAAE4}"/>
              </a:ext>
            </a:extLst>
          </p:cNvPr>
          <p:cNvSpPr>
            <a:spLocks noGrp="1"/>
          </p:cNvSpPr>
          <p:nvPr>
            <p:ph type="body" sz="quarter" idx="29" hasCustomPrompt="1"/>
          </p:nvPr>
        </p:nvSpPr>
        <p:spPr>
          <a:xfrm>
            <a:off x="4926358" y="5619771"/>
            <a:ext cx="2345150" cy="145424"/>
          </a:xfrm>
        </p:spPr>
        <p:txBody>
          <a:bodyPr wrap="square" tIns="0" bIns="0">
            <a:spAutoFit/>
          </a:bodyPr>
          <a:lstStyle>
            <a:lvl1pPr marL="0" indent="0" algn="ctr">
              <a:lnSpc>
                <a:spcPct val="90000"/>
              </a:lnSpc>
              <a:spcBef>
                <a:spcPts val="0"/>
              </a:spcBef>
              <a:buNone/>
              <a:defRPr sz="105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52" name="Espace réservé du texte 4">
            <a:extLst>
              <a:ext uri="{FF2B5EF4-FFF2-40B4-BE49-F238E27FC236}">
                <a16:creationId xmlns:a16="http://schemas.microsoft.com/office/drawing/2014/main" id="{D3AFF784-05A0-7D92-11A5-DE2D4F8F8620}"/>
              </a:ext>
            </a:extLst>
          </p:cNvPr>
          <p:cNvSpPr>
            <a:spLocks noGrp="1"/>
          </p:cNvSpPr>
          <p:nvPr>
            <p:ph type="body" sz="quarter" idx="30" hasCustomPrompt="1"/>
          </p:nvPr>
        </p:nvSpPr>
        <p:spPr>
          <a:xfrm>
            <a:off x="1507059" y="2802529"/>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53" name="Espace réservé du texte 4">
            <a:extLst>
              <a:ext uri="{FF2B5EF4-FFF2-40B4-BE49-F238E27FC236}">
                <a16:creationId xmlns:a16="http://schemas.microsoft.com/office/drawing/2014/main" id="{77FD5A76-8740-9AE9-41A6-2EF0F8207DEB}"/>
              </a:ext>
            </a:extLst>
          </p:cNvPr>
          <p:cNvSpPr>
            <a:spLocks noGrp="1"/>
          </p:cNvSpPr>
          <p:nvPr>
            <p:ph type="body" sz="quarter" idx="31" hasCustomPrompt="1"/>
          </p:nvPr>
        </p:nvSpPr>
        <p:spPr>
          <a:xfrm>
            <a:off x="4926358" y="2802529"/>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54" name="Espace réservé du texte 4">
            <a:extLst>
              <a:ext uri="{FF2B5EF4-FFF2-40B4-BE49-F238E27FC236}">
                <a16:creationId xmlns:a16="http://schemas.microsoft.com/office/drawing/2014/main" id="{11953C72-B5D8-3DC4-5ED8-CD1879E7D045}"/>
              </a:ext>
            </a:extLst>
          </p:cNvPr>
          <p:cNvSpPr>
            <a:spLocks noGrp="1"/>
          </p:cNvSpPr>
          <p:nvPr>
            <p:ph type="body" sz="quarter" idx="32" hasCustomPrompt="1"/>
          </p:nvPr>
        </p:nvSpPr>
        <p:spPr>
          <a:xfrm>
            <a:off x="8339138" y="2802529"/>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55" name="Espace réservé du texte 4">
            <a:extLst>
              <a:ext uri="{FF2B5EF4-FFF2-40B4-BE49-F238E27FC236}">
                <a16:creationId xmlns:a16="http://schemas.microsoft.com/office/drawing/2014/main" id="{B2A57B8C-9DA2-4EA1-82EE-D831BCADBFE5}"/>
              </a:ext>
            </a:extLst>
          </p:cNvPr>
          <p:cNvSpPr>
            <a:spLocks noGrp="1"/>
          </p:cNvSpPr>
          <p:nvPr>
            <p:ph type="body" sz="quarter" idx="33" hasCustomPrompt="1"/>
          </p:nvPr>
        </p:nvSpPr>
        <p:spPr>
          <a:xfrm>
            <a:off x="1507059" y="5881248"/>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56" name="Espace réservé du texte 4">
            <a:extLst>
              <a:ext uri="{FF2B5EF4-FFF2-40B4-BE49-F238E27FC236}">
                <a16:creationId xmlns:a16="http://schemas.microsoft.com/office/drawing/2014/main" id="{1B724638-767E-3CE3-3AE5-BBEB7CDB66B3}"/>
              </a:ext>
            </a:extLst>
          </p:cNvPr>
          <p:cNvSpPr>
            <a:spLocks noGrp="1"/>
          </p:cNvSpPr>
          <p:nvPr>
            <p:ph type="body" sz="quarter" idx="34" hasCustomPrompt="1"/>
          </p:nvPr>
        </p:nvSpPr>
        <p:spPr>
          <a:xfrm>
            <a:off x="4926358" y="5881248"/>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57" name="Espace réservé du texte 4">
            <a:extLst>
              <a:ext uri="{FF2B5EF4-FFF2-40B4-BE49-F238E27FC236}">
                <a16:creationId xmlns:a16="http://schemas.microsoft.com/office/drawing/2014/main" id="{DE159F46-792A-BE93-5586-317670AF5A83}"/>
              </a:ext>
            </a:extLst>
          </p:cNvPr>
          <p:cNvSpPr>
            <a:spLocks noGrp="1"/>
          </p:cNvSpPr>
          <p:nvPr>
            <p:ph type="body" sz="quarter" idx="35" hasCustomPrompt="1"/>
          </p:nvPr>
        </p:nvSpPr>
        <p:spPr>
          <a:xfrm>
            <a:off x="8339138" y="5881248"/>
            <a:ext cx="2345150" cy="145424"/>
          </a:xfrm>
        </p:spPr>
        <p:txBody>
          <a:bodyPr wrap="square" tIns="0" bIns="0">
            <a:spAutoFit/>
          </a:bodyPr>
          <a:lstStyle>
            <a:lvl1pPr marL="0" indent="0" algn="ctr">
              <a:lnSpc>
                <a:spcPct val="90000"/>
              </a:lnSpc>
              <a:spcBef>
                <a:spcPts val="0"/>
              </a:spcBef>
              <a:buNone/>
              <a:defRPr sz="1050" b="0">
                <a:solidFill>
                  <a:schemeClr val="accent5"/>
                </a:solidFill>
                <a:latin typeface="+mn-lt"/>
                <a:ea typeface="Source Sans Pro SemiBold" panose="020B0603030403020204" pitchFamily="34" charset="0"/>
              </a:defRPr>
            </a:lvl1pPr>
          </a:lstStyle>
          <a:p>
            <a:pPr lvl="0"/>
            <a:r>
              <a:rPr lang="fr-FR" dirty="0"/>
              <a:t>xx min</a:t>
            </a:r>
          </a:p>
        </p:txBody>
      </p:sp>
      <p:sp>
        <p:nvSpPr>
          <p:cNvPr id="58" name="Forme libre : forme 57">
            <a:extLst>
              <a:ext uri="{FF2B5EF4-FFF2-40B4-BE49-F238E27FC236}">
                <a16:creationId xmlns:a16="http://schemas.microsoft.com/office/drawing/2014/main" id="{02B026B7-A377-537C-1488-70C69DA34DFC}"/>
              </a:ext>
            </a:extLst>
          </p:cNvPr>
          <p:cNvSpPr>
            <a:spLocks/>
          </p:cNvSpPr>
          <p:nvPr userDrawn="1"/>
        </p:nvSpPr>
        <p:spPr>
          <a:xfrm rot="16200000">
            <a:off x="-691774" y="836767"/>
            <a:ext cx="2152612" cy="769063"/>
          </a:xfrm>
          <a:custGeom>
            <a:avLst/>
            <a:gdLst>
              <a:gd name="connsiteX0" fmla="*/ 2152612 w 2152612"/>
              <a:gd name="connsiteY0" fmla="*/ 769063 h 769063"/>
              <a:gd name="connsiteX1" fmla="*/ 1076306 w 2152612"/>
              <a:gd name="connsiteY1" fmla="*/ 769063 h 769063"/>
              <a:gd name="connsiteX2" fmla="*/ 0 w 2152612"/>
              <a:gd name="connsiteY2" fmla="*/ 769063 h 769063"/>
              <a:gd name="connsiteX3" fmla="*/ 443981 w 2152612"/>
              <a:gd name="connsiteY3" fmla="*/ 0 h 769063"/>
              <a:gd name="connsiteX4" fmla="*/ 1708562 w 2152612"/>
              <a:gd name="connsiteY4" fmla="*/ 0 h 769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2612" h="769063">
                <a:moveTo>
                  <a:pt x="2152612" y="769063"/>
                </a:moveTo>
                <a:lnTo>
                  <a:pt x="1076306" y="769063"/>
                </a:lnTo>
                <a:lnTo>
                  <a:pt x="0" y="769063"/>
                </a:lnTo>
                <a:lnTo>
                  <a:pt x="443981" y="0"/>
                </a:lnTo>
                <a:lnTo>
                  <a:pt x="1708562" y="0"/>
                </a:lnTo>
                <a:close/>
              </a:path>
            </a:pathLst>
          </a:custGeom>
          <a:gradFill flip="none" rotWithShape="1">
            <a:gsLst>
              <a:gs pos="34000">
                <a:srgbClr val="0312B2">
                  <a:alpha val="55000"/>
                </a:srgbClr>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Source Sans Pro"/>
            </a:endParaRPr>
          </a:p>
        </p:txBody>
      </p:sp>
    </p:spTree>
    <p:extLst>
      <p:ext uri="{BB962C8B-B14F-4D97-AF65-F5344CB8AC3E}">
        <p14:creationId xmlns:p14="http://schemas.microsoft.com/office/powerpoint/2010/main" val="1393436141"/>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6 Key Numbers">
    <p:bg>
      <p:bgPr>
        <a:solidFill>
          <a:schemeClr val="tx1"/>
        </a:solidFill>
        <a:effectLst/>
      </p:bgPr>
    </p:bg>
    <p:spTree>
      <p:nvGrpSpPr>
        <p:cNvPr id="1" name=""/>
        <p:cNvGrpSpPr/>
        <p:nvPr/>
      </p:nvGrpSpPr>
      <p:grpSpPr>
        <a:xfrm>
          <a:off x="0" y="0"/>
          <a:ext cx="0" cy="0"/>
          <a:chOff x="0" y="0"/>
          <a:chExt cx="0" cy="0"/>
        </a:xfrm>
      </p:grpSpPr>
      <p:grpSp>
        <p:nvGrpSpPr>
          <p:cNvPr id="29" name="Groupe 28">
            <a:extLst>
              <a:ext uri="{FF2B5EF4-FFF2-40B4-BE49-F238E27FC236}">
                <a16:creationId xmlns:a16="http://schemas.microsoft.com/office/drawing/2014/main" id="{9050522E-ADB7-82B7-66F7-41E0719AB03A}"/>
              </a:ext>
            </a:extLst>
          </p:cNvPr>
          <p:cNvGrpSpPr/>
          <p:nvPr userDrawn="1"/>
        </p:nvGrpSpPr>
        <p:grpSpPr>
          <a:xfrm>
            <a:off x="7489596" y="0"/>
            <a:ext cx="4702404" cy="6254917"/>
            <a:chOff x="7489596" y="0"/>
            <a:chExt cx="4702404" cy="6254917"/>
          </a:xfrm>
        </p:grpSpPr>
        <p:sp>
          <p:nvSpPr>
            <p:cNvPr id="22" name="Forme libre : forme 21">
              <a:extLst>
                <a:ext uri="{FF2B5EF4-FFF2-40B4-BE49-F238E27FC236}">
                  <a16:creationId xmlns:a16="http://schemas.microsoft.com/office/drawing/2014/main" id="{3DA8DFE6-1EDF-DF75-D0C9-8EBD0B721B63}"/>
                </a:ext>
              </a:extLst>
            </p:cNvPr>
            <p:cNvSpPr>
              <a:spLocks/>
            </p:cNvSpPr>
            <p:nvPr userDrawn="1"/>
          </p:nvSpPr>
          <p:spPr>
            <a:xfrm rot="16200000" flipH="1">
              <a:off x="10865897" y="2786504"/>
              <a:ext cx="1499630" cy="1152577"/>
            </a:xfrm>
            <a:custGeom>
              <a:avLst/>
              <a:gdLst>
                <a:gd name="connsiteX0" fmla="*/ 0 w 1499630"/>
                <a:gd name="connsiteY0" fmla="*/ 1152577 h 1152577"/>
                <a:gd name="connsiteX1" fmla="*/ 1499630 w 1499630"/>
                <a:gd name="connsiteY1" fmla="*/ 1152577 h 1152577"/>
                <a:gd name="connsiteX2" fmla="*/ 749815 w 1499630"/>
                <a:gd name="connsiteY2" fmla="*/ 0 h 1152577"/>
              </a:gdLst>
              <a:ahLst/>
              <a:cxnLst>
                <a:cxn ang="0">
                  <a:pos x="connsiteX0" y="connsiteY0"/>
                </a:cxn>
                <a:cxn ang="0">
                  <a:pos x="connsiteX1" y="connsiteY1"/>
                </a:cxn>
                <a:cxn ang="0">
                  <a:pos x="connsiteX2" y="connsiteY2"/>
                </a:cxn>
              </a:cxnLst>
              <a:rect l="l" t="t" r="r" b="b"/>
              <a:pathLst>
                <a:path w="1499630" h="1152577">
                  <a:moveTo>
                    <a:pt x="0" y="1152577"/>
                  </a:moveTo>
                  <a:lnTo>
                    <a:pt x="1499630" y="1152577"/>
                  </a:lnTo>
                  <a:lnTo>
                    <a:pt x="749815"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6" name="Graphique 2">
              <a:extLst>
                <a:ext uri="{FF2B5EF4-FFF2-40B4-BE49-F238E27FC236}">
                  <a16:creationId xmlns:a16="http://schemas.microsoft.com/office/drawing/2014/main" id="{62A3921D-B51B-0D65-3E21-988E4165EA77}"/>
                </a:ext>
              </a:extLst>
            </p:cNvPr>
            <p:cNvSpPr>
              <a:spLocks/>
            </p:cNvSpPr>
            <p:nvPr userDrawn="1"/>
          </p:nvSpPr>
          <p:spPr>
            <a:xfrm rot="16200000">
              <a:off x="10495527" y="5583632"/>
              <a:ext cx="719478" cy="623092"/>
            </a:xfrm>
            <a:custGeom>
              <a:avLst/>
              <a:gdLst>
                <a:gd name="connsiteX0" fmla="*/ 1233583 w 2467165"/>
                <a:gd name="connsiteY0" fmla="*/ 0 h 2136648"/>
                <a:gd name="connsiteX1" fmla="*/ 1850327 w 2467165"/>
                <a:gd name="connsiteY1" fmla="*/ 1068324 h 2136648"/>
                <a:gd name="connsiteX2" fmla="*/ 2467166 w 2467165"/>
                <a:gd name="connsiteY2" fmla="*/ 2136648 h 2136648"/>
                <a:gd name="connsiteX3" fmla="*/ 1233583 w 2467165"/>
                <a:gd name="connsiteY3" fmla="*/ 2136648 h 2136648"/>
                <a:gd name="connsiteX4" fmla="*/ 0 w 2467165"/>
                <a:gd name="connsiteY4" fmla="*/ 2136648 h 2136648"/>
                <a:gd name="connsiteX5" fmla="*/ 616744 w 2467165"/>
                <a:gd name="connsiteY5" fmla="*/ 1068324 h 2136648"/>
                <a:gd name="connsiteX6" fmla="*/ 1233583 w 2467165"/>
                <a:gd name="connsiteY6" fmla="*/ 0 h 213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7165" h="2136648">
                  <a:moveTo>
                    <a:pt x="1233583" y="0"/>
                  </a:moveTo>
                  <a:lnTo>
                    <a:pt x="1850327" y="1068324"/>
                  </a:lnTo>
                  <a:lnTo>
                    <a:pt x="2467166" y="2136648"/>
                  </a:lnTo>
                  <a:lnTo>
                    <a:pt x="1233583" y="2136648"/>
                  </a:lnTo>
                  <a:lnTo>
                    <a:pt x="0" y="2136648"/>
                  </a:lnTo>
                  <a:lnTo>
                    <a:pt x="616744" y="1068324"/>
                  </a:lnTo>
                  <a:lnTo>
                    <a:pt x="1233583"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cap="none" spc="0" normalizeH="0" baseline="0">
                <a:ln>
                  <a:noFill/>
                </a:ln>
                <a:solidFill>
                  <a:prstClr val="white"/>
                </a:solidFill>
                <a:effectLst/>
                <a:uLnTx/>
                <a:uFillTx/>
                <a:latin typeface="Source Sans Pro"/>
              </a:endParaRPr>
            </a:p>
          </p:txBody>
        </p:sp>
        <p:sp>
          <p:nvSpPr>
            <p:cNvPr id="28" name="Forme libre : forme 27">
              <a:extLst>
                <a:ext uri="{FF2B5EF4-FFF2-40B4-BE49-F238E27FC236}">
                  <a16:creationId xmlns:a16="http://schemas.microsoft.com/office/drawing/2014/main" id="{49B051F0-44D4-BA15-BA1C-89376729705A}"/>
                </a:ext>
              </a:extLst>
            </p:cNvPr>
            <p:cNvSpPr>
              <a:spLocks/>
            </p:cNvSpPr>
            <p:nvPr userDrawn="1"/>
          </p:nvSpPr>
          <p:spPr>
            <a:xfrm rot="16200000" flipH="1">
              <a:off x="8035703" y="-546107"/>
              <a:ext cx="2033354" cy="3125568"/>
            </a:xfrm>
            <a:custGeom>
              <a:avLst/>
              <a:gdLst>
                <a:gd name="connsiteX0" fmla="*/ 0 w 2033354"/>
                <a:gd name="connsiteY0" fmla="*/ 0 h 3125568"/>
                <a:gd name="connsiteX1" fmla="*/ 0 w 2033354"/>
                <a:gd name="connsiteY1" fmla="*/ 3125568 h 3125568"/>
                <a:gd name="connsiteX2" fmla="*/ 2033354 w 2033354"/>
                <a:gd name="connsiteY2" fmla="*/ 3125568 h 3125568"/>
              </a:gdLst>
              <a:ahLst/>
              <a:cxnLst>
                <a:cxn ang="0">
                  <a:pos x="connsiteX0" y="connsiteY0"/>
                </a:cxn>
                <a:cxn ang="0">
                  <a:pos x="connsiteX1" y="connsiteY1"/>
                </a:cxn>
                <a:cxn ang="0">
                  <a:pos x="connsiteX2" y="connsiteY2"/>
                </a:cxn>
              </a:cxnLst>
              <a:rect l="l" t="t" r="r" b="b"/>
              <a:pathLst>
                <a:path w="2033354" h="3125568">
                  <a:moveTo>
                    <a:pt x="0" y="0"/>
                  </a:moveTo>
                  <a:lnTo>
                    <a:pt x="0" y="3125568"/>
                  </a:lnTo>
                  <a:lnTo>
                    <a:pt x="2033354" y="3125568"/>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5" name="Titre 1">
            <a:extLst>
              <a:ext uri="{FF2B5EF4-FFF2-40B4-BE49-F238E27FC236}">
                <a16:creationId xmlns:a16="http://schemas.microsoft.com/office/drawing/2014/main" id="{D27C77D1-5C4D-F7CB-9542-37C70EF18E84}"/>
              </a:ext>
            </a:extLst>
          </p:cNvPr>
          <p:cNvSpPr>
            <a:spLocks noGrp="1"/>
          </p:cNvSpPr>
          <p:nvPr>
            <p:ph type="title" hasCustomPrompt="1"/>
          </p:nvPr>
        </p:nvSpPr>
        <p:spPr>
          <a:xfrm>
            <a:off x="1027113" y="1276350"/>
            <a:ext cx="10728324" cy="720197"/>
          </a:xfrm>
        </p:spPr>
        <p:txBody>
          <a:bodyPr tIns="0" bIns="0">
            <a:spAutoFit/>
          </a:bodyPr>
          <a:lstStyle>
            <a:lvl1pPr>
              <a:defRPr>
                <a:solidFill>
                  <a:schemeClr val="bg1"/>
                </a:solidFill>
              </a:defRPr>
            </a:lvl1pPr>
          </a:lstStyle>
          <a:p>
            <a:r>
              <a:rPr lang="fr-FR"/>
              <a:t>Title of the slide</a:t>
            </a:r>
            <a:br>
              <a:rPr lang="fr-FR"/>
            </a:br>
            <a:r>
              <a:rPr lang="fr-FR"/>
              <a:t>on two line if necessary</a:t>
            </a:r>
            <a:endParaRPr lang="en-US" dirty="0"/>
          </a:p>
        </p:txBody>
      </p:sp>
      <p:sp>
        <p:nvSpPr>
          <p:cNvPr id="7" name="Espace réservé du texte 5">
            <a:extLst>
              <a:ext uri="{FF2B5EF4-FFF2-40B4-BE49-F238E27FC236}">
                <a16:creationId xmlns:a16="http://schemas.microsoft.com/office/drawing/2014/main" id="{57748347-247E-FD80-0D54-8606E8E18FE5}"/>
              </a:ext>
            </a:extLst>
          </p:cNvPr>
          <p:cNvSpPr>
            <a:spLocks noGrp="1"/>
          </p:cNvSpPr>
          <p:nvPr>
            <p:ph type="body" sz="quarter" idx="13" hasCustomPrompt="1"/>
          </p:nvPr>
        </p:nvSpPr>
        <p:spPr>
          <a:xfrm>
            <a:off x="1027113" y="2005209"/>
            <a:ext cx="10728324" cy="313932"/>
          </a:xfrm>
        </p:spPr>
        <p:txBody>
          <a:bodyPr wrap="square">
            <a:spAutoFit/>
          </a:bodyPr>
          <a:lstStyle>
            <a:lvl1pPr marL="0" indent="0">
              <a:buNone/>
              <a:defRPr b="0">
                <a:solidFill>
                  <a:schemeClr val="bg1"/>
                </a:solidFill>
              </a:defRPr>
            </a:lvl1pPr>
          </a:lstStyle>
          <a:p>
            <a:pPr lvl="0"/>
            <a:r>
              <a:rPr lang="fr-FR"/>
              <a:t>Subtitle of the slide</a:t>
            </a:r>
            <a:endParaRPr lang="fr-FR" dirty="0"/>
          </a:p>
        </p:txBody>
      </p:sp>
      <p:sp>
        <p:nvSpPr>
          <p:cNvPr id="9" name="Espace réservé du texte 4">
            <a:extLst>
              <a:ext uri="{FF2B5EF4-FFF2-40B4-BE49-F238E27FC236}">
                <a16:creationId xmlns:a16="http://schemas.microsoft.com/office/drawing/2014/main" id="{F167DBB0-673A-58CB-65BF-AAEDDF79ADE0}"/>
              </a:ext>
            </a:extLst>
          </p:cNvPr>
          <p:cNvSpPr>
            <a:spLocks noGrp="1"/>
          </p:cNvSpPr>
          <p:nvPr>
            <p:ph type="body" sz="quarter" idx="14" hasCustomPrompt="1"/>
          </p:nvPr>
        </p:nvSpPr>
        <p:spPr>
          <a:xfrm>
            <a:off x="1027113" y="3440780"/>
            <a:ext cx="2345150" cy="387798"/>
          </a:xfrm>
        </p:spPr>
        <p:txBody>
          <a:bodyPr wrap="square" tIns="0" bIns="0">
            <a:spAutoFit/>
          </a:bodyPr>
          <a:lstStyle>
            <a:lvl1pPr marL="0" indent="0">
              <a:lnSpc>
                <a:spcPct val="90000"/>
              </a:lnSpc>
              <a:spcBef>
                <a:spcPts val="0"/>
              </a:spcBef>
              <a:buNone/>
              <a:defRPr sz="1400" b="0">
                <a:solidFill>
                  <a:schemeClr val="bg1"/>
                </a:solidFill>
                <a:latin typeface="+mn-lt"/>
                <a:ea typeface="Source Sans Pro SemiBold" panose="020B0603030403020204" pitchFamily="34" charset="0"/>
              </a:defRPr>
            </a:lvl1pPr>
          </a:lstStyle>
          <a:p>
            <a:pPr lvl="0"/>
            <a:r>
              <a:rPr lang="en-US" dirty="0"/>
              <a:t>Click here to add your text, </a:t>
            </a:r>
            <a:br>
              <a:rPr lang="en-US" dirty="0"/>
            </a:br>
            <a:r>
              <a:rPr lang="en-US" dirty="0"/>
              <a:t>on several lines if necessary</a:t>
            </a:r>
            <a:endParaRPr lang="fr-FR" dirty="0"/>
          </a:p>
        </p:txBody>
      </p:sp>
      <p:sp>
        <p:nvSpPr>
          <p:cNvPr id="10" name="Espace réservé du texte 4">
            <a:extLst>
              <a:ext uri="{FF2B5EF4-FFF2-40B4-BE49-F238E27FC236}">
                <a16:creationId xmlns:a16="http://schemas.microsoft.com/office/drawing/2014/main" id="{4EFD0F17-0C64-8BC0-1334-64BB708BF2EA}"/>
              </a:ext>
            </a:extLst>
          </p:cNvPr>
          <p:cNvSpPr>
            <a:spLocks noGrp="1"/>
          </p:cNvSpPr>
          <p:nvPr>
            <p:ph type="body" sz="quarter" idx="15" hasCustomPrompt="1"/>
          </p:nvPr>
        </p:nvSpPr>
        <p:spPr>
          <a:xfrm>
            <a:off x="1033648" y="2692726"/>
            <a:ext cx="785472" cy="840230"/>
          </a:xfrm>
        </p:spPr>
        <p:txBody>
          <a:bodyPr wrap="none" anchor="ctr">
            <a:spAutoFit/>
          </a:bodyPr>
          <a:lstStyle>
            <a:lvl1pPr marL="0" indent="0" algn="l">
              <a:lnSpc>
                <a:spcPct val="90000"/>
              </a:lnSpc>
              <a:spcBef>
                <a:spcPts val="0"/>
              </a:spcBef>
              <a:buNone/>
              <a:defRPr sz="5400" b="1" spc="0" baseline="0">
                <a:solidFill>
                  <a:schemeClr val="accent5"/>
                </a:solidFill>
                <a:latin typeface="+mn-lt"/>
                <a:ea typeface="Source Sans Pro SemiBold" panose="020B0603030403020204" pitchFamily="34" charset="0"/>
              </a:defRPr>
            </a:lvl1pPr>
          </a:lstStyle>
          <a:p>
            <a:pPr lvl="0"/>
            <a:r>
              <a:rPr lang="fr-FR" dirty="0"/>
              <a:t>XX</a:t>
            </a:r>
          </a:p>
        </p:txBody>
      </p:sp>
      <p:sp>
        <p:nvSpPr>
          <p:cNvPr id="11" name="Espace réservé du texte 4">
            <a:extLst>
              <a:ext uri="{FF2B5EF4-FFF2-40B4-BE49-F238E27FC236}">
                <a16:creationId xmlns:a16="http://schemas.microsoft.com/office/drawing/2014/main" id="{C4128897-32C1-E63B-1EAD-FD2662010725}"/>
              </a:ext>
            </a:extLst>
          </p:cNvPr>
          <p:cNvSpPr>
            <a:spLocks noGrp="1"/>
          </p:cNvSpPr>
          <p:nvPr>
            <p:ph type="body" sz="quarter" idx="16" hasCustomPrompt="1"/>
          </p:nvPr>
        </p:nvSpPr>
        <p:spPr>
          <a:xfrm>
            <a:off x="4557898" y="3440780"/>
            <a:ext cx="2345150" cy="387798"/>
          </a:xfrm>
        </p:spPr>
        <p:txBody>
          <a:bodyPr wrap="square" tIns="0" bIns="0">
            <a:spAutoFit/>
          </a:bodyPr>
          <a:lstStyle>
            <a:lvl1pPr marL="0" indent="0">
              <a:lnSpc>
                <a:spcPct val="90000"/>
              </a:lnSpc>
              <a:spcBef>
                <a:spcPts val="0"/>
              </a:spcBef>
              <a:buNone/>
              <a:defRPr sz="1400" b="0">
                <a:solidFill>
                  <a:schemeClr val="bg1"/>
                </a:solidFill>
                <a:latin typeface="+mn-lt"/>
                <a:ea typeface="Source Sans Pro SemiBold" panose="020B0603030403020204" pitchFamily="34" charset="0"/>
              </a:defRPr>
            </a:lvl1pPr>
          </a:lstStyle>
          <a:p>
            <a:pPr lvl="0"/>
            <a:r>
              <a:rPr lang="en-US" dirty="0"/>
              <a:t>Click here to add your text, </a:t>
            </a:r>
            <a:br>
              <a:rPr lang="en-US" dirty="0"/>
            </a:br>
            <a:r>
              <a:rPr lang="en-US" dirty="0"/>
              <a:t>on several lines if necessary</a:t>
            </a:r>
            <a:endParaRPr lang="fr-FR" dirty="0"/>
          </a:p>
        </p:txBody>
      </p:sp>
      <p:sp>
        <p:nvSpPr>
          <p:cNvPr id="12" name="Espace réservé du texte 4">
            <a:extLst>
              <a:ext uri="{FF2B5EF4-FFF2-40B4-BE49-F238E27FC236}">
                <a16:creationId xmlns:a16="http://schemas.microsoft.com/office/drawing/2014/main" id="{9E701D4A-F447-68D2-0D5A-35CE8959B540}"/>
              </a:ext>
            </a:extLst>
          </p:cNvPr>
          <p:cNvSpPr>
            <a:spLocks noGrp="1"/>
          </p:cNvSpPr>
          <p:nvPr>
            <p:ph type="body" sz="quarter" idx="17" hasCustomPrompt="1"/>
          </p:nvPr>
        </p:nvSpPr>
        <p:spPr>
          <a:xfrm>
            <a:off x="4557898" y="2692726"/>
            <a:ext cx="785472" cy="840230"/>
          </a:xfrm>
        </p:spPr>
        <p:txBody>
          <a:bodyPr wrap="none" anchor="ctr">
            <a:spAutoFit/>
          </a:bodyPr>
          <a:lstStyle>
            <a:lvl1pPr marL="0" indent="0" algn="l">
              <a:lnSpc>
                <a:spcPct val="90000"/>
              </a:lnSpc>
              <a:spcBef>
                <a:spcPts val="0"/>
              </a:spcBef>
              <a:buNone/>
              <a:defRPr sz="5400" b="1" spc="0" baseline="0">
                <a:solidFill>
                  <a:schemeClr val="accent5"/>
                </a:solidFill>
                <a:latin typeface="+mn-lt"/>
                <a:ea typeface="Source Sans Pro SemiBold" panose="020B0603030403020204" pitchFamily="34" charset="0"/>
              </a:defRPr>
            </a:lvl1pPr>
          </a:lstStyle>
          <a:p>
            <a:pPr lvl="0"/>
            <a:r>
              <a:rPr lang="fr-FR" dirty="0"/>
              <a:t>XX</a:t>
            </a:r>
          </a:p>
        </p:txBody>
      </p:sp>
      <p:sp>
        <p:nvSpPr>
          <p:cNvPr id="13" name="Espace réservé du texte 4">
            <a:extLst>
              <a:ext uri="{FF2B5EF4-FFF2-40B4-BE49-F238E27FC236}">
                <a16:creationId xmlns:a16="http://schemas.microsoft.com/office/drawing/2014/main" id="{44871A87-9BD2-837F-0412-D4BECC2F95AC}"/>
              </a:ext>
            </a:extLst>
          </p:cNvPr>
          <p:cNvSpPr>
            <a:spLocks noGrp="1"/>
          </p:cNvSpPr>
          <p:nvPr>
            <p:ph type="body" sz="quarter" idx="18" hasCustomPrompt="1"/>
          </p:nvPr>
        </p:nvSpPr>
        <p:spPr>
          <a:xfrm>
            <a:off x="8075613" y="3440780"/>
            <a:ext cx="2345150" cy="387798"/>
          </a:xfrm>
        </p:spPr>
        <p:txBody>
          <a:bodyPr wrap="square" tIns="0" bIns="0">
            <a:spAutoFit/>
          </a:bodyPr>
          <a:lstStyle>
            <a:lvl1pPr marL="0" indent="0">
              <a:lnSpc>
                <a:spcPct val="90000"/>
              </a:lnSpc>
              <a:spcBef>
                <a:spcPts val="0"/>
              </a:spcBef>
              <a:buNone/>
              <a:defRPr sz="1400" b="0">
                <a:solidFill>
                  <a:schemeClr val="bg1"/>
                </a:solidFill>
                <a:latin typeface="+mn-lt"/>
                <a:ea typeface="Source Sans Pro SemiBold" panose="020B0603030403020204" pitchFamily="34" charset="0"/>
              </a:defRPr>
            </a:lvl1pPr>
          </a:lstStyle>
          <a:p>
            <a:pPr lvl="0"/>
            <a:r>
              <a:rPr lang="en-US" dirty="0"/>
              <a:t>Click here to add your text, </a:t>
            </a:r>
            <a:br>
              <a:rPr lang="en-US" dirty="0"/>
            </a:br>
            <a:r>
              <a:rPr lang="en-US" dirty="0"/>
              <a:t>on several lines if necessary</a:t>
            </a:r>
            <a:endParaRPr lang="fr-FR" dirty="0"/>
          </a:p>
        </p:txBody>
      </p:sp>
      <p:sp>
        <p:nvSpPr>
          <p:cNvPr id="14" name="Espace réservé du texte 4">
            <a:extLst>
              <a:ext uri="{FF2B5EF4-FFF2-40B4-BE49-F238E27FC236}">
                <a16:creationId xmlns:a16="http://schemas.microsoft.com/office/drawing/2014/main" id="{E433ACD7-7699-775F-BAAA-48389AC75A26}"/>
              </a:ext>
            </a:extLst>
          </p:cNvPr>
          <p:cNvSpPr>
            <a:spLocks noGrp="1"/>
          </p:cNvSpPr>
          <p:nvPr>
            <p:ph type="body" sz="quarter" idx="19" hasCustomPrompt="1"/>
          </p:nvPr>
        </p:nvSpPr>
        <p:spPr>
          <a:xfrm>
            <a:off x="8082148" y="2692726"/>
            <a:ext cx="785472" cy="840230"/>
          </a:xfrm>
        </p:spPr>
        <p:txBody>
          <a:bodyPr wrap="none" anchor="ctr">
            <a:spAutoFit/>
          </a:bodyPr>
          <a:lstStyle>
            <a:lvl1pPr marL="0" indent="0" algn="l">
              <a:lnSpc>
                <a:spcPct val="90000"/>
              </a:lnSpc>
              <a:spcBef>
                <a:spcPts val="0"/>
              </a:spcBef>
              <a:buNone/>
              <a:defRPr sz="5400" b="1" spc="0" baseline="0">
                <a:solidFill>
                  <a:schemeClr val="accent5"/>
                </a:solidFill>
                <a:latin typeface="+mn-lt"/>
                <a:ea typeface="Source Sans Pro SemiBold" panose="020B0603030403020204" pitchFamily="34" charset="0"/>
              </a:defRPr>
            </a:lvl1pPr>
          </a:lstStyle>
          <a:p>
            <a:pPr lvl="0"/>
            <a:r>
              <a:rPr lang="fr-FR" dirty="0"/>
              <a:t>XX</a:t>
            </a:r>
          </a:p>
        </p:txBody>
      </p:sp>
      <p:sp>
        <p:nvSpPr>
          <p:cNvPr id="16" name="Espace réservé du texte 4">
            <a:extLst>
              <a:ext uri="{FF2B5EF4-FFF2-40B4-BE49-F238E27FC236}">
                <a16:creationId xmlns:a16="http://schemas.microsoft.com/office/drawing/2014/main" id="{9683382D-20D5-EE87-8653-C454BA7154F3}"/>
              </a:ext>
            </a:extLst>
          </p:cNvPr>
          <p:cNvSpPr>
            <a:spLocks noGrp="1"/>
          </p:cNvSpPr>
          <p:nvPr>
            <p:ph type="body" sz="quarter" idx="20" hasCustomPrompt="1"/>
          </p:nvPr>
        </p:nvSpPr>
        <p:spPr>
          <a:xfrm>
            <a:off x="1027113" y="5078473"/>
            <a:ext cx="2345150" cy="387798"/>
          </a:xfrm>
        </p:spPr>
        <p:txBody>
          <a:bodyPr wrap="square" tIns="0" bIns="0">
            <a:spAutoFit/>
          </a:bodyPr>
          <a:lstStyle>
            <a:lvl1pPr marL="0" indent="0">
              <a:lnSpc>
                <a:spcPct val="90000"/>
              </a:lnSpc>
              <a:spcBef>
                <a:spcPts val="0"/>
              </a:spcBef>
              <a:buNone/>
              <a:defRPr sz="1400" b="0">
                <a:solidFill>
                  <a:schemeClr val="bg1"/>
                </a:solidFill>
                <a:latin typeface="+mn-lt"/>
                <a:ea typeface="Source Sans Pro SemiBold" panose="020B0603030403020204" pitchFamily="34" charset="0"/>
              </a:defRPr>
            </a:lvl1pPr>
          </a:lstStyle>
          <a:p>
            <a:pPr lvl="0"/>
            <a:r>
              <a:rPr lang="en-US" dirty="0"/>
              <a:t>Click here to add your text, </a:t>
            </a:r>
            <a:br>
              <a:rPr lang="en-US" dirty="0"/>
            </a:br>
            <a:r>
              <a:rPr lang="en-US" dirty="0"/>
              <a:t>on several lines if necessary</a:t>
            </a:r>
            <a:endParaRPr lang="fr-FR" dirty="0"/>
          </a:p>
        </p:txBody>
      </p:sp>
      <p:sp>
        <p:nvSpPr>
          <p:cNvPr id="17" name="Espace réservé du texte 4">
            <a:extLst>
              <a:ext uri="{FF2B5EF4-FFF2-40B4-BE49-F238E27FC236}">
                <a16:creationId xmlns:a16="http://schemas.microsoft.com/office/drawing/2014/main" id="{E4F3705C-9737-294F-838F-CCEEA7A0324F}"/>
              </a:ext>
            </a:extLst>
          </p:cNvPr>
          <p:cNvSpPr>
            <a:spLocks noGrp="1"/>
          </p:cNvSpPr>
          <p:nvPr>
            <p:ph type="body" sz="quarter" idx="21" hasCustomPrompt="1"/>
          </p:nvPr>
        </p:nvSpPr>
        <p:spPr>
          <a:xfrm>
            <a:off x="1033648" y="4330419"/>
            <a:ext cx="785472" cy="840230"/>
          </a:xfrm>
        </p:spPr>
        <p:txBody>
          <a:bodyPr wrap="none" anchor="ctr">
            <a:spAutoFit/>
          </a:bodyPr>
          <a:lstStyle>
            <a:lvl1pPr marL="0" indent="0" algn="l">
              <a:lnSpc>
                <a:spcPct val="90000"/>
              </a:lnSpc>
              <a:spcBef>
                <a:spcPts val="0"/>
              </a:spcBef>
              <a:buNone/>
              <a:defRPr sz="5400" b="1" spc="0" baseline="0">
                <a:solidFill>
                  <a:schemeClr val="accent5"/>
                </a:solidFill>
                <a:latin typeface="+mn-lt"/>
                <a:ea typeface="Source Sans Pro SemiBold" panose="020B0603030403020204" pitchFamily="34" charset="0"/>
              </a:defRPr>
            </a:lvl1pPr>
          </a:lstStyle>
          <a:p>
            <a:pPr lvl="0"/>
            <a:r>
              <a:rPr lang="fr-FR" dirty="0"/>
              <a:t>XX</a:t>
            </a:r>
          </a:p>
        </p:txBody>
      </p:sp>
      <p:sp>
        <p:nvSpPr>
          <p:cNvPr id="18" name="Espace réservé du texte 4">
            <a:extLst>
              <a:ext uri="{FF2B5EF4-FFF2-40B4-BE49-F238E27FC236}">
                <a16:creationId xmlns:a16="http://schemas.microsoft.com/office/drawing/2014/main" id="{09B7B951-4F72-CF7F-44C5-778A1DFCA51F}"/>
              </a:ext>
            </a:extLst>
          </p:cNvPr>
          <p:cNvSpPr>
            <a:spLocks noGrp="1"/>
          </p:cNvSpPr>
          <p:nvPr>
            <p:ph type="body" sz="quarter" idx="22" hasCustomPrompt="1"/>
          </p:nvPr>
        </p:nvSpPr>
        <p:spPr>
          <a:xfrm>
            <a:off x="4557898" y="5078473"/>
            <a:ext cx="2345150" cy="387798"/>
          </a:xfrm>
        </p:spPr>
        <p:txBody>
          <a:bodyPr wrap="square" tIns="0" bIns="0">
            <a:spAutoFit/>
          </a:bodyPr>
          <a:lstStyle>
            <a:lvl1pPr marL="0" indent="0">
              <a:lnSpc>
                <a:spcPct val="90000"/>
              </a:lnSpc>
              <a:spcBef>
                <a:spcPts val="0"/>
              </a:spcBef>
              <a:buNone/>
              <a:defRPr sz="1400" b="0">
                <a:solidFill>
                  <a:schemeClr val="bg1"/>
                </a:solidFill>
                <a:latin typeface="+mn-lt"/>
                <a:ea typeface="Source Sans Pro SemiBold" panose="020B0603030403020204" pitchFamily="34" charset="0"/>
              </a:defRPr>
            </a:lvl1pPr>
          </a:lstStyle>
          <a:p>
            <a:pPr lvl="0"/>
            <a:r>
              <a:rPr lang="en-US" dirty="0"/>
              <a:t>Click here to add your text, </a:t>
            </a:r>
            <a:br>
              <a:rPr lang="en-US" dirty="0"/>
            </a:br>
            <a:r>
              <a:rPr lang="en-US" dirty="0"/>
              <a:t>on several lines if necessary</a:t>
            </a:r>
            <a:endParaRPr lang="fr-FR" dirty="0"/>
          </a:p>
        </p:txBody>
      </p:sp>
      <p:sp>
        <p:nvSpPr>
          <p:cNvPr id="19" name="Espace réservé du texte 4">
            <a:extLst>
              <a:ext uri="{FF2B5EF4-FFF2-40B4-BE49-F238E27FC236}">
                <a16:creationId xmlns:a16="http://schemas.microsoft.com/office/drawing/2014/main" id="{578B119F-A716-77FD-D4D0-BCE1C6CBCED5}"/>
              </a:ext>
            </a:extLst>
          </p:cNvPr>
          <p:cNvSpPr>
            <a:spLocks noGrp="1"/>
          </p:cNvSpPr>
          <p:nvPr>
            <p:ph type="body" sz="quarter" idx="23" hasCustomPrompt="1"/>
          </p:nvPr>
        </p:nvSpPr>
        <p:spPr>
          <a:xfrm>
            <a:off x="4557898" y="4330419"/>
            <a:ext cx="785472" cy="840230"/>
          </a:xfrm>
        </p:spPr>
        <p:txBody>
          <a:bodyPr wrap="none" anchor="ctr">
            <a:spAutoFit/>
          </a:bodyPr>
          <a:lstStyle>
            <a:lvl1pPr marL="0" indent="0" algn="l">
              <a:lnSpc>
                <a:spcPct val="90000"/>
              </a:lnSpc>
              <a:spcBef>
                <a:spcPts val="0"/>
              </a:spcBef>
              <a:buNone/>
              <a:defRPr sz="5400" b="1" spc="0" baseline="0">
                <a:solidFill>
                  <a:schemeClr val="accent5"/>
                </a:solidFill>
                <a:latin typeface="+mn-lt"/>
                <a:ea typeface="Source Sans Pro SemiBold" panose="020B0603030403020204" pitchFamily="34" charset="0"/>
              </a:defRPr>
            </a:lvl1pPr>
          </a:lstStyle>
          <a:p>
            <a:pPr lvl="0"/>
            <a:r>
              <a:rPr lang="fr-FR" dirty="0"/>
              <a:t>XX</a:t>
            </a:r>
          </a:p>
        </p:txBody>
      </p:sp>
      <p:sp>
        <p:nvSpPr>
          <p:cNvPr id="20" name="Espace réservé du texte 4">
            <a:extLst>
              <a:ext uri="{FF2B5EF4-FFF2-40B4-BE49-F238E27FC236}">
                <a16:creationId xmlns:a16="http://schemas.microsoft.com/office/drawing/2014/main" id="{8B1D0719-6033-AF9E-6136-8969A14FCB80}"/>
              </a:ext>
            </a:extLst>
          </p:cNvPr>
          <p:cNvSpPr>
            <a:spLocks noGrp="1"/>
          </p:cNvSpPr>
          <p:nvPr>
            <p:ph type="body" sz="quarter" idx="24" hasCustomPrompt="1"/>
          </p:nvPr>
        </p:nvSpPr>
        <p:spPr>
          <a:xfrm>
            <a:off x="8075613" y="5078473"/>
            <a:ext cx="2345150" cy="387798"/>
          </a:xfrm>
        </p:spPr>
        <p:txBody>
          <a:bodyPr wrap="square" tIns="0" bIns="0">
            <a:spAutoFit/>
          </a:bodyPr>
          <a:lstStyle>
            <a:lvl1pPr marL="0" indent="0">
              <a:lnSpc>
                <a:spcPct val="90000"/>
              </a:lnSpc>
              <a:spcBef>
                <a:spcPts val="0"/>
              </a:spcBef>
              <a:buNone/>
              <a:defRPr sz="1400" b="0">
                <a:solidFill>
                  <a:schemeClr val="bg1"/>
                </a:solidFill>
                <a:latin typeface="+mn-lt"/>
                <a:ea typeface="Source Sans Pro SemiBold" panose="020B0603030403020204" pitchFamily="34" charset="0"/>
              </a:defRPr>
            </a:lvl1pPr>
          </a:lstStyle>
          <a:p>
            <a:pPr lvl="0"/>
            <a:r>
              <a:rPr lang="en-US" dirty="0"/>
              <a:t>Click here to add your text, </a:t>
            </a:r>
            <a:br>
              <a:rPr lang="en-US" dirty="0"/>
            </a:br>
            <a:r>
              <a:rPr lang="en-US" dirty="0"/>
              <a:t>on several lines if necessary</a:t>
            </a:r>
            <a:endParaRPr lang="fr-FR" dirty="0"/>
          </a:p>
        </p:txBody>
      </p:sp>
      <p:sp>
        <p:nvSpPr>
          <p:cNvPr id="21" name="Espace réservé du texte 4">
            <a:extLst>
              <a:ext uri="{FF2B5EF4-FFF2-40B4-BE49-F238E27FC236}">
                <a16:creationId xmlns:a16="http://schemas.microsoft.com/office/drawing/2014/main" id="{3B8B4F1C-8303-92E3-56CA-D6DACFA23886}"/>
              </a:ext>
            </a:extLst>
          </p:cNvPr>
          <p:cNvSpPr>
            <a:spLocks noGrp="1"/>
          </p:cNvSpPr>
          <p:nvPr>
            <p:ph type="body" sz="quarter" idx="25" hasCustomPrompt="1"/>
          </p:nvPr>
        </p:nvSpPr>
        <p:spPr>
          <a:xfrm>
            <a:off x="8082148" y="4330419"/>
            <a:ext cx="785472" cy="840230"/>
          </a:xfrm>
        </p:spPr>
        <p:txBody>
          <a:bodyPr wrap="none" anchor="ctr">
            <a:spAutoFit/>
          </a:bodyPr>
          <a:lstStyle>
            <a:lvl1pPr marL="0" indent="0" algn="l">
              <a:lnSpc>
                <a:spcPct val="90000"/>
              </a:lnSpc>
              <a:spcBef>
                <a:spcPts val="0"/>
              </a:spcBef>
              <a:buNone/>
              <a:defRPr sz="5400" b="1" spc="0" baseline="0">
                <a:solidFill>
                  <a:schemeClr val="accent5"/>
                </a:solidFill>
                <a:latin typeface="+mn-lt"/>
                <a:ea typeface="Source Sans Pro SemiBold" panose="020B0603030403020204" pitchFamily="34" charset="0"/>
              </a:defRPr>
            </a:lvl1pPr>
          </a:lstStyle>
          <a:p>
            <a:pPr lvl="0"/>
            <a:r>
              <a:rPr lang="fr-FR" dirty="0"/>
              <a:t>XX</a:t>
            </a:r>
          </a:p>
        </p:txBody>
      </p:sp>
    </p:spTree>
    <p:extLst>
      <p:ext uri="{BB962C8B-B14F-4D97-AF65-F5344CB8AC3E}">
        <p14:creationId xmlns:p14="http://schemas.microsoft.com/office/powerpoint/2010/main" val="13230810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x1 contact">
    <p:bg>
      <p:bgPr>
        <a:solidFill>
          <a:schemeClr val="tx1"/>
        </a:solidFill>
        <a:effectLst/>
      </p:bgPr>
    </p:bg>
    <p:spTree>
      <p:nvGrpSpPr>
        <p:cNvPr id="1" name=""/>
        <p:cNvGrpSpPr/>
        <p:nvPr/>
      </p:nvGrpSpPr>
      <p:grpSpPr>
        <a:xfrm>
          <a:off x="0" y="0"/>
          <a:ext cx="0" cy="0"/>
          <a:chOff x="0" y="0"/>
          <a:chExt cx="0" cy="0"/>
        </a:xfrm>
      </p:grpSpPr>
      <p:grpSp>
        <p:nvGrpSpPr>
          <p:cNvPr id="36" name="Groupe 35">
            <a:extLst>
              <a:ext uri="{FF2B5EF4-FFF2-40B4-BE49-F238E27FC236}">
                <a16:creationId xmlns:a16="http://schemas.microsoft.com/office/drawing/2014/main" id="{96C7FBF9-E5BF-A9B6-AC29-D1CDC8AE0345}"/>
              </a:ext>
            </a:extLst>
          </p:cNvPr>
          <p:cNvGrpSpPr/>
          <p:nvPr userDrawn="1"/>
        </p:nvGrpSpPr>
        <p:grpSpPr>
          <a:xfrm>
            <a:off x="9894472" y="253835"/>
            <a:ext cx="1998542" cy="6604165"/>
            <a:chOff x="9890391" y="1"/>
            <a:chExt cx="1998542" cy="6604165"/>
          </a:xfrm>
        </p:grpSpPr>
        <p:sp>
          <p:nvSpPr>
            <p:cNvPr id="35" name="Forme libre : forme 34">
              <a:extLst>
                <a:ext uri="{FF2B5EF4-FFF2-40B4-BE49-F238E27FC236}">
                  <a16:creationId xmlns:a16="http://schemas.microsoft.com/office/drawing/2014/main" id="{CBB933F6-A3AE-A6C5-66EE-D72238A9D121}"/>
                </a:ext>
              </a:extLst>
            </p:cNvPr>
            <p:cNvSpPr/>
            <p:nvPr userDrawn="1"/>
          </p:nvSpPr>
          <p:spPr>
            <a:xfrm rot="16200000" flipH="1">
              <a:off x="9703800" y="186592"/>
              <a:ext cx="2371724" cy="1998542"/>
            </a:xfrm>
            <a:custGeom>
              <a:avLst/>
              <a:gdLst>
                <a:gd name="connsiteX0" fmla="*/ 0 w 2371724"/>
                <a:gd name="connsiteY0" fmla="*/ 1647150 h 1998542"/>
                <a:gd name="connsiteX1" fmla="*/ 0 w 2371724"/>
                <a:gd name="connsiteY1" fmla="*/ 1998542 h 1998542"/>
                <a:gd name="connsiteX2" fmla="*/ 2371724 w 2371724"/>
                <a:gd name="connsiteY2" fmla="*/ 1998542 h 1998542"/>
                <a:gd name="connsiteX3" fmla="*/ 1071562 w 2371724"/>
                <a:gd name="connsiteY3" fmla="*/ 0 h 1998542"/>
              </a:gdLst>
              <a:ahLst/>
              <a:cxnLst>
                <a:cxn ang="0">
                  <a:pos x="connsiteX0" y="connsiteY0"/>
                </a:cxn>
                <a:cxn ang="0">
                  <a:pos x="connsiteX1" y="connsiteY1"/>
                </a:cxn>
                <a:cxn ang="0">
                  <a:pos x="connsiteX2" y="connsiteY2"/>
                </a:cxn>
                <a:cxn ang="0">
                  <a:pos x="connsiteX3" y="connsiteY3"/>
                </a:cxn>
              </a:cxnLst>
              <a:rect l="l" t="t" r="r" b="b"/>
              <a:pathLst>
                <a:path w="2371724" h="1998542">
                  <a:moveTo>
                    <a:pt x="0" y="1647150"/>
                  </a:moveTo>
                  <a:lnTo>
                    <a:pt x="0" y="1998542"/>
                  </a:lnTo>
                  <a:lnTo>
                    <a:pt x="2371724" y="1998542"/>
                  </a:lnTo>
                  <a:lnTo>
                    <a:pt x="1071562"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1" name="Freeform 26">
              <a:extLst>
                <a:ext uri="{FF2B5EF4-FFF2-40B4-BE49-F238E27FC236}">
                  <a16:creationId xmlns:a16="http://schemas.microsoft.com/office/drawing/2014/main" id="{1BBAE00B-9854-A322-10EF-03D0F52942C4}"/>
                </a:ext>
              </a:extLst>
            </p:cNvPr>
            <p:cNvSpPr>
              <a:spLocks/>
            </p:cNvSpPr>
            <p:nvPr userDrawn="1"/>
          </p:nvSpPr>
          <p:spPr>
            <a:xfrm rot="16200000" flipH="1">
              <a:off x="10364704" y="5763898"/>
              <a:ext cx="950220" cy="730315"/>
            </a:xfrm>
            <a:custGeom>
              <a:avLst/>
              <a:gdLst>
                <a:gd name="connsiteX0" fmla="*/ 0 w 1499630"/>
                <a:gd name="connsiteY0" fmla="*/ 1152577 h 1152577"/>
                <a:gd name="connsiteX1" fmla="*/ 1499630 w 1499630"/>
                <a:gd name="connsiteY1" fmla="*/ 1152577 h 1152577"/>
                <a:gd name="connsiteX2" fmla="*/ 749815 w 1499630"/>
                <a:gd name="connsiteY2" fmla="*/ 0 h 1152577"/>
              </a:gdLst>
              <a:ahLst/>
              <a:cxnLst>
                <a:cxn ang="0">
                  <a:pos x="connsiteX0" y="connsiteY0"/>
                </a:cxn>
                <a:cxn ang="0">
                  <a:pos x="connsiteX1" y="connsiteY1"/>
                </a:cxn>
                <a:cxn ang="0">
                  <a:pos x="connsiteX2" y="connsiteY2"/>
                </a:cxn>
              </a:cxnLst>
              <a:rect l="l" t="t" r="r" b="b"/>
              <a:pathLst>
                <a:path w="1499630" h="1152577">
                  <a:moveTo>
                    <a:pt x="0" y="1152577"/>
                  </a:moveTo>
                  <a:lnTo>
                    <a:pt x="1499630" y="1152577"/>
                  </a:lnTo>
                  <a:lnTo>
                    <a:pt x="749815"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userDrawn="1">
            <p:ph type="ftr" sz="quarter" idx="10"/>
          </p:nvPr>
        </p:nvSpPr>
        <p:spPr>
          <a:xfrm>
            <a:off x="1511300" y="6385984"/>
            <a:ext cx="2879219"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userDrawn="1">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grpSp>
        <p:nvGrpSpPr>
          <p:cNvPr id="5" name="Groupe 4">
            <a:extLst>
              <a:ext uri="{FF2B5EF4-FFF2-40B4-BE49-F238E27FC236}">
                <a16:creationId xmlns:a16="http://schemas.microsoft.com/office/drawing/2014/main" id="{54BE906C-D28B-8316-35CB-7A7F2F6E231C}"/>
              </a:ext>
            </a:extLst>
          </p:cNvPr>
          <p:cNvGrpSpPr/>
          <p:nvPr userDrawn="1"/>
        </p:nvGrpSpPr>
        <p:grpSpPr>
          <a:xfrm>
            <a:off x="4597400" y="6448996"/>
            <a:ext cx="2997200" cy="168374"/>
            <a:chOff x="4597400" y="6448996"/>
            <a:chExt cx="2997200" cy="168374"/>
          </a:xfrm>
        </p:grpSpPr>
        <p:sp>
          <p:nvSpPr>
            <p:cNvPr id="38" name="Graphique 38">
              <a:hlinkClick r:id="rId2"/>
              <a:extLst>
                <a:ext uri="{FF2B5EF4-FFF2-40B4-BE49-F238E27FC236}">
                  <a16:creationId xmlns:a16="http://schemas.microsoft.com/office/drawing/2014/main" id="{14C3CFAA-2E92-7D5F-36E4-833E3DA9367A}"/>
                </a:ext>
              </a:extLst>
            </p:cNvPr>
            <p:cNvSpPr>
              <a:spLocks noChangeAspect="1"/>
            </p:cNvSpPr>
            <p:nvPr/>
          </p:nvSpPr>
          <p:spPr>
            <a:xfrm>
              <a:off x="5729283" y="6448996"/>
              <a:ext cx="236686" cy="168374"/>
            </a:xfrm>
            <a:custGeom>
              <a:avLst/>
              <a:gdLst>
                <a:gd name="connsiteX0" fmla="*/ 290513 w 292417"/>
                <a:gd name="connsiteY0" fmla="*/ 70859 h 208018"/>
                <a:gd name="connsiteX1" fmla="*/ 284798 w 292417"/>
                <a:gd name="connsiteY1" fmla="*/ 34664 h 208018"/>
                <a:gd name="connsiteX2" fmla="*/ 256223 w 292417"/>
                <a:gd name="connsiteY2" fmla="*/ 6089 h 208018"/>
                <a:gd name="connsiteX3" fmla="*/ 233363 w 292417"/>
                <a:gd name="connsiteY3" fmla="*/ 3231 h 208018"/>
                <a:gd name="connsiteX4" fmla="*/ 171450 w 292417"/>
                <a:gd name="connsiteY4" fmla="*/ 374 h 208018"/>
                <a:gd name="connsiteX5" fmla="*/ 72390 w 292417"/>
                <a:gd name="connsiteY5" fmla="*/ 2279 h 208018"/>
                <a:gd name="connsiteX6" fmla="*/ 39053 w 292417"/>
                <a:gd name="connsiteY6" fmla="*/ 5136 h 208018"/>
                <a:gd name="connsiteX7" fmla="*/ 5715 w 292417"/>
                <a:gd name="connsiteY7" fmla="*/ 36569 h 208018"/>
                <a:gd name="connsiteX8" fmla="*/ 2858 w 292417"/>
                <a:gd name="connsiteY8" fmla="*/ 56571 h 208018"/>
                <a:gd name="connsiteX9" fmla="*/ 0 w 292417"/>
                <a:gd name="connsiteY9" fmla="*/ 122294 h 208018"/>
                <a:gd name="connsiteX10" fmla="*/ 5715 w 292417"/>
                <a:gd name="connsiteY10" fmla="*/ 168966 h 208018"/>
                <a:gd name="connsiteX11" fmla="*/ 39053 w 292417"/>
                <a:gd name="connsiteY11" fmla="*/ 201351 h 208018"/>
                <a:gd name="connsiteX12" fmla="*/ 71438 w 292417"/>
                <a:gd name="connsiteY12" fmla="*/ 205161 h 208018"/>
                <a:gd name="connsiteX13" fmla="*/ 124778 w 292417"/>
                <a:gd name="connsiteY13" fmla="*/ 207066 h 208018"/>
                <a:gd name="connsiteX14" fmla="*/ 145733 w 292417"/>
                <a:gd name="connsiteY14" fmla="*/ 208019 h 208018"/>
                <a:gd name="connsiteX15" fmla="*/ 145733 w 292417"/>
                <a:gd name="connsiteY15" fmla="*/ 208019 h 208018"/>
                <a:gd name="connsiteX16" fmla="*/ 233363 w 292417"/>
                <a:gd name="connsiteY16" fmla="*/ 205161 h 208018"/>
                <a:gd name="connsiteX17" fmla="*/ 258128 w 292417"/>
                <a:gd name="connsiteY17" fmla="*/ 201351 h 208018"/>
                <a:gd name="connsiteX18" fmla="*/ 286703 w 292417"/>
                <a:gd name="connsiteY18" fmla="*/ 170871 h 208018"/>
                <a:gd name="connsiteX19" fmla="*/ 292418 w 292417"/>
                <a:gd name="connsiteY19" fmla="*/ 112769 h 208018"/>
                <a:gd name="connsiteX20" fmla="*/ 290513 w 292417"/>
                <a:gd name="connsiteY20" fmla="*/ 70859 h 208018"/>
                <a:gd name="connsiteX21" fmla="*/ 193358 w 292417"/>
                <a:gd name="connsiteY21" fmla="*/ 107054 h 208018"/>
                <a:gd name="connsiteX22" fmla="*/ 120015 w 292417"/>
                <a:gd name="connsiteY22" fmla="*/ 149916 h 208018"/>
                <a:gd name="connsiteX23" fmla="*/ 118110 w 292417"/>
                <a:gd name="connsiteY23" fmla="*/ 150869 h 208018"/>
                <a:gd name="connsiteX24" fmla="*/ 116205 w 292417"/>
                <a:gd name="connsiteY24" fmla="*/ 149916 h 208018"/>
                <a:gd name="connsiteX25" fmla="*/ 114300 w 292417"/>
                <a:gd name="connsiteY25" fmla="*/ 146106 h 208018"/>
                <a:gd name="connsiteX26" fmla="*/ 114300 w 292417"/>
                <a:gd name="connsiteY26" fmla="*/ 61334 h 208018"/>
                <a:gd name="connsiteX27" fmla="*/ 116205 w 292417"/>
                <a:gd name="connsiteY27" fmla="*/ 57524 h 208018"/>
                <a:gd name="connsiteX28" fmla="*/ 120968 w 292417"/>
                <a:gd name="connsiteY28" fmla="*/ 57524 h 208018"/>
                <a:gd name="connsiteX29" fmla="*/ 194310 w 292417"/>
                <a:gd name="connsiteY29" fmla="*/ 99434 h 208018"/>
                <a:gd name="connsiteX30" fmla="*/ 196215 w 292417"/>
                <a:gd name="connsiteY30" fmla="*/ 103244 h 208018"/>
                <a:gd name="connsiteX31" fmla="*/ 193358 w 292417"/>
                <a:gd name="connsiteY31" fmla="*/ 107054 h 208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92417" h="208018">
                  <a:moveTo>
                    <a:pt x="290513" y="70859"/>
                  </a:moveTo>
                  <a:cubicBezTo>
                    <a:pt x="290513" y="58476"/>
                    <a:pt x="288608" y="46094"/>
                    <a:pt x="284798" y="34664"/>
                  </a:cubicBezTo>
                  <a:cubicBezTo>
                    <a:pt x="281940" y="20376"/>
                    <a:pt x="270510" y="8946"/>
                    <a:pt x="256223" y="6089"/>
                  </a:cubicBezTo>
                  <a:cubicBezTo>
                    <a:pt x="248603" y="4184"/>
                    <a:pt x="240983" y="3231"/>
                    <a:pt x="233363" y="3231"/>
                  </a:cubicBezTo>
                  <a:cubicBezTo>
                    <a:pt x="216218" y="2279"/>
                    <a:pt x="194310" y="1326"/>
                    <a:pt x="171450" y="374"/>
                  </a:cubicBezTo>
                  <a:cubicBezTo>
                    <a:pt x="139065" y="-579"/>
                    <a:pt x="105728" y="374"/>
                    <a:pt x="72390" y="2279"/>
                  </a:cubicBezTo>
                  <a:cubicBezTo>
                    <a:pt x="60960" y="2279"/>
                    <a:pt x="49530" y="3231"/>
                    <a:pt x="39053" y="5136"/>
                  </a:cubicBezTo>
                  <a:cubicBezTo>
                    <a:pt x="21908" y="7041"/>
                    <a:pt x="8573" y="20376"/>
                    <a:pt x="5715" y="36569"/>
                  </a:cubicBezTo>
                  <a:cubicBezTo>
                    <a:pt x="4763" y="43236"/>
                    <a:pt x="3810" y="49904"/>
                    <a:pt x="2858" y="56571"/>
                  </a:cubicBezTo>
                  <a:cubicBezTo>
                    <a:pt x="0" y="78479"/>
                    <a:pt x="0" y="100386"/>
                    <a:pt x="0" y="122294"/>
                  </a:cubicBezTo>
                  <a:cubicBezTo>
                    <a:pt x="0" y="138486"/>
                    <a:pt x="1905" y="153726"/>
                    <a:pt x="5715" y="168966"/>
                  </a:cubicBezTo>
                  <a:cubicBezTo>
                    <a:pt x="8573" y="186111"/>
                    <a:pt x="21908" y="198494"/>
                    <a:pt x="39053" y="201351"/>
                  </a:cubicBezTo>
                  <a:cubicBezTo>
                    <a:pt x="49530" y="203256"/>
                    <a:pt x="60008" y="204209"/>
                    <a:pt x="71438" y="205161"/>
                  </a:cubicBezTo>
                  <a:cubicBezTo>
                    <a:pt x="89535" y="206114"/>
                    <a:pt x="106680" y="206114"/>
                    <a:pt x="124778" y="207066"/>
                  </a:cubicBezTo>
                  <a:lnTo>
                    <a:pt x="145733" y="208019"/>
                  </a:lnTo>
                  <a:lnTo>
                    <a:pt x="145733" y="208019"/>
                  </a:lnTo>
                  <a:cubicBezTo>
                    <a:pt x="173355" y="208019"/>
                    <a:pt x="202883" y="207066"/>
                    <a:pt x="233363" y="205161"/>
                  </a:cubicBezTo>
                  <a:cubicBezTo>
                    <a:pt x="241935" y="205161"/>
                    <a:pt x="249555" y="203256"/>
                    <a:pt x="258128" y="201351"/>
                  </a:cubicBezTo>
                  <a:cubicBezTo>
                    <a:pt x="273368" y="197541"/>
                    <a:pt x="283845" y="186111"/>
                    <a:pt x="286703" y="170871"/>
                  </a:cubicBezTo>
                  <a:cubicBezTo>
                    <a:pt x="290513" y="151821"/>
                    <a:pt x="292418" y="131819"/>
                    <a:pt x="292418" y="112769"/>
                  </a:cubicBezTo>
                  <a:cubicBezTo>
                    <a:pt x="291465" y="96576"/>
                    <a:pt x="291465" y="82289"/>
                    <a:pt x="290513" y="70859"/>
                  </a:cubicBezTo>
                  <a:close/>
                  <a:moveTo>
                    <a:pt x="193358" y="107054"/>
                  </a:moveTo>
                  <a:lnTo>
                    <a:pt x="120015" y="149916"/>
                  </a:lnTo>
                  <a:cubicBezTo>
                    <a:pt x="119063" y="149916"/>
                    <a:pt x="118110" y="150869"/>
                    <a:pt x="118110" y="150869"/>
                  </a:cubicBezTo>
                  <a:cubicBezTo>
                    <a:pt x="117158" y="150869"/>
                    <a:pt x="116205" y="150869"/>
                    <a:pt x="116205" y="149916"/>
                  </a:cubicBezTo>
                  <a:cubicBezTo>
                    <a:pt x="114300" y="148964"/>
                    <a:pt x="114300" y="147059"/>
                    <a:pt x="114300" y="146106"/>
                  </a:cubicBezTo>
                  <a:lnTo>
                    <a:pt x="114300" y="61334"/>
                  </a:lnTo>
                  <a:cubicBezTo>
                    <a:pt x="114300" y="59429"/>
                    <a:pt x="115253" y="58476"/>
                    <a:pt x="116205" y="57524"/>
                  </a:cubicBezTo>
                  <a:cubicBezTo>
                    <a:pt x="118110" y="56571"/>
                    <a:pt x="119063" y="56571"/>
                    <a:pt x="120968" y="57524"/>
                  </a:cubicBezTo>
                  <a:lnTo>
                    <a:pt x="194310" y="99434"/>
                  </a:lnTo>
                  <a:cubicBezTo>
                    <a:pt x="196215" y="100386"/>
                    <a:pt x="197168" y="102291"/>
                    <a:pt x="196215" y="103244"/>
                  </a:cubicBezTo>
                  <a:cubicBezTo>
                    <a:pt x="195263" y="105149"/>
                    <a:pt x="195263" y="106101"/>
                    <a:pt x="193358" y="107054"/>
                  </a:cubicBezTo>
                  <a:close/>
                </a:path>
              </a:pathLst>
            </a:custGeom>
            <a:solidFill>
              <a:schemeClr val="bg1"/>
            </a:solidFill>
            <a:ln w="9525" cap="flat">
              <a:noFill/>
              <a:prstDash val="solid"/>
              <a:miter/>
            </a:ln>
          </p:spPr>
          <p:txBody>
            <a:bodyPr rtlCol="0" anchor="ctr"/>
            <a:lstStyle/>
            <a:p>
              <a:endParaRPr lang="fr-FR"/>
            </a:p>
          </p:txBody>
        </p:sp>
        <p:sp>
          <p:nvSpPr>
            <p:cNvPr id="39" name="Forme libre : forme 38">
              <a:hlinkClick r:id="rId3"/>
              <a:extLst>
                <a:ext uri="{FF2B5EF4-FFF2-40B4-BE49-F238E27FC236}">
                  <a16:creationId xmlns:a16="http://schemas.microsoft.com/office/drawing/2014/main" id="{FDB7F279-27F9-5EE0-6138-C882951E9483}"/>
                </a:ext>
              </a:extLst>
            </p:cNvPr>
            <p:cNvSpPr>
              <a:spLocks noChangeAspect="1"/>
            </p:cNvSpPr>
            <p:nvPr/>
          </p:nvSpPr>
          <p:spPr>
            <a:xfrm>
              <a:off x="4597400" y="6448996"/>
              <a:ext cx="205135" cy="168374"/>
            </a:xfrm>
            <a:custGeom>
              <a:avLst/>
              <a:gdLst>
                <a:gd name="connsiteX0" fmla="*/ 300038 w 300037"/>
                <a:gd name="connsiteY0" fmla="*/ 30049 h 246266"/>
                <a:gd name="connsiteX1" fmla="*/ 265748 w 300037"/>
                <a:gd name="connsiteY1" fmla="*/ 39574 h 246266"/>
                <a:gd name="connsiteX2" fmla="*/ 291465 w 300037"/>
                <a:gd name="connsiteY2" fmla="*/ 6237 h 246266"/>
                <a:gd name="connsiteX3" fmla="*/ 253365 w 300037"/>
                <a:gd name="connsiteY3" fmla="*/ 19572 h 246266"/>
                <a:gd name="connsiteX4" fmla="*/ 253365 w 300037"/>
                <a:gd name="connsiteY4" fmla="*/ 19572 h 246266"/>
                <a:gd name="connsiteX5" fmla="*/ 184785 w 300037"/>
                <a:gd name="connsiteY5" fmla="*/ 4332 h 246266"/>
                <a:gd name="connsiteX6" fmla="*/ 145733 w 300037"/>
                <a:gd name="connsiteY6" fmla="*/ 62434 h 246266"/>
                <a:gd name="connsiteX7" fmla="*/ 147638 w 300037"/>
                <a:gd name="connsiteY7" fmla="*/ 75770 h 246266"/>
                <a:gd name="connsiteX8" fmla="*/ 147638 w 300037"/>
                <a:gd name="connsiteY8" fmla="*/ 75770 h 246266"/>
                <a:gd name="connsiteX9" fmla="*/ 20003 w 300037"/>
                <a:gd name="connsiteY9" fmla="*/ 12904 h 246266"/>
                <a:gd name="connsiteX10" fmla="*/ 39053 w 300037"/>
                <a:gd name="connsiteY10" fmla="*/ 94819 h 246266"/>
                <a:gd name="connsiteX11" fmla="*/ 12383 w 300037"/>
                <a:gd name="connsiteY11" fmla="*/ 88152 h 246266"/>
                <a:gd name="connsiteX12" fmla="*/ 60008 w 300037"/>
                <a:gd name="connsiteY12" fmla="*/ 149112 h 246266"/>
                <a:gd name="connsiteX13" fmla="*/ 34290 w 300037"/>
                <a:gd name="connsiteY13" fmla="*/ 151017 h 246266"/>
                <a:gd name="connsiteX14" fmla="*/ 89535 w 300037"/>
                <a:gd name="connsiteY14" fmla="*/ 192927 h 246266"/>
                <a:gd name="connsiteX15" fmla="*/ 0 w 300037"/>
                <a:gd name="connsiteY15" fmla="*/ 218644 h 246266"/>
                <a:gd name="connsiteX16" fmla="*/ 97155 w 300037"/>
                <a:gd name="connsiteY16" fmla="*/ 246267 h 246266"/>
                <a:gd name="connsiteX17" fmla="*/ 222885 w 300037"/>
                <a:gd name="connsiteY17" fmla="*/ 192927 h 246266"/>
                <a:gd name="connsiteX18" fmla="*/ 270510 w 300037"/>
                <a:gd name="connsiteY18" fmla="*/ 65292 h 246266"/>
                <a:gd name="connsiteX19" fmla="*/ 270510 w 300037"/>
                <a:gd name="connsiteY19" fmla="*/ 62434 h 246266"/>
                <a:gd name="connsiteX20" fmla="*/ 300038 w 300037"/>
                <a:gd name="connsiteY20" fmla="*/ 30049 h 246266"/>
                <a:gd name="connsiteX21" fmla="*/ 300038 w 300037"/>
                <a:gd name="connsiteY21" fmla="*/ 30049 h 24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0037" h="246266">
                  <a:moveTo>
                    <a:pt x="300038" y="30049"/>
                  </a:moveTo>
                  <a:cubicBezTo>
                    <a:pt x="289560" y="34812"/>
                    <a:pt x="277178" y="38622"/>
                    <a:pt x="265748" y="39574"/>
                  </a:cubicBezTo>
                  <a:cubicBezTo>
                    <a:pt x="278130" y="31954"/>
                    <a:pt x="286703" y="19572"/>
                    <a:pt x="291465" y="6237"/>
                  </a:cubicBezTo>
                  <a:cubicBezTo>
                    <a:pt x="280035" y="12904"/>
                    <a:pt x="266700" y="17667"/>
                    <a:pt x="253365" y="19572"/>
                  </a:cubicBezTo>
                  <a:lnTo>
                    <a:pt x="253365" y="19572"/>
                  </a:lnTo>
                  <a:cubicBezTo>
                    <a:pt x="236220" y="1474"/>
                    <a:pt x="208598" y="-5193"/>
                    <a:pt x="184785" y="4332"/>
                  </a:cubicBezTo>
                  <a:cubicBezTo>
                    <a:pt x="160973" y="13857"/>
                    <a:pt x="145733" y="36717"/>
                    <a:pt x="145733" y="62434"/>
                  </a:cubicBezTo>
                  <a:cubicBezTo>
                    <a:pt x="145733" y="67197"/>
                    <a:pt x="146685" y="71959"/>
                    <a:pt x="147638" y="75770"/>
                  </a:cubicBezTo>
                  <a:lnTo>
                    <a:pt x="147638" y="75770"/>
                  </a:lnTo>
                  <a:cubicBezTo>
                    <a:pt x="98108" y="74817"/>
                    <a:pt x="51435" y="51957"/>
                    <a:pt x="20003" y="12904"/>
                  </a:cubicBezTo>
                  <a:cubicBezTo>
                    <a:pt x="3810" y="40527"/>
                    <a:pt x="12383" y="76722"/>
                    <a:pt x="39053" y="94819"/>
                  </a:cubicBezTo>
                  <a:cubicBezTo>
                    <a:pt x="29528" y="95772"/>
                    <a:pt x="20003" y="92914"/>
                    <a:pt x="12383" y="88152"/>
                  </a:cubicBezTo>
                  <a:cubicBezTo>
                    <a:pt x="11430" y="117680"/>
                    <a:pt x="31433" y="142444"/>
                    <a:pt x="60008" y="149112"/>
                  </a:cubicBezTo>
                  <a:cubicBezTo>
                    <a:pt x="51435" y="151969"/>
                    <a:pt x="42863" y="152922"/>
                    <a:pt x="34290" y="151017"/>
                  </a:cubicBezTo>
                  <a:cubicBezTo>
                    <a:pt x="36195" y="169115"/>
                    <a:pt x="61913" y="192927"/>
                    <a:pt x="89535" y="192927"/>
                  </a:cubicBezTo>
                  <a:cubicBezTo>
                    <a:pt x="80010" y="204357"/>
                    <a:pt x="42863" y="225312"/>
                    <a:pt x="0" y="218644"/>
                  </a:cubicBezTo>
                  <a:cubicBezTo>
                    <a:pt x="29528" y="236742"/>
                    <a:pt x="62865" y="246267"/>
                    <a:pt x="97155" y="246267"/>
                  </a:cubicBezTo>
                  <a:cubicBezTo>
                    <a:pt x="144780" y="246267"/>
                    <a:pt x="190500" y="227217"/>
                    <a:pt x="222885" y="192927"/>
                  </a:cubicBezTo>
                  <a:cubicBezTo>
                    <a:pt x="255270" y="158637"/>
                    <a:pt x="272415" y="111964"/>
                    <a:pt x="270510" y="65292"/>
                  </a:cubicBezTo>
                  <a:lnTo>
                    <a:pt x="270510" y="62434"/>
                  </a:lnTo>
                  <a:cubicBezTo>
                    <a:pt x="281940" y="53862"/>
                    <a:pt x="292418" y="43384"/>
                    <a:pt x="300038" y="30049"/>
                  </a:cubicBezTo>
                  <a:lnTo>
                    <a:pt x="300038" y="30049"/>
                  </a:lnTo>
                  <a:close/>
                </a:path>
              </a:pathLst>
            </a:custGeom>
            <a:solidFill>
              <a:schemeClr val="bg1"/>
            </a:solidFill>
            <a:ln w="9525" cap="flat">
              <a:noFill/>
              <a:prstDash val="solid"/>
              <a:miter/>
            </a:ln>
          </p:spPr>
          <p:txBody>
            <a:bodyPr rtlCol="0" anchor="ctr"/>
            <a:lstStyle/>
            <a:p>
              <a:endParaRPr lang="fr-FR"/>
            </a:p>
          </p:txBody>
        </p:sp>
        <p:sp>
          <p:nvSpPr>
            <p:cNvPr id="40" name="Forme libre : forme 39">
              <a:hlinkClick r:id="rId4"/>
              <a:extLst>
                <a:ext uri="{FF2B5EF4-FFF2-40B4-BE49-F238E27FC236}">
                  <a16:creationId xmlns:a16="http://schemas.microsoft.com/office/drawing/2014/main" id="{D719BC25-A7A1-7F1C-DCAF-6423C3A4AE74}"/>
                </a:ext>
              </a:extLst>
            </p:cNvPr>
            <p:cNvSpPr>
              <a:spLocks noChangeAspect="1"/>
            </p:cNvSpPr>
            <p:nvPr/>
          </p:nvSpPr>
          <p:spPr>
            <a:xfrm>
              <a:off x="5029041" y="6448996"/>
              <a:ext cx="173467" cy="168374"/>
            </a:xfrm>
            <a:custGeom>
              <a:avLst/>
              <a:gdLst>
                <a:gd name="connsiteX0" fmla="*/ 3810 w 290512"/>
                <a:gd name="connsiteY0" fmla="*/ 281030 h 281982"/>
                <a:gd name="connsiteX1" fmla="*/ 68580 w 290512"/>
                <a:gd name="connsiteY1" fmla="*/ 281030 h 281982"/>
                <a:gd name="connsiteX2" fmla="*/ 68580 w 290512"/>
                <a:gd name="connsiteY2" fmla="*/ 94340 h 281982"/>
                <a:gd name="connsiteX3" fmla="*/ 3810 w 290512"/>
                <a:gd name="connsiteY3" fmla="*/ 94340 h 281982"/>
                <a:gd name="connsiteX4" fmla="*/ 3810 w 290512"/>
                <a:gd name="connsiteY4" fmla="*/ 281030 h 281982"/>
                <a:gd name="connsiteX5" fmla="*/ 220028 w 290512"/>
                <a:gd name="connsiteY5" fmla="*/ 87672 h 281982"/>
                <a:gd name="connsiteX6" fmla="*/ 160973 w 290512"/>
                <a:gd name="connsiteY6" fmla="*/ 119105 h 281982"/>
                <a:gd name="connsiteX7" fmla="*/ 160973 w 290512"/>
                <a:gd name="connsiteY7" fmla="*/ 94340 h 281982"/>
                <a:gd name="connsiteX8" fmla="*/ 96203 w 290512"/>
                <a:gd name="connsiteY8" fmla="*/ 94340 h 281982"/>
                <a:gd name="connsiteX9" fmla="*/ 96203 w 290512"/>
                <a:gd name="connsiteY9" fmla="*/ 281982 h 281982"/>
                <a:gd name="connsiteX10" fmla="*/ 160973 w 290512"/>
                <a:gd name="connsiteY10" fmla="*/ 281982 h 281982"/>
                <a:gd name="connsiteX11" fmla="*/ 160973 w 290512"/>
                <a:gd name="connsiteY11" fmla="*/ 179112 h 281982"/>
                <a:gd name="connsiteX12" fmla="*/ 195263 w 290512"/>
                <a:gd name="connsiteY12" fmla="*/ 136250 h 281982"/>
                <a:gd name="connsiteX13" fmla="*/ 225743 w 290512"/>
                <a:gd name="connsiteY13" fmla="*/ 178160 h 281982"/>
                <a:gd name="connsiteX14" fmla="*/ 225743 w 290512"/>
                <a:gd name="connsiteY14" fmla="*/ 280077 h 281982"/>
                <a:gd name="connsiteX15" fmla="*/ 290513 w 290512"/>
                <a:gd name="connsiteY15" fmla="*/ 280077 h 281982"/>
                <a:gd name="connsiteX16" fmla="*/ 290513 w 290512"/>
                <a:gd name="connsiteY16" fmla="*/ 174350 h 281982"/>
                <a:gd name="connsiteX17" fmla="*/ 220028 w 290512"/>
                <a:gd name="connsiteY17" fmla="*/ 87672 h 281982"/>
                <a:gd name="connsiteX18" fmla="*/ 36195 w 290512"/>
                <a:gd name="connsiteY18" fmla="*/ 42 h 281982"/>
                <a:gd name="connsiteX19" fmla="*/ 0 w 290512"/>
                <a:gd name="connsiteY19" fmla="*/ 33380 h 281982"/>
                <a:gd name="connsiteX20" fmla="*/ 36195 w 290512"/>
                <a:gd name="connsiteY20" fmla="*/ 66717 h 281982"/>
                <a:gd name="connsiteX21" fmla="*/ 72390 w 290512"/>
                <a:gd name="connsiteY21" fmla="*/ 33380 h 281982"/>
                <a:gd name="connsiteX22" fmla="*/ 36195 w 290512"/>
                <a:gd name="connsiteY22" fmla="*/ 42 h 281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90512" h="281982">
                  <a:moveTo>
                    <a:pt x="3810" y="281030"/>
                  </a:moveTo>
                  <a:lnTo>
                    <a:pt x="68580" y="281030"/>
                  </a:lnTo>
                  <a:lnTo>
                    <a:pt x="68580" y="94340"/>
                  </a:lnTo>
                  <a:lnTo>
                    <a:pt x="3810" y="94340"/>
                  </a:lnTo>
                  <a:lnTo>
                    <a:pt x="3810" y="281030"/>
                  </a:lnTo>
                  <a:close/>
                  <a:moveTo>
                    <a:pt x="220028" y="87672"/>
                  </a:moveTo>
                  <a:cubicBezTo>
                    <a:pt x="193358" y="87672"/>
                    <a:pt x="178118" y="97197"/>
                    <a:pt x="160973" y="119105"/>
                  </a:cubicBezTo>
                  <a:lnTo>
                    <a:pt x="160973" y="94340"/>
                  </a:lnTo>
                  <a:lnTo>
                    <a:pt x="96203" y="94340"/>
                  </a:lnTo>
                  <a:lnTo>
                    <a:pt x="96203" y="281982"/>
                  </a:lnTo>
                  <a:lnTo>
                    <a:pt x="160973" y="281982"/>
                  </a:lnTo>
                  <a:lnTo>
                    <a:pt x="160973" y="179112"/>
                  </a:lnTo>
                  <a:cubicBezTo>
                    <a:pt x="160973" y="157205"/>
                    <a:pt x="171450" y="136250"/>
                    <a:pt x="195263" y="136250"/>
                  </a:cubicBezTo>
                  <a:cubicBezTo>
                    <a:pt x="219075" y="136250"/>
                    <a:pt x="225743" y="157205"/>
                    <a:pt x="225743" y="178160"/>
                  </a:cubicBezTo>
                  <a:lnTo>
                    <a:pt x="225743" y="280077"/>
                  </a:lnTo>
                  <a:lnTo>
                    <a:pt x="290513" y="280077"/>
                  </a:lnTo>
                  <a:lnTo>
                    <a:pt x="290513" y="174350"/>
                  </a:lnTo>
                  <a:cubicBezTo>
                    <a:pt x="290513" y="101007"/>
                    <a:pt x="246698" y="87672"/>
                    <a:pt x="220028" y="87672"/>
                  </a:cubicBezTo>
                  <a:close/>
                  <a:moveTo>
                    <a:pt x="36195" y="42"/>
                  </a:moveTo>
                  <a:cubicBezTo>
                    <a:pt x="17145" y="-910"/>
                    <a:pt x="953" y="14330"/>
                    <a:pt x="0" y="33380"/>
                  </a:cubicBezTo>
                  <a:cubicBezTo>
                    <a:pt x="953" y="52430"/>
                    <a:pt x="17145" y="67670"/>
                    <a:pt x="36195" y="66717"/>
                  </a:cubicBezTo>
                  <a:cubicBezTo>
                    <a:pt x="55245" y="67670"/>
                    <a:pt x="71438" y="52430"/>
                    <a:pt x="72390" y="33380"/>
                  </a:cubicBezTo>
                  <a:cubicBezTo>
                    <a:pt x="71438" y="14330"/>
                    <a:pt x="55245" y="-910"/>
                    <a:pt x="36195" y="42"/>
                  </a:cubicBezTo>
                  <a:close/>
                </a:path>
              </a:pathLst>
            </a:custGeom>
            <a:solidFill>
              <a:schemeClr val="bg1"/>
            </a:solidFill>
            <a:ln w="9525" cap="flat">
              <a:noFill/>
              <a:prstDash val="solid"/>
              <a:miter/>
            </a:ln>
          </p:spPr>
          <p:txBody>
            <a:bodyPr rtlCol="0" anchor="ctr"/>
            <a:lstStyle/>
            <a:p>
              <a:endParaRPr lang="fr-FR"/>
            </a:p>
          </p:txBody>
        </p:sp>
        <p:sp>
          <p:nvSpPr>
            <p:cNvPr id="41" name="Graphique 46">
              <a:extLst>
                <a:ext uri="{FF2B5EF4-FFF2-40B4-BE49-F238E27FC236}">
                  <a16:creationId xmlns:a16="http://schemas.microsoft.com/office/drawing/2014/main" id="{7A3026D7-B8D2-CF43-A8B9-46D20FE09DA7}"/>
                </a:ext>
              </a:extLst>
            </p:cNvPr>
            <p:cNvSpPr>
              <a:spLocks noChangeAspect="1"/>
            </p:cNvSpPr>
            <p:nvPr/>
          </p:nvSpPr>
          <p:spPr>
            <a:xfrm>
              <a:off x="7011888" y="6448996"/>
              <a:ext cx="171194" cy="168374"/>
            </a:xfrm>
            <a:custGeom>
              <a:avLst/>
              <a:gdLst>
                <a:gd name="connsiteX0" fmla="*/ 465773 w 929643"/>
                <a:gd name="connsiteY0" fmla="*/ 0 h 914341"/>
                <a:gd name="connsiteX1" fmla="*/ 0 w 929643"/>
                <a:gd name="connsiteY1" fmla="*/ 468630 h 914341"/>
                <a:gd name="connsiteX2" fmla="*/ 318135 w 929643"/>
                <a:gd name="connsiteY2" fmla="*/ 913448 h 914341"/>
                <a:gd name="connsiteX3" fmla="*/ 349568 w 929643"/>
                <a:gd name="connsiteY3" fmla="*/ 890588 h 914341"/>
                <a:gd name="connsiteX4" fmla="*/ 348615 w 929643"/>
                <a:gd name="connsiteY4" fmla="*/ 803910 h 914341"/>
                <a:gd name="connsiteX5" fmla="*/ 192405 w 929643"/>
                <a:gd name="connsiteY5" fmla="*/ 747713 h 914341"/>
                <a:gd name="connsiteX6" fmla="*/ 140970 w 929643"/>
                <a:gd name="connsiteY6" fmla="*/ 679133 h 914341"/>
                <a:gd name="connsiteX7" fmla="*/ 143828 w 929643"/>
                <a:gd name="connsiteY7" fmla="*/ 650558 h 914341"/>
                <a:gd name="connsiteX8" fmla="*/ 215265 w 929643"/>
                <a:gd name="connsiteY8" fmla="*/ 699135 h 914341"/>
                <a:gd name="connsiteX9" fmla="*/ 350520 w 929643"/>
                <a:gd name="connsiteY9" fmla="*/ 738188 h 914341"/>
                <a:gd name="connsiteX10" fmla="*/ 380048 w 929643"/>
                <a:gd name="connsiteY10" fmla="*/ 675323 h 914341"/>
                <a:gd name="connsiteX11" fmla="*/ 168593 w 929643"/>
                <a:gd name="connsiteY11" fmla="*/ 443865 h 914341"/>
                <a:gd name="connsiteX12" fmla="*/ 216218 w 929643"/>
                <a:gd name="connsiteY12" fmla="*/ 318135 h 914341"/>
                <a:gd name="connsiteX13" fmla="*/ 220980 w 929643"/>
                <a:gd name="connsiteY13" fmla="*/ 194310 h 914341"/>
                <a:gd name="connsiteX14" fmla="*/ 348615 w 929643"/>
                <a:gd name="connsiteY14" fmla="*/ 242888 h 914341"/>
                <a:gd name="connsiteX15" fmla="*/ 464820 w 929643"/>
                <a:gd name="connsiteY15" fmla="*/ 227648 h 914341"/>
                <a:gd name="connsiteX16" fmla="*/ 581025 w 929643"/>
                <a:gd name="connsiteY16" fmla="*/ 242888 h 914341"/>
                <a:gd name="connsiteX17" fmla="*/ 708660 w 929643"/>
                <a:gd name="connsiteY17" fmla="*/ 194310 h 914341"/>
                <a:gd name="connsiteX18" fmla="*/ 713423 w 929643"/>
                <a:gd name="connsiteY18" fmla="*/ 318135 h 914341"/>
                <a:gd name="connsiteX19" fmla="*/ 761048 w 929643"/>
                <a:gd name="connsiteY19" fmla="*/ 443865 h 914341"/>
                <a:gd name="connsiteX20" fmla="*/ 548640 w 929643"/>
                <a:gd name="connsiteY20" fmla="*/ 675323 h 914341"/>
                <a:gd name="connsiteX21" fmla="*/ 580073 w 929643"/>
                <a:gd name="connsiteY21" fmla="*/ 762000 h 914341"/>
                <a:gd name="connsiteX22" fmla="*/ 579120 w 929643"/>
                <a:gd name="connsiteY22" fmla="*/ 890588 h 914341"/>
                <a:gd name="connsiteX23" fmla="*/ 610553 w 929643"/>
                <a:gd name="connsiteY23" fmla="*/ 913448 h 914341"/>
                <a:gd name="connsiteX24" fmla="*/ 929640 w 929643"/>
                <a:gd name="connsiteY24" fmla="*/ 468630 h 914341"/>
                <a:gd name="connsiteX25" fmla="*/ 465773 w 929643"/>
                <a:gd name="connsiteY25" fmla="*/ 0 h 914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29643" h="914341">
                  <a:moveTo>
                    <a:pt x="465773" y="0"/>
                  </a:moveTo>
                  <a:cubicBezTo>
                    <a:pt x="207645" y="0"/>
                    <a:pt x="0" y="209550"/>
                    <a:pt x="0" y="468630"/>
                  </a:cubicBezTo>
                  <a:cubicBezTo>
                    <a:pt x="0" y="676275"/>
                    <a:pt x="133350" y="851535"/>
                    <a:pt x="318135" y="913448"/>
                  </a:cubicBezTo>
                  <a:cubicBezTo>
                    <a:pt x="340995" y="918210"/>
                    <a:pt x="349568" y="902970"/>
                    <a:pt x="349568" y="890588"/>
                  </a:cubicBezTo>
                  <a:cubicBezTo>
                    <a:pt x="349568" y="880110"/>
                    <a:pt x="348615" y="842010"/>
                    <a:pt x="348615" y="803910"/>
                  </a:cubicBezTo>
                  <a:cubicBezTo>
                    <a:pt x="219075" y="831533"/>
                    <a:pt x="192405" y="747713"/>
                    <a:pt x="192405" y="747713"/>
                  </a:cubicBezTo>
                  <a:cubicBezTo>
                    <a:pt x="171450" y="693420"/>
                    <a:pt x="140970" y="679133"/>
                    <a:pt x="140970" y="679133"/>
                  </a:cubicBezTo>
                  <a:cubicBezTo>
                    <a:pt x="99060" y="650558"/>
                    <a:pt x="143828" y="650558"/>
                    <a:pt x="143828" y="650558"/>
                  </a:cubicBezTo>
                  <a:cubicBezTo>
                    <a:pt x="190500" y="653415"/>
                    <a:pt x="215265" y="699135"/>
                    <a:pt x="215265" y="699135"/>
                  </a:cubicBezTo>
                  <a:cubicBezTo>
                    <a:pt x="257175" y="770573"/>
                    <a:pt x="323850" y="750570"/>
                    <a:pt x="350520" y="738188"/>
                  </a:cubicBezTo>
                  <a:cubicBezTo>
                    <a:pt x="354330" y="707708"/>
                    <a:pt x="366713" y="686753"/>
                    <a:pt x="380048" y="675323"/>
                  </a:cubicBezTo>
                  <a:cubicBezTo>
                    <a:pt x="277178" y="664845"/>
                    <a:pt x="168593" y="623888"/>
                    <a:pt x="168593" y="443865"/>
                  </a:cubicBezTo>
                  <a:cubicBezTo>
                    <a:pt x="168593" y="392430"/>
                    <a:pt x="186690" y="350520"/>
                    <a:pt x="216218" y="318135"/>
                  </a:cubicBezTo>
                  <a:cubicBezTo>
                    <a:pt x="211455" y="306705"/>
                    <a:pt x="195263" y="258128"/>
                    <a:pt x="220980" y="194310"/>
                  </a:cubicBezTo>
                  <a:cubicBezTo>
                    <a:pt x="220980" y="194310"/>
                    <a:pt x="260033" y="181928"/>
                    <a:pt x="348615" y="242888"/>
                  </a:cubicBezTo>
                  <a:cubicBezTo>
                    <a:pt x="386715" y="232410"/>
                    <a:pt x="425768" y="227648"/>
                    <a:pt x="464820" y="227648"/>
                  </a:cubicBezTo>
                  <a:cubicBezTo>
                    <a:pt x="503873" y="227648"/>
                    <a:pt x="543878" y="233363"/>
                    <a:pt x="581025" y="242888"/>
                  </a:cubicBezTo>
                  <a:cubicBezTo>
                    <a:pt x="669608" y="181928"/>
                    <a:pt x="708660" y="194310"/>
                    <a:pt x="708660" y="194310"/>
                  </a:cubicBezTo>
                  <a:cubicBezTo>
                    <a:pt x="734378" y="259080"/>
                    <a:pt x="718185" y="306705"/>
                    <a:pt x="713423" y="318135"/>
                  </a:cubicBezTo>
                  <a:cubicBezTo>
                    <a:pt x="743903" y="350520"/>
                    <a:pt x="761048" y="392430"/>
                    <a:pt x="761048" y="443865"/>
                  </a:cubicBezTo>
                  <a:cubicBezTo>
                    <a:pt x="761048" y="623888"/>
                    <a:pt x="652463" y="663893"/>
                    <a:pt x="548640" y="675323"/>
                  </a:cubicBezTo>
                  <a:cubicBezTo>
                    <a:pt x="565785" y="689610"/>
                    <a:pt x="580073" y="718185"/>
                    <a:pt x="580073" y="762000"/>
                  </a:cubicBezTo>
                  <a:cubicBezTo>
                    <a:pt x="580073" y="824865"/>
                    <a:pt x="579120" y="875348"/>
                    <a:pt x="579120" y="890588"/>
                  </a:cubicBezTo>
                  <a:cubicBezTo>
                    <a:pt x="579120" y="902970"/>
                    <a:pt x="587693" y="918210"/>
                    <a:pt x="610553" y="913448"/>
                  </a:cubicBezTo>
                  <a:cubicBezTo>
                    <a:pt x="796290" y="851535"/>
                    <a:pt x="929640" y="676275"/>
                    <a:pt x="929640" y="468630"/>
                  </a:cubicBezTo>
                  <a:cubicBezTo>
                    <a:pt x="930593" y="209550"/>
                    <a:pt x="721995" y="0"/>
                    <a:pt x="465773" y="0"/>
                  </a:cubicBezTo>
                  <a:close/>
                </a:path>
              </a:pathLst>
            </a:custGeom>
            <a:solidFill>
              <a:schemeClr val="bg1"/>
            </a:solidFill>
            <a:ln w="9525" cap="flat">
              <a:noFill/>
              <a:prstDash val="solid"/>
              <a:miter/>
            </a:ln>
          </p:spPr>
          <p:txBody>
            <a:bodyPr rtlCol="0" anchor="ctr"/>
            <a:lstStyle/>
            <a:p>
              <a:endParaRPr lang="fr-FR"/>
            </a:p>
          </p:txBody>
        </p:sp>
        <p:sp>
          <p:nvSpPr>
            <p:cNvPr id="42" name="Forme libre : forme 41">
              <a:hlinkClick r:id="rId5"/>
              <a:extLst>
                <a:ext uri="{FF2B5EF4-FFF2-40B4-BE49-F238E27FC236}">
                  <a16:creationId xmlns:a16="http://schemas.microsoft.com/office/drawing/2014/main" id="{60B274D1-EF55-C768-FD82-3ABBD50B803F}"/>
                </a:ext>
              </a:extLst>
            </p:cNvPr>
            <p:cNvSpPr>
              <a:spLocks noChangeAspect="1"/>
            </p:cNvSpPr>
            <p:nvPr/>
          </p:nvSpPr>
          <p:spPr>
            <a:xfrm>
              <a:off x="5429015" y="6448996"/>
              <a:ext cx="73762" cy="168374"/>
            </a:xfrm>
            <a:custGeom>
              <a:avLst/>
              <a:gdLst>
                <a:gd name="connsiteX0" fmla="*/ 81915 w 131445"/>
                <a:gd name="connsiteY0" fmla="*/ 102870 h 300037"/>
                <a:gd name="connsiteX1" fmla="*/ 81915 w 131445"/>
                <a:gd name="connsiteY1" fmla="*/ 69533 h 300037"/>
                <a:gd name="connsiteX2" fmla="*/ 99060 w 131445"/>
                <a:gd name="connsiteY2" fmla="*/ 46673 h 300037"/>
                <a:gd name="connsiteX3" fmla="*/ 127635 w 131445"/>
                <a:gd name="connsiteY3" fmla="*/ 46673 h 300037"/>
                <a:gd name="connsiteX4" fmla="*/ 127635 w 131445"/>
                <a:gd name="connsiteY4" fmla="*/ 0 h 300037"/>
                <a:gd name="connsiteX5" fmla="*/ 93345 w 131445"/>
                <a:gd name="connsiteY5" fmla="*/ 0 h 300037"/>
                <a:gd name="connsiteX6" fmla="*/ 27623 w 131445"/>
                <a:gd name="connsiteY6" fmla="*/ 65723 h 300037"/>
                <a:gd name="connsiteX7" fmla="*/ 27623 w 131445"/>
                <a:gd name="connsiteY7" fmla="*/ 65723 h 300037"/>
                <a:gd name="connsiteX8" fmla="*/ 27623 w 131445"/>
                <a:gd name="connsiteY8" fmla="*/ 102870 h 300037"/>
                <a:gd name="connsiteX9" fmla="*/ 0 w 131445"/>
                <a:gd name="connsiteY9" fmla="*/ 102870 h 300037"/>
                <a:gd name="connsiteX10" fmla="*/ 0 w 131445"/>
                <a:gd name="connsiteY10" fmla="*/ 149543 h 300037"/>
                <a:gd name="connsiteX11" fmla="*/ 27623 w 131445"/>
                <a:gd name="connsiteY11" fmla="*/ 149543 h 300037"/>
                <a:gd name="connsiteX12" fmla="*/ 27623 w 131445"/>
                <a:gd name="connsiteY12" fmla="*/ 300038 h 300037"/>
                <a:gd name="connsiteX13" fmla="*/ 81915 w 131445"/>
                <a:gd name="connsiteY13" fmla="*/ 300038 h 300037"/>
                <a:gd name="connsiteX14" fmla="*/ 81915 w 131445"/>
                <a:gd name="connsiteY14" fmla="*/ 150495 h 300037"/>
                <a:gd name="connsiteX15" fmla="*/ 122873 w 131445"/>
                <a:gd name="connsiteY15" fmla="*/ 150495 h 300037"/>
                <a:gd name="connsiteX16" fmla="*/ 131445 w 131445"/>
                <a:gd name="connsiteY16" fmla="*/ 103823 h 300037"/>
                <a:gd name="connsiteX17" fmla="*/ 81915 w 131445"/>
                <a:gd name="connsiteY17" fmla="*/ 103823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445" h="300037">
                  <a:moveTo>
                    <a:pt x="81915" y="102870"/>
                  </a:moveTo>
                  <a:lnTo>
                    <a:pt x="81915" y="69533"/>
                  </a:lnTo>
                  <a:cubicBezTo>
                    <a:pt x="81915" y="58103"/>
                    <a:pt x="88583" y="46673"/>
                    <a:pt x="99060" y="46673"/>
                  </a:cubicBezTo>
                  <a:lnTo>
                    <a:pt x="127635" y="46673"/>
                  </a:lnTo>
                  <a:lnTo>
                    <a:pt x="127635" y="0"/>
                  </a:lnTo>
                  <a:lnTo>
                    <a:pt x="93345" y="0"/>
                  </a:lnTo>
                  <a:cubicBezTo>
                    <a:pt x="39053" y="1905"/>
                    <a:pt x="28575" y="33338"/>
                    <a:pt x="27623" y="65723"/>
                  </a:cubicBezTo>
                  <a:lnTo>
                    <a:pt x="27623" y="65723"/>
                  </a:lnTo>
                  <a:lnTo>
                    <a:pt x="27623" y="102870"/>
                  </a:lnTo>
                  <a:lnTo>
                    <a:pt x="0" y="102870"/>
                  </a:lnTo>
                  <a:lnTo>
                    <a:pt x="0" y="149543"/>
                  </a:lnTo>
                  <a:lnTo>
                    <a:pt x="27623" y="149543"/>
                  </a:lnTo>
                  <a:lnTo>
                    <a:pt x="27623" y="300038"/>
                  </a:lnTo>
                  <a:lnTo>
                    <a:pt x="81915" y="300038"/>
                  </a:lnTo>
                  <a:lnTo>
                    <a:pt x="81915" y="150495"/>
                  </a:lnTo>
                  <a:lnTo>
                    <a:pt x="122873" y="150495"/>
                  </a:lnTo>
                  <a:lnTo>
                    <a:pt x="131445" y="103823"/>
                  </a:lnTo>
                  <a:lnTo>
                    <a:pt x="81915" y="103823"/>
                  </a:lnTo>
                  <a:close/>
                </a:path>
              </a:pathLst>
            </a:custGeom>
            <a:solidFill>
              <a:schemeClr val="bg1"/>
            </a:solidFill>
            <a:ln w="9525" cap="flat">
              <a:noFill/>
              <a:prstDash val="solid"/>
              <a:miter/>
            </a:ln>
          </p:spPr>
          <p:txBody>
            <a:bodyPr rtlCol="0" anchor="ctr"/>
            <a:lstStyle/>
            <a:p>
              <a:endParaRPr lang="fr-FR"/>
            </a:p>
          </p:txBody>
        </p:sp>
        <p:grpSp>
          <p:nvGrpSpPr>
            <p:cNvPr id="43" name="Graphique 52">
              <a:extLst>
                <a:ext uri="{FF2B5EF4-FFF2-40B4-BE49-F238E27FC236}">
                  <a16:creationId xmlns:a16="http://schemas.microsoft.com/office/drawing/2014/main" id="{93438643-A231-1FD0-E65F-29EF411EC5D8}"/>
                </a:ext>
              </a:extLst>
            </p:cNvPr>
            <p:cNvGrpSpPr>
              <a:grpSpLocks noChangeAspect="1"/>
            </p:cNvGrpSpPr>
            <p:nvPr/>
          </p:nvGrpSpPr>
          <p:grpSpPr>
            <a:xfrm>
              <a:off x="7409590" y="6448996"/>
              <a:ext cx="185010" cy="168374"/>
              <a:chOff x="11711593" y="4221165"/>
              <a:chExt cx="2376487" cy="2162809"/>
            </a:xfrm>
            <a:solidFill>
              <a:schemeClr val="bg1"/>
            </a:solidFill>
          </p:grpSpPr>
          <p:sp>
            <p:nvSpPr>
              <p:cNvPr id="46" name="Forme libre : forme 45">
                <a:extLst>
                  <a:ext uri="{FF2B5EF4-FFF2-40B4-BE49-F238E27FC236}">
                    <a16:creationId xmlns:a16="http://schemas.microsoft.com/office/drawing/2014/main" id="{4DFFD983-2367-4AF8-C957-47E9E35E368C}"/>
                  </a:ext>
                </a:extLst>
              </p:cNvPr>
              <p:cNvSpPr>
                <a:spLocks/>
              </p:cNvSpPr>
              <p:nvPr/>
            </p:nvSpPr>
            <p:spPr>
              <a:xfrm>
                <a:off x="11711593" y="4221165"/>
                <a:ext cx="2376487" cy="2162809"/>
              </a:xfrm>
              <a:custGeom>
                <a:avLst/>
                <a:gdLst>
                  <a:gd name="connsiteX0" fmla="*/ 406718 w 2376487"/>
                  <a:gd name="connsiteY0" fmla="*/ 1917383 h 2162809"/>
                  <a:gd name="connsiteX1" fmla="*/ 762000 w 2376487"/>
                  <a:gd name="connsiteY1" fmla="*/ 1743075 h 2162809"/>
                  <a:gd name="connsiteX2" fmla="*/ 840105 w 2376487"/>
                  <a:gd name="connsiteY2" fmla="*/ 1734503 h 2162809"/>
                  <a:gd name="connsiteX3" fmla="*/ 1169670 w 2376487"/>
                  <a:gd name="connsiteY3" fmla="*/ 1778318 h 2162809"/>
                  <a:gd name="connsiteX4" fmla="*/ 2193608 w 2376487"/>
                  <a:gd name="connsiteY4" fmla="*/ 979170 h 2162809"/>
                  <a:gd name="connsiteX5" fmla="*/ 1169670 w 2376487"/>
                  <a:gd name="connsiteY5" fmla="*/ 180023 h 2162809"/>
                  <a:gd name="connsiteX6" fmla="*/ 145733 w 2376487"/>
                  <a:gd name="connsiteY6" fmla="*/ 979170 h 2162809"/>
                  <a:gd name="connsiteX7" fmla="*/ 406718 w 2376487"/>
                  <a:gd name="connsiteY7" fmla="*/ 1508760 h 2162809"/>
                  <a:gd name="connsiteX8" fmla="*/ 441960 w 2376487"/>
                  <a:gd name="connsiteY8" fmla="*/ 1613535 h 2162809"/>
                  <a:gd name="connsiteX9" fmla="*/ 406718 w 2376487"/>
                  <a:gd name="connsiteY9" fmla="*/ 1917383 h 2162809"/>
                  <a:gd name="connsiteX10" fmla="*/ 372428 w 2376487"/>
                  <a:gd name="connsiteY10" fmla="*/ 2152650 h 2162809"/>
                  <a:gd name="connsiteX11" fmla="*/ 216218 w 2376487"/>
                  <a:gd name="connsiteY11" fmla="*/ 2039303 h 2162809"/>
                  <a:gd name="connsiteX12" fmla="*/ 277178 w 2376487"/>
                  <a:gd name="connsiteY12" fmla="*/ 1596390 h 2162809"/>
                  <a:gd name="connsiteX13" fmla="*/ 0 w 2376487"/>
                  <a:gd name="connsiteY13" fmla="*/ 971550 h 2162809"/>
                  <a:gd name="connsiteX14" fmla="*/ 1189673 w 2376487"/>
                  <a:gd name="connsiteY14" fmla="*/ 0 h 2162809"/>
                  <a:gd name="connsiteX15" fmla="*/ 2376488 w 2376487"/>
                  <a:gd name="connsiteY15" fmla="*/ 971550 h 2162809"/>
                  <a:gd name="connsiteX16" fmla="*/ 1186815 w 2376487"/>
                  <a:gd name="connsiteY16" fmla="*/ 1943100 h 2162809"/>
                  <a:gd name="connsiteX17" fmla="*/ 857250 w 2376487"/>
                  <a:gd name="connsiteY17" fmla="*/ 1907858 h 2162809"/>
                  <a:gd name="connsiteX18" fmla="*/ 372428 w 2376487"/>
                  <a:gd name="connsiteY18" fmla="*/ 2152650 h 2162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376487" h="2162809">
                    <a:moveTo>
                      <a:pt x="406718" y="1917383"/>
                    </a:moveTo>
                    <a:lnTo>
                      <a:pt x="762000" y="1743075"/>
                    </a:lnTo>
                    <a:cubicBezTo>
                      <a:pt x="787718" y="1734503"/>
                      <a:pt x="814388" y="1725930"/>
                      <a:pt x="840105" y="1734503"/>
                    </a:cubicBezTo>
                    <a:cubicBezTo>
                      <a:pt x="944880" y="1760220"/>
                      <a:pt x="1057275" y="1778318"/>
                      <a:pt x="1169670" y="1778318"/>
                    </a:cubicBezTo>
                    <a:cubicBezTo>
                      <a:pt x="1742123" y="1778318"/>
                      <a:pt x="2193608" y="1414463"/>
                      <a:pt x="2193608" y="979170"/>
                    </a:cubicBezTo>
                    <a:cubicBezTo>
                      <a:pt x="2193608" y="543877"/>
                      <a:pt x="1742123" y="180023"/>
                      <a:pt x="1169670" y="180023"/>
                    </a:cubicBezTo>
                    <a:cubicBezTo>
                      <a:pt x="597218" y="180023"/>
                      <a:pt x="145733" y="544830"/>
                      <a:pt x="145733" y="979170"/>
                    </a:cubicBezTo>
                    <a:cubicBezTo>
                      <a:pt x="145733" y="1179195"/>
                      <a:pt x="240983" y="1361123"/>
                      <a:pt x="406718" y="1508760"/>
                    </a:cubicBezTo>
                    <a:cubicBezTo>
                      <a:pt x="432435" y="1534478"/>
                      <a:pt x="450533" y="1569720"/>
                      <a:pt x="441960" y="1613535"/>
                    </a:cubicBezTo>
                    <a:lnTo>
                      <a:pt x="406718" y="1917383"/>
                    </a:lnTo>
                    <a:close/>
                    <a:moveTo>
                      <a:pt x="372428" y="2152650"/>
                    </a:moveTo>
                    <a:cubicBezTo>
                      <a:pt x="294323" y="2187893"/>
                      <a:pt x="207645" y="2126933"/>
                      <a:pt x="216218" y="2039303"/>
                    </a:cubicBezTo>
                    <a:lnTo>
                      <a:pt x="277178" y="1596390"/>
                    </a:lnTo>
                    <a:cubicBezTo>
                      <a:pt x="94298" y="1422083"/>
                      <a:pt x="0" y="1205865"/>
                      <a:pt x="0" y="971550"/>
                    </a:cubicBezTo>
                    <a:cubicBezTo>
                      <a:pt x="0" y="424815"/>
                      <a:pt x="538163" y="0"/>
                      <a:pt x="1189673" y="0"/>
                    </a:cubicBezTo>
                    <a:cubicBezTo>
                      <a:pt x="1841183" y="0"/>
                      <a:pt x="2376488" y="433387"/>
                      <a:pt x="2376488" y="971550"/>
                    </a:cubicBezTo>
                    <a:cubicBezTo>
                      <a:pt x="2376488" y="1509713"/>
                      <a:pt x="1838325" y="1943100"/>
                      <a:pt x="1186815" y="1943100"/>
                    </a:cubicBezTo>
                    <a:cubicBezTo>
                      <a:pt x="1073468" y="1943100"/>
                      <a:pt x="961073" y="1934528"/>
                      <a:pt x="857250" y="1907858"/>
                    </a:cubicBezTo>
                    <a:lnTo>
                      <a:pt x="372428" y="2152650"/>
                    </a:lnTo>
                    <a:close/>
                  </a:path>
                </a:pathLst>
              </a:custGeom>
              <a:grpFill/>
              <a:ln w="9525"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B1B905A5-F7AA-0348-3195-8B418D5679DF}"/>
                  </a:ext>
                </a:extLst>
              </p:cNvPr>
              <p:cNvSpPr>
                <a:spLocks/>
              </p:cNvSpPr>
              <p:nvPr/>
            </p:nvSpPr>
            <p:spPr>
              <a:xfrm>
                <a:off x="12188795" y="4785997"/>
                <a:ext cx="529351" cy="866774"/>
              </a:xfrm>
              <a:custGeom>
                <a:avLst/>
                <a:gdLst>
                  <a:gd name="connsiteX0" fmla="*/ 441960 w 529351"/>
                  <a:gd name="connsiteY0" fmla="*/ 866775 h 866774"/>
                  <a:gd name="connsiteX1" fmla="*/ 381000 w 529351"/>
                  <a:gd name="connsiteY1" fmla="*/ 841057 h 866774"/>
                  <a:gd name="connsiteX2" fmla="*/ 25718 w 529351"/>
                  <a:gd name="connsiteY2" fmla="*/ 494348 h 866774"/>
                  <a:gd name="connsiteX3" fmla="*/ 0 w 529351"/>
                  <a:gd name="connsiteY3" fmla="*/ 433388 h 866774"/>
                  <a:gd name="connsiteX4" fmla="*/ 25718 w 529351"/>
                  <a:gd name="connsiteY4" fmla="*/ 372428 h 866774"/>
                  <a:gd name="connsiteX5" fmla="*/ 381000 w 529351"/>
                  <a:gd name="connsiteY5" fmla="*/ 25717 h 866774"/>
                  <a:gd name="connsiteX6" fmla="*/ 441960 w 529351"/>
                  <a:gd name="connsiteY6" fmla="*/ 0 h 866774"/>
                  <a:gd name="connsiteX7" fmla="*/ 502920 w 529351"/>
                  <a:gd name="connsiteY7" fmla="*/ 25717 h 866774"/>
                  <a:gd name="connsiteX8" fmla="*/ 528638 w 529351"/>
                  <a:gd name="connsiteY8" fmla="*/ 86677 h 866774"/>
                  <a:gd name="connsiteX9" fmla="*/ 502920 w 529351"/>
                  <a:gd name="connsiteY9" fmla="*/ 147638 h 866774"/>
                  <a:gd name="connsiteX10" fmla="*/ 217170 w 529351"/>
                  <a:gd name="connsiteY10" fmla="*/ 433388 h 866774"/>
                  <a:gd name="connsiteX11" fmla="*/ 502920 w 529351"/>
                  <a:gd name="connsiteY11" fmla="*/ 719137 h 866774"/>
                  <a:gd name="connsiteX12" fmla="*/ 502920 w 529351"/>
                  <a:gd name="connsiteY12" fmla="*/ 841057 h 866774"/>
                  <a:gd name="connsiteX13" fmla="*/ 441960 w 529351"/>
                  <a:gd name="connsiteY13" fmla="*/ 866775 h 866774"/>
                  <a:gd name="connsiteX14" fmla="*/ 441960 w 529351"/>
                  <a:gd name="connsiteY14" fmla="*/ 866775 h 866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9351" h="866774">
                    <a:moveTo>
                      <a:pt x="441960" y="866775"/>
                    </a:moveTo>
                    <a:cubicBezTo>
                      <a:pt x="416243" y="866775"/>
                      <a:pt x="398145" y="858203"/>
                      <a:pt x="381000" y="841057"/>
                    </a:cubicBezTo>
                    <a:lnTo>
                      <a:pt x="25718" y="494348"/>
                    </a:lnTo>
                    <a:cubicBezTo>
                      <a:pt x="8573" y="477203"/>
                      <a:pt x="0" y="459105"/>
                      <a:pt x="0" y="433388"/>
                    </a:cubicBezTo>
                    <a:cubicBezTo>
                      <a:pt x="0" y="407670"/>
                      <a:pt x="8573" y="389573"/>
                      <a:pt x="25718" y="372428"/>
                    </a:cubicBezTo>
                    <a:lnTo>
                      <a:pt x="381000" y="25717"/>
                    </a:lnTo>
                    <a:cubicBezTo>
                      <a:pt x="398145" y="8573"/>
                      <a:pt x="416243" y="0"/>
                      <a:pt x="441960" y="0"/>
                    </a:cubicBezTo>
                    <a:cubicBezTo>
                      <a:pt x="467678" y="0"/>
                      <a:pt x="485775" y="8573"/>
                      <a:pt x="502920" y="25717"/>
                    </a:cubicBezTo>
                    <a:cubicBezTo>
                      <a:pt x="520065" y="42863"/>
                      <a:pt x="528638" y="60960"/>
                      <a:pt x="528638" y="86677"/>
                    </a:cubicBezTo>
                    <a:cubicBezTo>
                      <a:pt x="528638" y="112395"/>
                      <a:pt x="520065" y="130492"/>
                      <a:pt x="502920" y="147638"/>
                    </a:cubicBezTo>
                    <a:lnTo>
                      <a:pt x="217170" y="433388"/>
                    </a:lnTo>
                    <a:lnTo>
                      <a:pt x="502920" y="719137"/>
                    </a:lnTo>
                    <a:cubicBezTo>
                      <a:pt x="538163" y="754380"/>
                      <a:pt x="538163" y="805815"/>
                      <a:pt x="502920" y="841057"/>
                    </a:cubicBezTo>
                    <a:cubicBezTo>
                      <a:pt x="494348" y="858203"/>
                      <a:pt x="467678" y="866775"/>
                      <a:pt x="441960" y="866775"/>
                    </a:cubicBezTo>
                    <a:cubicBezTo>
                      <a:pt x="450533" y="866775"/>
                      <a:pt x="441960" y="866775"/>
                      <a:pt x="441960" y="866775"/>
                    </a:cubicBezTo>
                    <a:close/>
                  </a:path>
                </a:pathLst>
              </a:custGeom>
              <a:grpFill/>
              <a:ln w="9525"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C1C73C00-4CE1-6232-D83D-31BECD493A58}"/>
                  </a:ext>
                </a:extLst>
              </p:cNvPr>
              <p:cNvSpPr>
                <a:spLocks/>
              </p:cNvSpPr>
              <p:nvPr/>
            </p:nvSpPr>
            <p:spPr>
              <a:xfrm>
                <a:off x="13072954" y="4785997"/>
                <a:ext cx="529351" cy="866774"/>
              </a:xfrm>
              <a:custGeom>
                <a:avLst/>
                <a:gdLst>
                  <a:gd name="connsiteX0" fmla="*/ 87392 w 529351"/>
                  <a:gd name="connsiteY0" fmla="*/ 866775 h 866774"/>
                  <a:gd name="connsiteX1" fmla="*/ 26432 w 529351"/>
                  <a:gd name="connsiteY1" fmla="*/ 841057 h 866774"/>
                  <a:gd name="connsiteX2" fmla="*/ 26432 w 529351"/>
                  <a:gd name="connsiteY2" fmla="*/ 719137 h 866774"/>
                  <a:gd name="connsiteX3" fmla="*/ 312182 w 529351"/>
                  <a:gd name="connsiteY3" fmla="*/ 433388 h 866774"/>
                  <a:gd name="connsiteX4" fmla="*/ 26432 w 529351"/>
                  <a:gd name="connsiteY4" fmla="*/ 147638 h 866774"/>
                  <a:gd name="connsiteX5" fmla="*/ 714 w 529351"/>
                  <a:gd name="connsiteY5" fmla="*/ 86677 h 866774"/>
                  <a:gd name="connsiteX6" fmla="*/ 26432 w 529351"/>
                  <a:gd name="connsiteY6" fmla="*/ 25717 h 866774"/>
                  <a:gd name="connsiteX7" fmla="*/ 87392 w 529351"/>
                  <a:gd name="connsiteY7" fmla="*/ 0 h 866774"/>
                  <a:gd name="connsiteX8" fmla="*/ 87392 w 529351"/>
                  <a:gd name="connsiteY8" fmla="*/ 0 h 866774"/>
                  <a:gd name="connsiteX9" fmla="*/ 148352 w 529351"/>
                  <a:gd name="connsiteY9" fmla="*/ 25717 h 866774"/>
                  <a:gd name="connsiteX10" fmla="*/ 503634 w 529351"/>
                  <a:gd name="connsiteY10" fmla="*/ 372428 h 866774"/>
                  <a:gd name="connsiteX11" fmla="*/ 529352 w 529351"/>
                  <a:gd name="connsiteY11" fmla="*/ 433388 h 866774"/>
                  <a:gd name="connsiteX12" fmla="*/ 503634 w 529351"/>
                  <a:gd name="connsiteY12" fmla="*/ 494348 h 866774"/>
                  <a:gd name="connsiteX13" fmla="*/ 148352 w 529351"/>
                  <a:gd name="connsiteY13" fmla="*/ 841057 h 866774"/>
                  <a:gd name="connsiteX14" fmla="*/ 87392 w 529351"/>
                  <a:gd name="connsiteY14" fmla="*/ 866775 h 866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9351" h="866774">
                    <a:moveTo>
                      <a:pt x="87392" y="866775"/>
                    </a:moveTo>
                    <a:cubicBezTo>
                      <a:pt x="61674" y="866775"/>
                      <a:pt x="43577" y="858203"/>
                      <a:pt x="26432" y="841057"/>
                    </a:cubicBezTo>
                    <a:cubicBezTo>
                      <a:pt x="-8811" y="805815"/>
                      <a:pt x="-8811" y="754380"/>
                      <a:pt x="26432" y="719137"/>
                    </a:cubicBezTo>
                    <a:lnTo>
                      <a:pt x="312182" y="433388"/>
                    </a:lnTo>
                    <a:lnTo>
                      <a:pt x="26432" y="147638"/>
                    </a:lnTo>
                    <a:cubicBezTo>
                      <a:pt x="9287" y="130492"/>
                      <a:pt x="714" y="112395"/>
                      <a:pt x="714" y="86677"/>
                    </a:cubicBezTo>
                    <a:cubicBezTo>
                      <a:pt x="714" y="60960"/>
                      <a:pt x="9287" y="42863"/>
                      <a:pt x="26432" y="25717"/>
                    </a:cubicBezTo>
                    <a:cubicBezTo>
                      <a:pt x="43577" y="8573"/>
                      <a:pt x="61674" y="0"/>
                      <a:pt x="87392" y="0"/>
                    </a:cubicBezTo>
                    <a:lnTo>
                      <a:pt x="87392" y="0"/>
                    </a:lnTo>
                    <a:cubicBezTo>
                      <a:pt x="113109" y="0"/>
                      <a:pt x="131207" y="8573"/>
                      <a:pt x="148352" y="25717"/>
                    </a:cubicBezTo>
                    <a:lnTo>
                      <a:pt x="503634" y="372428"/>
                    </a:lnTo>
                    <a:cubicBezTo>
                      <a:pt x="520779" y="389573"/>
                      <a:pt x="529352" y="407670"/>
                      <a:pt x="529352" y="433388"/>
                    </a:cubicBezTo>
                    <a:cubicBezTo>
                      <a:pt x="529352" y="459105"/>
                      <a:pt x="520779" y="477203"/>
                      <a:pt x="503634" y="494348"/>
                    </a:cubicBezTo>
                    <a:lnTo>
                      <a:pt x="148352" y="841057"/>
                    </a:lnTo>
                    <a:cubicBezTo>
                      <a:pt x="130254" y="858203"/>
                      <a:pt x="113109" y="866775"/>
                      <a:pt x="87392" y="866775"/>
                    </a:cubicBezTo>
                    <a:close/>
                  </a:path>
                </a:pathLst>
              </a:custGeom>
              <a:grpFill/>
              <a:ln w="9525" cap="flat">
                <a:noFill/>
                <a:prstDash val="solid"/>
                <a:miter/>
              </a:ln>
            </p:spPr>
            <p:txBody>
              <a:bodyPr rtlCol="0" anchor="ctr"/>
              <a:lstStyle/>
              <a:p>
                <a:endParaRPr lang="fr-FR"/>
              </a:p>
            </p:txBody>
          </p:sp>
        </p:grpSp>
        <p:sp>
          <p:nvSpPr>
            <p:cNvPr id="44" name="Forme libre : forme 43">
              <a:hlinkClick r:id="rId6"/>
              <a:extLst>
                <a:ext uri="{FF2B5EF4-FFF2-40B4-BE49-F238E27FC236}">
                  <a16:creationId xmlns:a16="http://schemas.microsoft.com/office/drawing/2014/main" id="{4CAFCF9E-E5FF-6FB8-E3A0-AB8AFC4E8252}"/>
                </a:ext>
              </a:extLst>
            </p:cNvPr>
            <p:cNvSpPr>
              <a:spLocks noChangeAspect="1"/>
            </p:cNvSpPr>
            <p:nvPr/>
          </p:nvSpPr>
          <p:spPr>
            <a:xfrm>
              <a:off x="6192476" y="6448996"/>
              <a:ext cx="144319" cy="168374"/>
            </a:xfrm>
            <a:custGeom>
              <a:avLst/>
              <a:gdLst>
                <a:gd name="connsiteX0" fmla="*/ 218571 w 308571"/>
                <a:gd name="connsiteY0" fmla="*/ 70714 h 360000"/>
                <a:gd name="connsiteX1" fmla="*/ 244285 w 308571"/>
                <a:gd name="connsiteY1" fmla="*/ 70714 h 360000"/>
                <a:gd name="connsiteX2" fmla="*/ 244285 w 308571"/>
                <a:gd name="connsiteY2" fmla="*/ 147857 h 360000"/>
                <a:gd name="connsiteX3" fmla="*/ 218571 w 308571"/>
                <a:gd name="connsiteY3" fmla="*/ 147857 h 360000"/>
                <a:gd name="connsiteX4" fmla="*/ 147857 w 308571"/>
                <a:gd name="connsiteY4" fmla="*/ 70714 h 360000"/>
                <a:gd name="connsiteX5" fmla="*/ 173571 w 308571"/>
                <a:gd name="connsiteY5" fmla="*/ 70714 h 360000"/>
                <a:gd name="connsiteX6" fmla="*/ 173571 w 308571"/>
                <a:gd name="connsiteY6" fmla="*/ 147857 h 360000"/>
                <a:gd name="connsiteX7" fmla="*/ 147857 w 308571"/>
                <a:gd name="connsiteY7" fmla="*/ 147857 h 360000"/>
                <a:gd name="connsiteX8" fmla="*/ 77143 w 308571"/>
                <a:gd name="connsiteY8" fmla="*/ 25715 h 360000"/>
                <a:gd name="connsiteX9" fmla="*/ 77143 w 308571"/>
                <a:gd name="connsiteY9" fmla="*/ 218572 h 360000"/>
                <a:gd name="connsiteX10" fmla="*/ 135000 w 308571"/>
                <a:gd name="connsiteY10" fmla="*/ 218572 h 360000"/>
                <a:gd name="connsiteX11" fmla="*/ 135000 w 308571"/>
                <a:gd name="connsiteY11" fmla="*/ 263572 h 360000"/>
                <a:gd name="connsiteX12" fmla="*/ 180000 w 308571"/>
                <a:gd name="connsiteY12" fmla="*/ 218572 h 360000"/>
                <a:gd name="connsiteX13" fmla="*/ 231428 w 308571"/>
                <a:gd name="connsiteY13" fmla="*/ 218572 h 360000"/>
                <a:gd name="connsiteX14" fmla="*/ 282857 w 308571"/>
                <a:gd name="connsiteY14" fmla="*/ 167143 h 360000"/>
                <a:gd name="connsiteX15" fmla="*/ 282857 w 308571"/>
                <a:gd name="connsiteY15" fmla="*/ 25715 h 360000"/>
                <a:gd name="connsiteX16" fmla="*/ 64286 w 308571"/>
                <a:gd name="connsiteY16" fmla="*/ 0 h 360000"/>
                <a:gd name="connsiteX17" fmla="*/ 308571 w 308571"/>
                <a:gd name="connsiteY17" fmla="*/ 0 h 360000"/>
                <a:gd name="connsiteX18" fmla="*/ 308571 w 308571"/>
                <a:gd name="connsiteY18" fmla="*/ 180000 h 360000"/>
                <a:gd name="connsiteX19" fmla="*/ 192857 w 308571"/>
                <a:gd name="connsiteY19" fmla="*/ 295715 h 360000"/>
                <a:gd name="connsiteX20" fmla="*/ 141428 w 308571"/>
                <a:gd name="connsiteY20" fmla="*/ 295715 h 360000"/>
                <a:gd name="connsiteX21" fmla="*/ 77143 w 308571"/>
                <a:gd name="connsiteY21" fmla="*/ 360000 h 360000"/>
                <a:gd name="connsiteX22" fmla="*/ 77143 w 308571"/>
                <a:gd name="connsiteY22" fmla="*/ 295715 h 360000"/>
                <a:gd name="connsiteX23" fmla="*/ 0 w 308571"/>
                <a:gd name="connsiteY23" fmla="*/ 295715 h 360000"/>
                <a:gd name="connsiteX24" fmla="*/ 0 w 308571"/>
                <a:gd name="connsiteY24" fmla="*/ 64286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8571" h="360000">
                  <a:moveTo>
                    <a:pt x="218571" y="70714"/>
                  </a:moveTo>
                  <a:lnTo>
                    <a:pt x="244285" y="70714"/>
                  </a:lnTo>
                  <a:lnTo>
                    <a:pt x="244285" y="147857"/>
                  </a:lnTo>
                  <a:lnTo>
                    <a:pt x="218571" y="147857"/>
                  </a:lnTo>
                  <a:close/>
                  <a:moveTo>
                    <a:pt x="147857" y="70714"/>
                  </a:moveTo>
                  <a:lnTo>
                    <a:pt x="173571" y="70714"/>
                  </a:lnTo>
                  <a:lnTo>
                    <a:pt x="173571" y="147857"/>
                  </a:lnTo>
                  <a:lnTo>
                    <a:pt x="147857" y="147857"/>
                  </a:lnTo>
                  <a:close/>
                  <a:moveTo>
                    <a:pt x="77143" y="25715"/>
                  </a:moveTo>
                  <a:lnTo>
                    <a:pt x="77143" y="218572"/>
                  </a:lnTo>
                  <a:lnTo>
                    <a:pt x="135000" y="218572"/>
                  </a:lnTo>
                  <a:lnTo>
                    <a:pt x="135000" y="263572"/>
                  </a:lnTo>
                  <a:lnTo>
                    <a:pt x="180000" y="218572"/>
                  </a:lnTo>
                  <a:lnTo>
                    <a:pt x="231428" y="218572"/>
                  </a:lnTo>
                  <a:lnTo>
                    <a:pt x="282857" y="167143"/>
                  </a:lnTo>
                  <a:lnTo>
                    <a:pt x="282857" y="25715"/>
                  </a:lnTo>
                  <a:close/>
                  <a:moveTo>
                    <a:pt x="64286" y="0"/>
                  </a:moveTo>
                  <a:lnTo>
                    <a:pt x="308571" y="0"/>
                  </a:lnTo>
                  <a:lnTo>
                    <a:pt x="308571" y="180000"/>
                  </a:lnTo>
                  <a:lnTo>
                    <a:pt x="192857" y="295715"/>
                  </a:lnTo>
                  <a:lnTo>
                    <a:pt x="141428" y="295715"/>
                  </a:lnTo>
                  <a:lnTo>
                    <a:pt x="77143" y="360000"/>
                  </a:lnTo>
                  <a:lnTo>
                    <a:pt x="77143" y="295715"/>
                  </a:lnTo>
                  <a:lnTo>
                    <a:pt x="0" y="295715"/>
                  </a:lnTo>
                  <a:lnTo>
                    <a:pt x="0" y="64286"/>
                  </a:lnTo>
                  <a:close/>
                </a:path>
              </a:pathLst>
            </a:custGeom>
            <a:solidFill>
              <a:schemeClr val="bg1"/>
            </a:solidFill>
            <a:ln w="2449" cap="flat">
              <a:noFill/>
              <a:prstDash val="solid"/>
              <a:miter/>
            </a:ln>
          </p:spPr>
          <p:txBody>
            <a:bodyPr rtlCol="0" anchor="ctr"/>
            <a:lstStyle/>
            <a:p>
              <a:endParaRPr lang="fr-FR"/>
            </a:p>
          </p:txBody>
        </p:sp>
        <p:sp>
          <p:nvSpPr>
            <p:cNvPr id="45" name="Graphique 50">
              <a:hlinkClick r:id="rId7"/>
              <a:extLst>
                <a:ext uri="{FF2B5EF4-FFF2-40B4-BE49-F238E27FC236}">
                  <a16:creationId xmlns:a16="http://schemas.microsoft.com/office/drawing/2014/main" id="{AF3C992C-DBFA-9F41-F679-71F0A1BD5BEF}"/>
                </a:ext>
              </a:extLst>
            </p:cNvPr>
            <p:cNvSpPr>
              <a:spLocks noChangeAspect="1"/>
            </p:cNvSpPr>
            <p:nvPr/>
          </p:nvSpPr>
          <p:spPr>
            <a:xfrm>
              <a:off x="6563302" y="6448996"/>
              <a:ext cx="222080" cy="168374"/>
            </a:xfrm>
            <a:custGeom>
              <a:avLst/>
              <a:gdLst>
                <a:gd name="connsiteX0" fmla="*/ 1026033 w 1211090"/>
                <a:gd name="connsiteY0" fmla="*/ 77153 h 918210"/>
                <a:gd name="connsiteX1" fmla="*/ 776478 w 1211090"/>
                <a:gd name="connsiteY1" fmla="*/ 0 h 918210"/>
                <a:gd name="connsiteX2" fmla="*/ 744093 w 1211090"/>
                <a:gd name="connsiteY2" fmla="*/ 64770 h 918210"/>
                <a:gd name="connsiteX3" fmla="*/ 466915 w 1211090"/>
                <a:gd name="connsiteY3" fmla="*/ 64770 h 918210"/>
                <a:gd name="connsiteX4" fmla="*/ 434530 w 1211090"/>
                <a:gd name="connsiteY4" fmla="*/ 0 h 918210"/>
                <a:gd name="connsiteX5" fmla="*/ 184975 w 1211090"/>
                <a:gd name="connsiteY5" fmla="*/ 77153 h 918210"/>
                <a:gd name="connsiteX6" fmla="*/ 4953 w 1211090"/>
                <a:gd name="connsiteY6" fmla="*/ 763905 h 918210"/>
                <a:gd name="connsiteX7" fmla="*/ 4953 w 1211090"/>
                <a:gd name="connsiteY7" fmla="*/ 763905 h 918210"/>
                <a:gd name="connsiteX8" fmla="*/ 311658 w 1211090"/>
                <a:gd name="connsiteY8" fmla="*/ 918210 h 918210"/>
                <a:gd name="connsiteX9" fmla="*/ 377380 w 1211090"/>
                <a:gd name="connsiteY9" fmla="*/ 812483 h 918210"/>
                <a:gd name="connsiteX10" fmla="*/ 273558 w 1211090"/>
                <a:gd name="connsiteY10" fmla="*/ 762953 h 918210"/>
                <a:gd name="connsiteX11" fmla="*/ 299275 w 1211090"/>
                <a:gd name="connsiteY11" fmla="*/ 743903 h 918210"/>
                <a:gd name="connsiteX12" fmla="*/ 911733 w 1211090"/>
                <a:gd name="connsiteY12" fmla="*/ 743903 h 918210"/>
                <a:gd name="connsiteX13" fmla="*/ 937450 w 1211090"/>
                <a:gd name="connsiteY13" fmla="*/ 762953 h 918210"/>
                <a:gd name="connsiteX14" fmla="*/ 833628 w 1211090"/>
                <a:gd name="connsiteY14" fmla="*/ 812483 h 918210"/>
                <a:gd name="connsiteX15" fmla="*/ 899350 w 1211090"/>
                <a:gd name="connsiteY15" fmla="*/ 918210 h 918210"/>
                <a:gd name="connsiteX16" fmla="*/ 1206055 w 1211090"/>
                <a:gd name="connsiteY16" fmla="*/ 764858 h 918210"/>
                <a:gd name="connsiteX17" fmla="*/ 1206055 w 1211090"/>
                <a:gd name="connsiteY17" fmla="*/ 764858 h 918210"/>
                <a:gd name="connsiteX18" fmla="*/ 1026033 w 1211090"/>
                <a:gd name="connsiteY18" fmla="*/ 77153 h 918210"/>
                <a:gd name="connsiteX19" fmla="*/ 405003 w 1211090"/>
                <a:gd name="connsiteY19" fmla="*/ 625793 h 918210"/>
                <a:gd name="connsiteX20" fmla="*/ 295465 w 1211090"/>
                <a:gd name="connsiteY20" fmla="*/ 504825 h 918210"/>
                <a:gd name="connsiteX21" fmla="*/ 404050 w 1211090"/>
                <a:gd name="connsiteY21" fmla="*/ 383858 h 918210"/>
                <a:gd name="connsiteX22" fmla="*/ 513588 w 1211090"/>
                <a:gd name="connsiteY22" fmla="*/ 504825 h 918210"/>
                <a:gd name="connsiteX23" fmla="*/ 405003 w 1211090"/>
                <a:gd name="connsiteY23" fmla="*/ 625793 h 918210"/>
                <a:gd name="connsiteX24" fmla="*/ 806958 w 1211090"/>
                <a:gd name="connsiteY24" fmla="*/ 625793 h 918210"/>
                <a:gd name="connsiteX25" fmla="*/ 698373 w 1211090"/>
                <a:gd name="connsiteY25" fmla="*/ 504825 h 918210"/>
                <a:gd name="connsiteX26" fmla="*/ 806958 w 1211090"/>
                <a:gd name="connsiteY26" fmla="*/ 383858 h 918210"/>
                <a:gd name="connsiteX27" fmla="*/ 915543 w 1211090"/>
                <a:gd name="connsiteY27" fmla="*/ 504825 h 918210"/>
                <a:gd name="connsiteX28" fmla="*/ 806958 w 1211090"/>
                <a:gd name="connsiteY28" fmla="*/ 625793 h 91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11090" h="918210">
                  <a:moveTo>
                    <a:pt x="1026033" y="77153"/>
                  </a:moveTo>
                  <a:cubicBezTo>
                    <a:pt x="946023" y="40005"/>
                    <a:pt x="862203" y="14288"/>
                    <a:pt x="776478" y="0"/>
                  </a:cubicBezTo>
                  <a:cubicBezTo>
                    <a:pt x="765048" y="20955"/>
                    <a:pt x="753618" y="42863"/>
                    <a:pt x="744093" y="64770"/>
                  </a:cubicBezTo>
                  <a:cubicBezTo>
                    <a:pt x="652653" y="50483"/>
                    <a:pt x="558355" y="50483"/>
                    <a:pt x="466915" y="64770"/>
                  </a:cubicBezTo>
                  <a:cubicBezTo>
                    <a:pt x="457390" y="42863"/>
                    <a:pt x="446913" y="20955"/>
                    <a:pt x="434530" y="0"/>
                  </a:cubicBezTo>
                  <a:cubicBezTo>
                    <a:pt x="347853" y="14288"/>
                    <a:pt x="264033" y="40958"/>
                    <a:pt x="184975" y="77153"/>
                  </a:cubicBezTo>
                  <a:cubicBezTo>
                    <a:pt x="26860" y="311468"/>
                    <a:pt x="-16002" y="539115"/>
                    <a:pt x="4953" y="763905"/>
                  </a:cubicBezTo>
                  <a:lnTo>
                    <a:pt x="4953" y="763905"/>
                  </a:lnTo>
                  <a:cubicBezTo>
                    <a:pt x="97345" y="832485"/>
                    <a:pt x="201168" y="883920"/>
                    <a:pt x="311658" y="918210"/>
                  </a:cubicBezTo>
                  <a:cubicBezTo>
                    <a:pt x="336423" y="884873"/>
                    <a:pt x="358330" y="849630"/>
                    <a:pt x="377380" y="812483"/>
                  </a:cubicBezTo>
                  <a:cubicBezTo>
                    <a:pt x="341185" y="799148"/>
                    <a:pt x="306895" y="782955"/>
                    <a:pt x="273558" y="762953"/>
                  </a:cubicBezTo>
                  <a:cubicBezTo>
                    <a:pt x="282130" y="756285"/>
                    <a:pt x="290703" y="750570"/>
                    <a:pt x="299275" y="743903"/>
                  </a:cubicBezTo>
                  <a:cubicBezTo>
                    <a:pt x="493585" y="835343"/>
                    <a:pt x="718375" y="835343"/>
                    <a:pt x="911733" y="743903"/>
                  </a:cubicBezTo>
                  <a:cubicBezTo>
                    <a:pt x="920305" y="750570"/>
                    <a:pt x="928878" y="757238"/>
                    <a:pt x="937450" y="762953"/>
                  </a:cubicBezTo>
                  <a:cubicBezTo>
                    <a:pt x="904113" y="782003"/>
                    <a:pt x="869823" y="799148"/>
                    <a:pt x="833628" y="812483"/>
                  </a:cubicBezTo>
                  <a:cubicBezTo>
                    <a:pt x="852678" y="849630"/>
                    <a:pt x="874585" y="884873"/>
                    <a:pt x="899350" y="918210"/>
                  </a:cubicBezTo>
                  <a:cubicBezTo>
                    <a:pt x="1009840" y="884873"/>
                    <a:pt x="1113663" y="832485"/>
                    <a:pt x="1206055" y="764858"/>
                  </a:cubicBezTo>
                  <a:lnTo>
                    <a:pt x="1206055" y="764858"/>
                  </a:lnTo>
                  <a:cubicBezTo>
                    <a:pt x="1230820" y="502920"/>
                    <a:pt x="1163193" y="277178"/>
                    <a:pt x="1026033" y="77153"/>
                  </a:cubicBezTo>
                  <a:close/>
                  <a:moveTo>
                    <a:pt x="405003" y="625793"/>
                  </a:moveTo>
                  <a:cubicBezTo>
                    <a:pt x="344995" y="625793"/>
                    <a:pt x="295465" y="571500"/>
                    <a:pt x="295465" y="504825"/>
                  </a:cubicBezTo>
                  <a:cubicBezTo>
                    <a:pt x="295465" y="438150"/>
                    <a:pt x="343090" y="383858"/>
                    <a:pt x="404050" y="383858"/>
                  </a:cubicBezTo>
                  <a:cubicBezTo>
                    <a:pt x="465010" y="383858"/>
                    <a:pt x="514540" y="438150"/>
                    <a:pt x="513588" y="504825"/>
                  </a:cubicBezTo>
                  <a:cubicBezTo>
                    <a:pt x="512635" y="571500"/>
                    <a:pt x="465010" y="625793"/>
                    <a:pt x="405003" y="625793"/>
                  </a:cubicBezTo>
                  <a:close/>
                  <a:moveTo>
                    <a:pt x="806958" y="625793"/>
                  </a:moveTo>
                  <a:cubicBezTo>
                    <a:pt x="746950" y="625793"/>
                    <a:pt x="698373" y="571500"/>
                    <a:pt x="698373" y="504825"/>
                  </a:cubicBezTo>
                  <a:cubicBezTo>
                    <a:pt x="698373" y="438150"/>
                    <a:pt x="745998" y="383858"/>
                    <a:pt x="806958" y="383858"/>
                  </a:cubicBezTo>
                  <a:cubicBezTo>
                    <a:pt x="867918" y="383858"/>
                    <a:pt x="916495" y="438150"/>
                    <a:pt x="915543" y="504825"/>
                  </a:cubicBezTo>
                  <a:cubicBezTo>
                    <a:pt x="914590" y="571500"/>
                    <a:pt x="867918" y="625793"/>
                    <a:pt x="806958" y="625793"/>
                  </a:cubicBezTo>
                  <a:close/>
                </a:path>
              </a:pathLst>
            </a:custGeom>
            <a:solidFill>
              <a:schemeClr val="bg1"/>
            </a:solidFill>
            <a:ln w="9525" cap="flat">
              <a:noFill/>
              <a:prstDash val="solid"/>
              <a:miter/>
            </a:ln>
          </p:spPr>
          <p:txBody>
            <a:bodyPr rtlCol="0" anchor="ctr"/>
            <a:lstStyle/>
            <a:p>
              <a:endParaRPr lang="fr-FR"/>
            </a:p>
          </p:txBody>
        </p:sp>
      </p:grpSp>
      <p:sp>
        <p:nvSpPr>
          <p:cNvPr id="49" name="Ellipse 48">
            <a:extLst>
              <a:ext uri="{FF2B5EF4-FFF2-40B4-BE49-F238E27FC236}">
                <a16:creationId xmlns:a16="http://schemas.microsoft.com/office/drawing/2014/main" id="{142F02DC-8581-ACA8-525D-4EE6A9A4D688}"/>
              </a:ext>
            </a:extLst>
          </p:cNvPr>
          <p:cNvSpPr/>
          <p:nvPr userDrawn="1"/>
        </p:nvSpPr>
        <p:spPr>
          <a:xfrm>
            <a:off x="1199086" y="2970785"/>
            <a:ext cx="982090" cy="98209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Espace réservé pour une image  25">
            <a:extLst>
              <a:ext uri="{FF2B5EF4-FFF2-40B4-BE49-F238E27FC236}">
                <a16:creationId xmlns:a16="http://schemas.microsoft.com/office/drawing/2014/main" id="{9F0E3779-C187-72E0-A64C-8852035369AF}"/>
              </a:ext>
            </a:extLst>
          </p:cNvPr>
          <p:cNvSpPr>
            <a:spLocks noGrp="1"/>
          </p:cNvSpPr>
          <p:nvPr userDrawn="1">
            <p:ph type="pic" sz="quarter" idx="18" hasCustomPrompt="1"/>
          </p:nvPr>
        </p:nvSpPr>
        <p:spPr>
          <a:xfrm>
            <a:off x="1265712" y="3037109"/>
            <a:ext cx="848838" cy="849444"/>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51" name="Espace réservé du texte 4">
            <a:extLst>
              <a:ext uri="{FF2B5EF4-FFF2-40B4-BE49-F238E27FC236}">
                <a16:creationId xmlns:a16="http://schemas.microsoft.com/office/drawing/2014/main" id="{0ED11694-F6BC-473B-AC26-DCF267ECBF63}"/>
              </a:ext>
            </a:extLst>
          </p:cNvPr>
          <p:cNvSpPr>
            <a:spLocks noGrp="1"/>
          </p:cNvSpPr>
          <p:nvPr userDrawn="1">
            <p:ph type="body" sz="quarter" idx="19" hasCustomPrompt="1"/>
          </p:nvPr>
        </p:nvSpPr>
        <p:spPr>
          <a:xfrm>
            <a:off x="1211637" y="4086734"/>
            <a:ext cx="3178881" cy="276999"/>
          </a:xfrm>
        </p:spPr>
        <p:txBody>
          <a:bodyPr wrap="square" tIns="0" bIns="0">
            <a:spAutoFit/>
          </a:bodyPr>
          <a:lstStyle>
            <a:lvl1pPr marL="0" indent="0" algn="l">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52" name="Espace réservé du texte 4">
            <a:extLst>
              <a:ext uri="{FF2B5EF4-FFF2-40B4-BE49-F238E27FC236}">
                <a16:creationId xmlns:a16="http://schemas.microsoft.com/office/drawing/2014/main" id="{DDB90BA3-97F6-5E70-69A9-8D6D2AE207B6}"/>
              </a:ext>
            </a:extLst>
          </p:cNvPr>
          <p:cNvSpPr>
            <a:spLocks noGrp="1"/>
          </p:cNvSpPr>
          <p:nvPr userDrawn="1">
            <p:ph type="body" sz="quarter" idx="20" hasCustomPrompt="1"/>
          </p:nvPr>
        </p:nvSpPr>
        <p:spPr>
          <a:xfrm>
            <a:off x="1211637" y="4374975"/>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55" name="Forme libre : forme 54">
            <a:extLst>
              <a:ext uri="{FF2B5EF4-FFF2-40B4-BE49-F238E27FC236}">
                <a16:creationId xmlns:a16="http://schemas.microsoft.com/office/drawing/2014/main" id="{B77E450D-379E-F4ED-9C46-32A167668519}"/>
              </a:ext>
            </a:extLst>
          </p:cNvPr>
          <p:cNvSpPr/>
          <p:nvPr userDrawn="1"/>
        </p:nvSpPr>
        <p:spPr>
          <a:xfrm>
            <a:off x="1219978" y="4912369"/>
            <a:ext cx="201628" cy="148543"/>
          </a:xfrm>
          <a:custGeom>
            <a:avLst/>
            <a:gdLst>
              <a:gd name="connsiteX0" fmla="*/ 0 w 4130650"/>
              <a:gd name="connsiteY0" fmla="*/ 858316 h 3043122"/>
              <a:gd name="connsiteX1" fmla="*/ 1940966 w 4130650"/>
              <a:gd name="connsiteY1" fmla="*/ 2043378 h 3043122"/>
              <a:gd name="connsiteX2" fmla="*/ 2062887 w 4130650"/>
              <a:gd name="connsiteY2" fmla="*/ 2077516 h 3043122"/>
              <a:gd name="connsiteX3" fmla="*/ 2184807 w 4130650"/>
              <a:gd name="connsiteY3" fmla="*/ 2043378 h 3043122"/>
              <a:gd name="connsiteX4" fmla="*/ 4130650 w 4130650"/>
              <a:gd name="connsiteY4" fmla="*/ 858316 h 3043122"/>
              <a:gd name="connsiteX5" fmla="*/ 4130650 w 4130650"/>
              <a:gd name="connsiteY5" fmla="*/ 2433522 h 3043122"/>
              <a:gd name="connsiteX6" fmla="*/ 3521050 w 4130650"/>
              <a:gd name="connsiteY6" fmla="*/ 3043122 h 3043122"/>
              <a:gd name="connsiteX7" fmla="*/ 609600 w 4130650"/>
              <a:gd name="connsiteY7" fmla="*/ 3043122 h 3043122"/>
              <a:gd name="connsiteX8" fmla="*/ 0 w 4130650"/>
              <a:gd name="connsiteY8" fmla="*/ 2433522 h 3043122"/>
              <a:gd name="connsiteX9" fmla="*/ 609600 w 4130650"/>
              <a:gd name="connsiteY9" fmla="*/ 0 h 3043122"/>
              <a:gd name="connsiteX10" fmla="*/ 3521050 w 4130650"/>
              <a:gd name="connsiteY10" fmla="*/ 0 h 3043122"/>
              <a:gd name="connsiteX11" fmla="*/ 4111142 w 4130650"/>
              <a:gd name="connsiteY11" fmla="*/ 477926 h 3043122"/>
              <a:gd name="connsiteX12" fmla="*/ 2067763 w 4130650"/>
              <a:gd name="connsiteY12" fmla="*/ 1726387 h 3043122"/>
              <a:gd name="connsiteX13" fmla="*/ 19507 w 4130650"/>
              <a:gd name="connsiteY13" fmla="*/ 477926 h 3043122"/>
              <a:gd name="connsiteX14" fmla="*/ 609600 w 4130650"/>
              <a:gd name="connsiteY14" fmla="*/ 0 h 304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30650" h="3043122">
                <a:moveTo>
                  <a:pt x="0" y="858316"/>
                </a:moveTo>
                <a:lnTo>
                  <a:pt x="1940966" y="2043378"/>
                </a:lnTo>
                <a:cubicBezTo>
                  <a:pt x="1979981" y="2067762"/>
                  <a:pt x="2023872" y="2077516"/>
                  <a:pt x="2062887" y="2077516"/>
                </a:cubicBezTo>
                <a:cubicBezTo>
                  <a:pt x="2101901" y="2077516"/>
                  <a:pt x="2145792" y="2067762"/>
                  <a:pt x="2184807" y="2043378"/>
                </a:cubicBezTo>
                <a:lnTo>
                  <a:pt x="4130650" y="858316"/>
                </a:lnTo>
                <a:lnTo>
                  <a:pt x="4130650" y="2433522"/>
                </a:lnTo>
                <a:cubicBezTo>
                  <a:pt x="4130650" y="2770022"/>
                  <a:pt x="3857549" y="3043122"/>
                  <a:pt x="3521050" y="3043122"/>
                </a:cubicBezTo>
                <a:lnTo>
                  <a:pt x="609600" y="3043122"/>
                </a:lnTo>
                <a:cubicBezTo>
                  <a:pt x="273101" y="3043122"/>
                  <a:pt x="0" y="2770022"/>
                  <a:pt x="0" y="2433522"/>
                </a:cubicBezTo>
                <a:close/>
                <a:moveTo>
                  <a:pt x="609600" y="0"/>
                </a:moveTo>
                <a:lnTo>
                  <a:pt x="3521050" y="0"/>
                </a:lnTo>
                <a:cubicBezTo>
                  <a:pt x="3808781" y="0"/>
                  <a:pt x="4052621" y="204826"/>
                  <a:pt x="4111142" y="477926"/>
                </a:cubicBezTo>
                <a:lnTo>
                  <a:pt x="2067763" y="1726387"/>
                </a:lnTo>
                <a:lnTo>
                  <a:pt x="19507" y="477926"/>
                </a:lnTo>
                <a:cubicBezTo>
                  <a:pt x="78029" y="204826"/>
                  <a:pt x="321869" y="0"/>
                  <a:pt x="609600" y="0"/>
                </a:cubicBezTo>
                <a:close/>
              </a:path>
            </a:pathLst>
          </a:custGeom>
          <a:solidFill>
            <a:schemeClr val="bg1"/>
          </a:solidFill>
          <a:ln w="9525" cap="flat">
            <a:noFill/>
            <a:prstDash val="solid"/>
            <a:miter/>
          </a:ln>
        </p:spPr>
        <p:txBody>
          <a:bodyPr rtlCol="0" anchor="ctr"/>
          <a:lstStyle/>
          <a:p>
            <a:endParaRPr lang="fr-FR"/>
          </a:p>
        </p:txBody>
      </p:sp>
      <p:sp>
        <p:nvSpPr>
          <p:cNvPr id="56" name="Graphique 31">
            <a:extLst>
              <a:ext uri="{FF2B5EF4-FFF2-40B4-BE49-F238E27FC236}">
                <a16:creationId xmlns:a16="http://schemas.microsoft.com/office/drawing/2014/main" id="{3C7308E4-98B5-029A-8483-C5DE0D0CEC45}"/>
              </a:ext>
            </a:extLst>
          </p:cNvPr>
          <p:cNvSpPr/>
          <p:nvPr userDrawn="1"/>
        </p:nvSpPr>
        <p:spPr>
          <a:xfrm>
            <a:off x="1239799" y="5216312"/>
            <a:ext cx="153232" cy="243162"/>
          </a:xfrm>
          <a:custGeom>
            <a:avLst/>
            <a:gdLst>
              <a:gd name="connsiteX0" fmla="*/ 2221230 w 2324100"/>
              <a:gd name="connsiteY0" fmla="*/ 103251 h 3688080"/>
              <a:gd name="connsiteX1" fmla="*/ 2221230 w 2324100"/>
              <a:gd name="connsiteY1" fmla="*/ 102870 h 3688080"/>
              <a:gd name="connsiteX2" fmla="*/ 1973961 w 2324100"/>
              <a:gd name="connsiteY2" fmla="*/ 0 h 3688080"/>
              <a:gd name="connsiteX3" fmla="*/ 349758 w 2324100"/>
              <a:gd name="connsiteY3" fmla="*/ 0 h 3688080"/>
              <a:gd name="connsiteX4" fmla="*/ 0 w 2324100"/>
              <a:gd name="connsiteY4" fmla="*/ 349758 h 3688080"/>
              <a:gd name="connsiteX5" fmla="*/ 0 w 2324100"/>
              <a:gd name="connsiteY5" fmla="*/ 3337941 h 3688080"/>
              <a:gd name="connsiteX6" fmla="*/ 102870 w 2324100"/>
              <a:gd name="connsiteY6" fmla="*/ 3585210 h 3688080"/>
              <a:gd name="connsiteX7" fmla="*/ 349758 w 2324100"/>
              <a:gd name="connsiteY7" fmla="*/ 3688080 h 3688080"/>
              <a:gd name="connsiteX8" fmla="*/ 1974342 w 2324100"/>
              <a:gd name="connsiteY8" fmla="*/ 3688080 h 3688080"/>
              <a:gd name="connsiteX9" fmla="*/ 2221230 w 2324100"/>
              <a:gd name="connsiteY9" fmla="*/ 3585210 h 3688080"/>
              <a:gd name="connsiteX10" fmla="*/ 2324100 w 2324100"/>
              <a:gd name="connsiteY10" fmla="*/ 3338322 h 3688080"/>
              <a:gd name="connsiteX11" fmla="*/ 2324100 w 2324100"/>
              <a:gd name="connsiteY11" fmla="*/ 350139 h 3688080"/>
              <a:gd name="connsiteX12" fmla="*/ 2221230 w 2324100"/>
              <a:gd name="connsiteY12" fmla="*/ 103251 h 3688080"/>
              <a:gd name="connsiteX13" fmla="*/ 1162050 w 2324100"/>
              <a:gd name="connsiteY13" fmla="*/ 3450717 h 3688080"/>
              <a:gd name="connsiteX14" fmla="*/ 1162050 w 2324100"/>
              <a:gd name="connsiteY14" fmla="*/ 3450717 h 3688080"/>
              <a:gd name="connsiteX15" fmla="*/ 1067562 w 2324100"/>
              <a:gd name="connsiteY15" fmla="*/ 3356229 h 3688080"/>
              <a:gd name="connsiteX16" fmla="*/ 1162050 w 2324100"/>
              <a:gd name="connsiteY16" fmla="*/ 3261741 h 3688080"/>
              <a:gd name="connsiteX17" fmla="*/ 1256538 w 2324100"/>
              <a:gd name="connsiteY17" fmla="*/ 3356229 h 3688080"/>
              <a:gd name="connsiteX18" fmla="*/ 1162050 w 2324100"/>
              <a:gd name="connsiteY18" fmla="*/ 3450717 h 3688080"/>
              <a:gd name="connsiteX19" fmla="*/ 2046351 w 2324100"/>
              <a:gd name="connsiteY19" fmla="*/ 2857500 h 3688080"/>
              <a:gd name="connsiteX20" fmla="*/ 1817751 w 2324100"/>
              <a:gd name="connsiteY20" fmla="*/ 3086100 h 3688080"/>
              <a:gd name="connsiteX21" fmla="*/ 505968 w 2324100"/>
              <a:gd name="connsiteY21" fmla="*/ 3086100 h 3688080"/>
              <a:gd name="connsiteX22" fmla="*/ 277368 w 2324100"/>
              <a:gd name="connsiteY22" fmla="*/ 2857500 h 3688080"/>
              <a:gd name="connsiteX23" fmla="*/ 277368 w 2324100"/>
              <a:gd name="connsiteY23" fmla="*/ 630555 h 3688080"/>
              <a:gd name="connsiteX24" fmla="*/ 505968 w 2324100"/>
              <a:gd name="connsiteY24" fmla="*/ 401955 h 3688080"/>
              <a:gd name="connsiteX25" fmla="*/ 1818132 w 2324100"/>
              <a:gd name="connsiteY25" fmla="*/ 401955 h 3688080"/>
              <a:gd name="connsiteX26" fmla="*/ 2046732 w 2324100"/>
              <a:gd name="connsiteY26" fmla="*/ 630555 h 3688080"/>
              <a:gd name="connsiteX27" fmla="*/ 2046351 w 2324100"/>
              <a:gd name="connsiteY27" fmla="*/ 2857500 h 3688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324100" h="3688080">
                <a:moveTo>
                  <a:pt x="2221230" y="103251"/>
                </a:moveTo>
                <a:lnTo>
                  <a:pt x="2221230" y="102870"/>
                </a:lnTo>
                <a:cubicBezTo>
                  <a:pt x="2155765" y="37062"/>
                  <a:pt x="2066782" y="38"/>
                  <a:pt x="1973961" y="0"/>
                </a:cubicBezTo>
                <a:lnTo>
                  <a:pt x="349758" y="0"/>
                </a:lnTo>
                <a:cubicBezTo>
                  <a:pt x="156848" y="629"/>
                  <a:pt x="629" y="156848"/>
                  <a:pt x="0" y="349758"/>
                </a:cubicBezTo>
                <a:lnTo>
                  <a:pt x="0" y="3337941"/>
                </a:lnTo>
                <a:cubicBezTo>
                  <a:pt x="38" y="3430762"/>
                  <a:pt x="37062" y="3519745"/>
                  <a:pt x="102870" y="3585210"/>
                </a:cubicBezTo>
                <a:cubicBezTo>
                  <a:pt x="168240" y="3650923"/>
                  <a:pt x="257070" y="3687937"/>
                  <a:pt x="349758" y="3688080"/>
                </a:cubicBezTo>
                <a:lnTo>
                  <a:pt x="1974342" y="3688080"/>
                </a:lnTo>
                <a:cubicBezTo>
                  <a:pt x="2067030" y="3687937"/>
                  <a:pt x="2155860" y="3650923"/>
                  <a:pt x="2221230" y="3585210"/>
                </a:cubicBezTo>
                <a:cubicBezTo>
                  <a:pt x="2286943" y="3519840"/>
                  <a:pt x="2323957" y="3431010"/>
                  <a:pt x="2324100" y="3338322"/>
                </a:cubicBezTo>
                <a:lnTo>
                  <a:pt x="2324100" y="350139"/>
                </a:lnTo>
                <a:cubicBezTo>
                  <a:pt x="2323957" y="257451"/>
                  <a:pt x="2286943" y="168621"/>
                  <a:pt x="2221230" y="103251"/>
                </a:cubicBezTo>
                <a:close/>
                <a:moveTo>
                  <a:pt x="1162050" y="3450717"/>
                </a:moveTo>
                <a:lnTo>
                  <a:pt x="1162050" y="3450717"/>
                </a:lnTo>
                <a:cubicBezTo>
                  <a:pt x="1109863" y="3450717"/>
                  <a:pt x="1067562" y="3408416"/>
                  <a:pt x="1067562" y="3356229"/>
                </a:cubicBezTo>
                <a:cubicBezTo>
                  <a:pt x="1067562" y="3304042"/>
                  <a:pt x="1109863" y="3261741"/>
                  <a:pt x="1162050" y="3261741"/>
                </a:cubicBezTo>
                <a:cubicBezTo>
                  <a:pt x="1214238" y="3261741"/>
                  <a:pt x="1256538" y="3304042"/>
                  <a:pt x="1256538" y="3356229"/>
                </a:cubicBezTo>
                <a:cubicBezTo>
                  <a:pt x="1256538" y="3408416"/>
                  <a:pt x="1214238" y="3450717"/>
                  <a:pt x="1162050" y="3450717"/>
                </a:cubicBezTo>
                <a:close/>
                <a:moveTo>
                  <a:pt x="2046351" y="2857500"/>
                </a:moveTo>
                <a:cubicBezTo>
                  <a:pt x="2046351" y="2983754"/>
                  <a:pt x="1944005" y="3086100"/>
                  <a:pt x="1817751" y="3086100"/>
                </a:cubicBezTo>
                <a:lnTo>
                  <a:pt x="505968" y="3086100"/>
                </a:lnTo>
                <a:cubicBezTo>
                  <a:pt x="379714" y="3086100"/>
                  <a:pt x="277368" y="2983754"/>
                  <a:pt x="277368" y="2857500"/>
                </a:cubicBezTo>
                <a:lnTo>
                  <a:pt x="277368" y="630555"/>
                </a:lnTo>
                <a:cubicBezTo>
                  <a:pt x="277368" y="504301"/>
                  <a:pt x="379714" y="401955"/>
                  <a:pt x="505968" y="401955"/>
                </a:cubicBezTo>
                <a:lnTo>
                  <a:pt x="1818132" y="401955"/>
                </a:lnTo>
                <a:cubicBezTo>
                  <a:pt x="1944386" y="401955"/>
                  <a:pt x="2046732" y="504301"/>
                  <a:pt x="2046732" y="630555"/>
                </a:cubicBezTo>
                <a:lnTo>
                  <a:pt x="2046351" y="2857500"/>
                </a:lnTo>
                <a:close/>
              </a:path>
            </a:pathLst>
          </a:custGeom>
          <a:solidFill>
            <a:schemeClr val="bg1"/>
          </a:solidFill>
          <a:ln w="9525" cap="flat">
            <a:noFill/>
            <a:prstDash val="solid"/>
            <a:miter/>
          </a:ln>
        </p:spPr>
        <p:txBody>
          <a:bodyPr rtlCol="0" anchor="ctr"/>
          <a:lstStyle/>
          <a:p>
            <a:endParaRPr lang="fr-FR"/>
          </a:p>
        </p:txBody>
      </p:sp>
      <p:cxnSp>
        <p:nvCxnSpPr>
          <p:cNvPr id="57" name="Connecteur droit 56">
            <a:extLst>
              <a:ext uri="{FF2B5EF4-FFF2-40B4-BE49-F238E27FC236}">
                <a16:creationId xmlns:a16="http://schemas.microsoft.com/office/drawing/2014/main" id="{F4D47A22-04D5-1C2E-311A-D6B4652796B1}"/>
              </a:ext>
            </a:extLst>
          </p:cNvPr>
          <p:cNvCxnSpPr>
            <a:cxnSpLocks/>
          </p:cNvCxnSpPr>
          <p:nvPr userDrawn="1"/>
        </p:nvCxnSpPr>
        <p:spPr>
          <a:xfrm>
            <a:off x="1202939" y="4706672"/>
            <a:ext cx="2253939"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64" name="Espace réservé du texte 4">
            <a:extLst>
              <a:ext uri="{FF2B5EF4-FFF2-40B4-BE49-F238E27FC236}">
                <a16:creationId xmlns:a16="http://schemas.microsoft.com/office/drawing/2014/main" id="{5B72CB9D-1D06-3AF5-2452-937725F5C5D8}"/>
              </a:ext>
            </a:extLst>
          </p:cNvPr>
          <p:cNvSpPr>
            <a:spLocks noGrp="1"/>
          </p:cNvSpPr>
          <p:nvPr userDrawn="1">
            <p:ph type="body" sz="quarter" idx="21" hasCustomPrompt="1"/>
          </p:nvPr>
        </p:nvSpPr>
        <p:spPr>
          <a:xfrm>
            <a:off x="1537017" y="490060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a:t>firstname.lastname@ovh.com</a:t>
            </a:r>
          </a:p>
        </p:txBody>
      </p:sp>
      <p:sp>
        <p:nvSpPr>
          <p:cNvPr id="66" name="Espace réservé du texte 4">
            <a:extLst>
              <a:ext uri="{FF2B5EF4-FFF2-40B4-BE49-F238E27FC236}">
                <a16:creationId xmlns:a16="http://schemas.microsoft.com/office/drawing/2014/main" id="{3D6B6F01-9BC9-688B-3C6C-78D6D4D4DEE5}"/>
              </a:ext>
            </a:extLst>
          </p:cNvPr>
          <p:cNvSpPr>
            <a:spLocks noGrp="1"/>
          </p:cNvSpPr>
          <p:nvPr userDrawn="1">
            <p:ph type="body" sz="quarter" idx="22" hasCustomPrompt="1"/>
          </p:nvPr>
        </p:nvSpPr>
        <p:spPr>
          <a:xfrm>
            <a:off x="1537017" y="525874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a:t>+33 0 00 00 00 00 </a:t>
            </a:r>
          </a:p>
        </p:txBody>
      </p:sp>
      <p:sp>
        <p:nvSpPr>
          <p:cNvPr id="85" name="Titre 1">
            <a:extLst>
              <a:ext uri="{FF2B5EF4-FFF2-40B4-BE49-F238E27FC236}">
                <a16:creationId xmlns:a16="http://schemas.microsoft.com/office/drawing/2014/main" id="{286E90F2-8666-2DE7-6A14-4464149218D6}"/>
              </a:ext>
            </a:extLst>
          </p:cNvPr>
          <p:cNvSpPr>
            <a:spLocks noGrp="1"/>
          </p:cNvSpPr>
          <p:nvPr userDrawn="1">
            <p:ph type="title" hasCustomPrompt="1"/>
          </p:nvPr>
        </p:nvSpPr>
        <p:spPr>
          <a:xfrm>
            <a:off x="1199086" y="1807281"/>
            <a:ext cx="4896914" cy="498598"/>
          </a:xfrm>
        </p:spPr>
        <p:txBody>
          <a:bodyPr wrap="square" tIns="0" bIns="0">
            <a:spAutoFit/>
          </a:bodyPr>
          <a:lstStyle>
            <a:lvl1pPr>
              <a:defRPr sz="3600">
                <a:solidFill>
                  <a:schemeClr val="bg1"/>
                </a:solidFill>
              </a:defRPr>
            </a:lvl1pPr>
          </a:lstStyle>
          <a:p>
            <a:r>
              <a:rPr lang="fr-FR"/>
              <a:t>Contact</a:t>
            </a:r>
            <a:endParaRPr lang="en-US" dirty="0"/>
          </a:p>
        </p:txBody>
      </p:sp>
    </p:spTree>
    <p:extLst>
      <p:ext uri="{BB962C8B-B14F-4D97-AF65-F5344CB8AC3E}">
        <p14:creationId xmlns:p14="http://schemas.microsoft.com/office/powerpoint/2010/main" val="8931047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x2 contacts">
    <p:bg>
      <p:bgPr>
        <a:solidFill>
          <a:schemeClr val="tx1"/>
        </a:solidFill>
        <a:effectLst/>
      </p:bgPr>
    </p:bg>
    <p:spTree>
      <p:nvGrpSpPr>
        <p:cNvPr id="1" name=""/>
        <p:cNvGrpSpPr/>
        <p:nvPr/>
      </p:nvGrpSpPr>
      <p:grpSpPr>
        <a:xfrm>
          <a:off x="0" y="0"/>
          <a:ext cx="0" cy="0"/>
          <a:chOff x="0" y="0"/>
          <a:chExt cx="0" cy="0"/>
        </a:xfrm>
      </p:grpSpPr>
      <p:grpSp>
        <p:nvGrpSpPr>
          <p:cNvPr id="36" name="Groupe 35">
            <a:extLst>
              <a:ext uri="{FF2B5EF4-FFF2-40B4-BE49-F238E27FC236}">
                <a16:creationId xmlns:a16="http://schemas.microsoft.com/office/drawing/2014/main" id="{96C7FBF9-E5BF-A9B6-AC29-D1CDC8AE0345}"/>
              </a:ext>
            </a:extLst>
          </p:cNvPr>
          <p:cNvGrpSpPr/>
          <p:nvPr userDrawn="1"/>
        </p:nvGrpSpPr>
        <p:grpSpPr>
          <a:xfrm>
            <a:off x="9890391" y="1"/>
            <a:ext cx="1998542" cy="6604165"/>
            <a:chOff x="9890391" y="1"/>
            <a:chExt cx="1998542" cy="6604165"/>
          </a:xfrm>
        </p:grpSpPr>
        <p:sp>
          <p:nvSpPr>
            <p:cNvPr id="35" name="Forme libre : forme 34">
              <a:extLst>
                <a:ext uri="{FF2B5EF4-FFF2-40B4-BE49-F238E27FC236}">
                  <a16:creationId xmlns:a16="http://schemas.microsoft.com/office/drawing/2014/main" id="{CBB933F6-A3AE-A6C5-66EE-D72238A9D121}"/>
                </a:ext>
              </a:extLst>
            </p:cNvPr>
            <p:cNvSpPr/>
            <p:nvPr userDrawn="1"/>
          </p:nvSpPr>
          <p:spPr>
            <a:xfrm rot="16200000" flipH="1">
              <a:off x="9703800" y="186592"/>
              <a:ext cx="2371724" cy="1998542"/>
            </a:xfrm>
            <a:custGeom>
              <a:avLst/>
              <a:gdLst>
                <a:gd name="connsiteX0" fmla="*/ 0 w 2371724"/>
                <a:gd name="connsiteY0" fmla="*/ 1647150 h 1998542"/>
                <a:gd name="connsiteX1" fmla="*/ 0 w 2371724"/>
                <a:gd name="connsiteY1" fmla="*/ 1998542 h 1998542"/>
                <a:gd name="connsiteX2" fmla="*/ 2371724 w 2371724"/>
                <a:gd name="connsiteY2" fmla="*/ 1998542 h 1998542"/>
                <a:gd name="connsiteX3" fmla="*/ 1071562 w 2371724"/>
                <a:gd name="connsiteY3" fmla="*/ 0 h 1998542"/>
              </a:gdLst>
              <a:ahLst/>
              <a:cxnLst>
                <a:cxn ang="0">
                  <a:pos x="connsiteX0" y="connsiteY0"/>
                </a:cxn>
                <a:cxn ang="0">
                  <a:pos x="connsiteX1" y="connsiteY1"/>
                </a:cxn>
                <a:cxn ang="0">
                  <a:pos x="connsiteX2" y="connsiteY2"/>
                </a:cxn>
                <a:cxn ang="0">
                  <a:pos x="connsiteX3" y="connsiteY3"/>
                </a:cxn>
              </a:cxnLst>
              <a:rect l="l" t="t" r="r" b="b"/>
              <a:pathLst>
                <a:path w="2371724" h="1998542">
                  <a:moveTo>
                    <a:pt x="0" y="1647150"/>
                  </a:moveTo>
                  <a:lnTo>
                    <a:pt x="0" y="1998542"/>
                  </a:lnTo>
                  <a:lnTo>
                    <a:pt x="2371724" y="1998542"/>
                  </a:lnTo>
                  <a:lnTo>
                    <a:pt x="1071562"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1" name="Freeform 26">
              <a:extLst>
                <a:ext uri="{FF2B5EF4-FFF2-40B4-BE49-F238E27FC236}">
                  <a16:creationId xmlns:a16="http://schemas.microsoft.com/office/drawing/2014/main" id="{1BBAE00B-9854-A322-10EF-03D0F52942C4}"/>
                </a:ext>
              </a:extLst>
            </p:cNvPr>
            <p:cNvSpPr>
              <a:spLocks/>
            </p:cNvSpPr>
            <p:nvPr userDrawn="1"/>
          </p:nvSpPr>
          <p:spPr>
            <a:xfrm rot="16200000" flipH="1">
              <a:off x="10364704" y="5763898"/>
              <a:ext cx="950220" cy="730315"/>
            </a:xfrm>
            <a:custGeom>
              <a:avLst/>
              <a:gdLst>
                <a:gd name="connsiteX0" fmla="*/ 0 w 1499630"/>
                <a:gd name="connsiteY0" fmla="*/ 1152577 h 1152577"/>
                <a:gd name="connsiteX1" fmla="*/ 1499630 w 1499630"/>
                <a:gd name="connsiteY1" fmla="*/ 1152577 h 1152577"/>
                <a:gd name="connsiteX2" fmla="*/ 749815 w 1499630"/>
                <a:gd name="connsiteY2" fmla="*/ 0 h 1152577"/>
              </a:gdLst>
              <a:ahLst/>
              <a:cxnLst>
                <a:cxn ang="0">
                  <a:pos x="connsiteX0" y="connsiteY0"/>
                </a:cxn>
                <a:cxn ang="0">
                  <a:pos x="connsiteX1" y="connsiteY1"/>
                </a:cxn>
                <a:cxn ang="0">
                  <a:pos x="connsiteX2" y="connsiteY2"/>
                </a:cxn>
              </a:cxnLst>
              <a:rect l="l" t="t" r="r" b="b"/>
              <a:pathLst>
                <a:path w="1499630" h="1152577">
                  <a:moveTo>
                    <a:pt x="0" y="1152577"/>
                  </a:moveTo>
                  <a:lnTo>
                    <a:pt x="1499630" y="1152577"/>
                  </a:lnTo>
                  <a:lnTo>
                    <a:pt x="749815"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userDrawn="1">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userDrawn="1">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grpSp>
        <p:nvGrpSpPr>
          <p:cNvPr id="37" name="Groupe 36">
            <a:extLst>
              <a:ext uri="{FF2B5EF4-FFF2-40B4-BE49-F238E27FC236}">
                <a16:creationId xmlns:a16="http://schemas.microsoft.com/office/drawing/2014/main" id="{A766E885-C7CA-1849-4D74-2EA5D8DBA96F}"/>
              </a:ext>
            </a:extLst>
          </p:cNvPr>
          <p:cNvGrpSpPr>
            <a:grpSpLocks/>
          </p:cNvGrpSpPr>
          <p:nvPr userDrawn="1"/>
        </p:nvGrpSpPr>
        <p:grpSpPr>
          <a:xfrm>
            <a:off x="4597400" y="6448996"/>
            <a:ext cx="2997200" cy="168374"/>
            <a:chOff x="8074587" y="6348983"/>
            <a:chExt cx="3844998" cy="216000"/>
          </a:xfrm>
          <a:solidFill>
            <a:schemeClr val="bg1"/>
          </a:solidFill>
        </p:grpSpPr>
        <p:sp>
          <p:nvSpPr>
            <p:cNvPr id="38" name="Graphique 38">
              <a:hlinkClick r:id="rId2"/>
              <a:extLst>
                <a:ext uri="{FF2B5EF4-FFF2-40B4-BE49-F238E27FC236}">
                  <a16:creationId xmlns:a16="http://schemas.microsoft.com/office/drawing/2014/main" id="{14C3CFAA-2E92-7D5F-36E4-833E3DA9367A}"/>
                </a:ext>
              </a:extLst>
            </p:cNvPr>
            <p:cNvSpPr>
              <a:spLocks noChangeAspect="1"/>
            </p:cNvSpPr>
            <p:nvPr/>
          </p:nvSpPr>
          <p:spPr>
            <a:xfrm>
              <a:off x="9526638" y="6348983"/>
              <a:ext cx="303636" cy="216000"/>
            </a:xfrm>
            <a:custGeom>
              <a:avLst/>
              <a:gdLst>
                <a:gd name="connsiteX0" fmla="*/ 290513 w 292417"/>
                <a:gd name="connsiteY0" fmla="*/ 70859 h 208018"/>
                <a:gd name="connsiteX1" fmla="*/ 284798 w 292417"/>
                <a:gd name="connsiteY1" fmla="*/ 34664 h 208018"/>
                <a:gd name="connsiteX2" fmla="*/ 256223 w 292417"/>
                <a:gd name="connsiteY2" fmla="*/ 6089 h 208018"/>
                <a:gd name="connsiteX3" fmla="*/ 233363 w 292417"/>
                <a:gd name="connsiteY3" fmla="*/ 3231 h 208018"/>
                <a:gd name="connsiteX4" fmla="*/ 171450 w 292417"/>
                <a:gd name="connsiteY4" fmla="*/ 374 h 208018"/>
                <a:gd name="connsiteX5" fmla="*/ 72390 w 292417"/>
                <a:gd name="connsiteY5" fmla="*/ 2279 h 208018"/>
                <a:gd name="connsiteX6" fmla="*/ 39053 w 292417"/>
                <a:gd name="connsiteY6" fmla="*/ 5136 h 208018"/>
                <a:gd name="connsiteX7" fmla="*/ 5715 w 292417"/>
                <a:gd name="connsiteY7" fmla="*/ 36569 h 208018"/>
                <a:gd name="connsiteX8" fmla="*/ 2858 w 292417"/>
                <a:gd name="connsiteY8" fmla="*/ 56571 h 208018"/>
                <a:gd name="connsiteX9" fmla="*/ 0 w 292417"/>
                <a:gd name="connsiteY9" fmla="*/ 122294 h 208018"/>
                <a:gd name="connsiteX10" fmla="*/ 5715 w 292417"/>
                <a:gd name="connsiteY10" fmla="*/ 168966 h 208018"/>
                <a:gd name="connsiteX11" fmla="*/ 39053 w 292417"/>
                <a:gd name="connsiteY11" fmla="*/ 201351 h 208018"/>
                <a:gd name="connsiteX12" fmla="*/ 71438 w 292417"/>
                <a:gd name="connsiteY12" fmla="*/ 205161 h 208018"/>
                <a:gd name="connsiteX13" fmla="*/ 124778 w 292417"/>
                <a:gd name="connsiteY13" fmla="*/ 207066 h 208018"/>
                <a:gd name="connsiteX14" fmla="*/ 145733 w 292417"/>
                <a:gd name="connsiteY14" fmla="*/ 208019 h 208018"/>
                <a:gd name="connsiteX15" fmla="*/ 145733 w 292417"/>
                <a:gd name="connsiteY15" fmla="*/ 208019 h 208018"/>
                <a:gd name="connsiteX16" fmla="*/ 233363 w 292417"/>
                <a:gd name="connsiteY16" fmla="*/ 205161 h 208018"/>
                <a:gd name="connsiteX17" fmla="*/ 258128 w 292417"/>
                <a:gd name="connsiteY17" fmla="*/ 201351 h 208018"/>
                <a:gd name="connsiteX18" fmla="*/ 286703 w 292417"/>
                <a:gd name="connsiteY18" fmla="*/ 170871 h 208018"/>
                <a:gd name="connsiteX19" fmla="*/ 292418 w 292417"/>
                <a:gd name="connsiteY19" fmla="*/ 112769 h 208018"/>
                <a:gd name="connsiteX20" fmla="*/ 290513 w 292417"/>
                <a:gd name="connsiteY20" fmla="*/ 70859 h 208018"/>
                <a:gd name="connsiteX21" fmla="*/ 193358 w 292417"/>
                <a:gd name="connsiteY21" fmla="*/ 107054 h 208018"/>
                <a:gd name="connsiteX22" fmla="*/ 120015 w 292417"/>
                <a:gd name="connsiteY22" fmla="*/ 149916 h 208018"/>
                <a:gd name="connsiteX23" fmla="*/ 118110 w 292417"/>
                <a:gd name="connsiteY23" fmla="*/ 150869 h 208018"/>
                <a:gd name="connsiteX24" fmla="*/ 116205 w 292417"/>
                <a:gd name="connsiteY24" fmla="*/ 149916 h 208018"/>
                <a:gd name="connsiteX25" fmla="*/ 114300 w 292417"/>
                <a:gd name="connsiteY25" fmla="*/ 146106 h 208018"/>
                <a:gd name="connsiteX26" fmla="*/ 114300 w 292417"/>
                <a:gd name="connsiteY26" fmla="*/ 61334 h 208018"/>
                <a:gd name="connsiteX27" fmla="*/ 116205 w 292417"/>
                <a:gd name="connsiteY27" fmla="*/ 57524 h 208018"/>
                <a:gd name="connsiteX28" fmla="*/ 120968 w 292417"/>
                <a:gd name="connsiteY28" fmla="*/ 57524 h 208018"/>
                <a:gd name="connsiteX29" fmla="*/ 194310 w 292417"/>
                <a:gd name="connsiteY29" fmla="*/ 99434 h 208018"/>
                <a:gd name="connsiteX30" fmla="*/ 196215 w 292417"/>
                <a:gd name="connsiteY30" fmla="*/ 103244 h 208018"/>
                <a:gd name="connsiteX31" fmla="*/ 193358 w 292417"/>
                <a:gd name="connsiteY31" fmla="*/ 107054 h 208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92417" h="208018">
                  <a:moveTo>
                    <a:pt x="290513" y="70859"/>
                  </a:moveTo>
                  <a:cubicBezTo>
                    <a:pt x="290513" y="58476"/>
                    <a:pt x="288608" y="46094"/>
                    <a:pt x="284798" y="34664"/>
                  </a:cubicBezTo>
                  <a:cubicBezTo>
                    <a:pt x="281940" y="20376"/>
                    <a:pt x="270510" y="8946"/>
                    <a:pt x="256223" y="6089"/>
                  </a:cubicBezTo>
                  <a:cubicBezTo>
                    <a:pt x="248603" y="4184"/>
                    <a:pt x="240983" y="3231"/>
                    <a:pt x="233363" y="3231"/>
                  </a:cubicBezTo>
                  <a:cubicBezTo>
                    <a:pt x="216218" y="2279"/>
                    <a:pt x="194310" y="1326"/>
                    <a:pt x="171450" y="374"/>
                  </a:cubicBezTo>
                  <a:cubicBezTo>
                    <a:pt x="139065" y="-579"/>
                    <a:pt x="105728" y="374"/>
                    <a:pt x="72390" y="2279"/>
                  </a:cubicBezTo>
                  <a:cubicBezTo>
                    <a:pt x="60960" y="2279"/>
                    <a:pt x="49530" y="3231"/>
                    <a:pt x="39053" y="5136"/>
                  </a:cubicBezTo>
                  <a:cubicBezTo>
                    <a:pt x="21908" y="7041"/>
                    <a:pt x="8573" y="20376"/>
                    <a:pt x="5715" y="36569"/>
                  </a:cubicBezTo>
                  <a:cubicBezTo>
                    <a:pt x="4763" y="43236"/>
                    <a:pt x="3810" y="49904"/>
                    <a:pt x="2858" y="56571"/>
                  </a:cubicBezTo>
                  <a:cubicBezTo>
                    <a:pt x="0" y="78479"/>
                    <a:pt x="0" y="100386"/>
                    <a:pt x="0" y="122294"/>
                  </a:cubicBezTo>
                  <a:cubicBezTo>
                    <a:pt x="0" y="138486"/>
                    <a:pt x="1905" y="153726"/>
                    <a:pt x="5715" y="168966"/>
                  </a:cubicBezTo>
                  <a:cubicBezTo>
                    <a:pt x="8573" y="186111"/>
                    <a:pt x="21908" y="198494"/>
                    <a:pt x="39053" y="201351"/>
                  </a:cubicBezTo>
                  <a:cubicBezTo>
                    <a:pt x="49530" y="203256"/>
                    <a:pt x="60008" y="204209"/>
                    <a:pt x="71438" y="205161"/>
                  </a:cubicBezTo>
                  <a:cubicBezTo>
                    <a:pt x="89535" y="206114"/>
                    <a:pt x="106680" y="206114"/>
                    <a:pt x="124778" y="207066"/>
                  </a:cubicBezTo>
                  <a:lnTo>
                    <a:pt x="145733" y="208019"/>
                  </a:lnTo>
                  <a:lnTo>
                    <a:pt x="145733" y="208019"/>
                  </a:lnTo>
                  <a:cubicBezTo>
                    <a:pt x="173355" y="208019"/>
                    <a:pt x="202883" y="207066"/>
                    <a:pt x="233363" y="205161"/>
                  </a:cubicBezTo>
                  <a:cubicBezTo>
                    <a:pt x="241935" y="205161"/>
                    <a:pt x="249555" y="203256"/>
                    <a:pt x="258128" y="201351"/>
                  </a:cubicBezTo>
                  <a:cubicBezTo>
                    <a:pt x="273368" y="197541"/>
                    <a:pt x="283845" y="186111"/>
                    <a:pt x="286703" y="170871"/>
                  </a:cubicBezTo>
                  <a:cubicBezTo>
                    <a:pt x="290513" y="151821"/>
                    <a:pt x="292418" y="131819"/>
                    <a:pt x="292418" y="112769"/>
                  </a:cubicBezTo>
                  <a:cubicBezTo>
                    <a:pt x="291465" y="96576"/>
                    <a:pt x="291465" y="82289"/>
                    <a:pt x="290513" y="70859"/>
                  </a:cubicBezTo>
                  <a:close/>
                  <a:moveTo>
                    <a:pt x="193358" y="107054"/>
                  </a:moveTo>
                  <a:lnTo>
                    <a:pt x="120015" y="149916"/>
                  </a:lnTo>
                  <a:cubicBezTo>
                    <a:pt x="119063" y="149916"/>
                    <a:pt x="118110" y="150869"/>
                    <a:pt x="118110" y="150869"/>
                  </a:cubicBezTo>
                  <a:cubicBezTo>
                    <a:pt x="117158" y="150869"/>
                    <a:pt x="116205" y="150869"/>
                    <a:pt x="116205" y="149916"/>
                  </a:cubicBezTo>
                  <a:cubicBezTo>
                    <a:pt x="114300" y="148964"/>
                    <a:pt x="114300" y="147059"/>
                    <a:pt x="114300" y="146106"/>
                  </a:cubicBezTo>
                  <a:lnTo>
                    <a:pt x="114300" y="61334"/>
                  </a:lnTo>
                  <a:cubicBezTo>
                    <a:pt x="114300" y="59429"/>
                    <a:pt x="115253" y="58476"/>
                    <a:pt x="116205" y="57524"/>
                  </a:cubicBezTo>
                  <a:cubicBezTo>
                    <a:pt x="118110" y="56571"/>
                    <a:pt x="119063" y="56571"/>
                    <a:pt x="120968" y="57524"/>
                  </a:cubicBezTo>
                  <a:lnTo>
                    <a:pt x="194310" y="99434"/>
                  </a:lnTo>
                  <a:cubicBezTo>
                    <a:pt x="196215" y="100386"/>
                    <a:pt x="197168" y="102291"/>
                    <a:pt x="196215" y="103244"/>
                  </a:cubicBezTo>
                  <a:cubicBezTo>
                    <a:pt x="195263" y="105149"/>
                    <a:pt x="195263" y="106101"/>
                    <a:pt x="193358" y="107054"/>
                  </a:cubicBezTo>
                  <a:close/>
                </a:path>
              </a:pathLst>
            </a:custGeom>
            <a:grpFill/>
            <a:ln w="9525" cap="flat">
              <a:noFill/>
              <a:prstDash val="solid"/>
              <a:miter/>
            </a:ln>
          </p:spPr>
          <p:txBody>
            <a:bodyPr rtlCol="0" anchor="ctr"/>
            <a:lstStyle/>
            <a:p>
              <a:endParaRPr lang="fr-FR"/>
            </a:p>
          </p:txBody>
        </p:sp>
        <p:sp>
          <p:nvSpPr>
            <p:cNvPr id="39" name="Forme libre : forme 38">
              <a:hlinkClick r:id="rId3"/>
              <a:extLst>
                <a:ext uri="{FF2B5EF4-FFF2-40B4-BE49-F238E27FC236}">
                  <a16:creationId xmlns:a16="http://schemas.microsoft.com/office/drawing/2014/main" id="{FDB7F279-27F9-5EE0-6138-C882951E9483}"/>
                </a:ext>
              </a:extLst>
            </p:cNvPr>
            <p:cNvSpPr>
              <a:spLocks noChangeAspect="1"/>
            </p:cNvSpPr>
            <p:nvPr/>
          </p:nvSpPr>
          <p:spPr>
            <a:xfrm>
              <a:off x="8074587" y="6348983"/>
              <a:ext cx="263160" cy="216000"/>
            </a:xfrm>
            <a:custGeom>
              <a:avLst/>
              <a:gdLst>
                <a:gd name="connsiteX0" fmla="*/ 300038 w 300037"/>
                <a:gd name="connsiteY0" fmla="*/ 30049 h 246266"/>
                <a:gd name="connsiteX1" fmla="*/ 265748 w 300037"/>
                <a:gd name="connsiteY1" fmla="*/ 39574 h 246266"/>
                <a:gd name="connsiteX2" fmla="*/ 291465 w 300037"/>
                <a:gd name="connsiteY2" fmla="*/ 6237 h 246266"/>
                <a:gd name="connsiteX3" fmla="*/ 253365 w 300037"/>
                <a:gd name="connsiteY3" fmla="*/ 19572 h 246266"/>
                <a:gd name="connsiteX4" fmla="*/ 253365 w 300037"/>
                <a:gd name="connsiteY4" fmla="*/ 19572 h 246266"/>
                <a:gd name="connsiteX5" fmla="*/ 184785 w 300037"/>
                <a:gd name="connsiteY5" fmla="*/ 4332 h 246266"/>
                <a:gd name="connsiteX6" fmla="*/ 145733 w 300037"/>
                <a:gd name="connsiteY6" fmla="*/ 62434 h 246266"/>
                <a:gd name="connsiteX7" fmla="*/ 147638 w 300037"/>
                <a:gd name="connsiteY7" fmla="*/ 75770 h 246266"/>
                <a:gd name="connsiteX8" fmla="*/ 147638 w 300037"/>
                <a:gd name="connsiteY8" fmla="*/ 75770 h 246266"/>
                <a:gd name="connsiteX9" fmla="*/ 20003 w 300037"/>
                <a:gd name="connsiteY9" fmla="*/ 12904 h 246266"/>
                <a:gd name="connsiteX10" fmla="*/ 39053 w 300037"/>
                <a:gd name="connsiteY10" fmla="*/ 94819 h 246266"/>
                <a:gd name="connsiteX11" fmla="*/ 12383 w 300037"/>
                <a:gd name="connsiteY11" fmla="*/ 88152 h 246266"/>
                <a:gd name="connsiteX12" fmla="*/ 60008 w 300037"/>
                <a:gd name="connsiteY12" fmla="*/ 149112 h 246266"/>
                <a:gd name="connsiteX13" fmla="*/ 34290 w 300037"/>
                <a:gd name="connsiteY13" fmla="*/ 151017 h 246266"/>
                <a:gd name="connsiteX14" fmla="*/ 89535 w 300037"/>
                <a:gd name="connsiteY14" fmla="*/ 192927 h 246266"/>
                <a:gd name="connsiteX15" fmla="*/ 0 w 300037"/>
                <a:gd name="connsiteY15" fmla="*/ 218644 h 246266"/>
                <a:gd name="connsiteX16" fmla="*/ 97155 w 300037"/>
                <a:gd name="connsiteY16" fmla="*/ 246267 h 246266"/>
                <a:gd name="connsiteX17" fmla="*/ 222885 w 300037"/>
                <a:gd name="connsiteY17" fmla="*/ 192927 h 246266"/>
                <a:gd name="connsiteX18" fmla="*/ 270510 w 300037"/>
                <a:gd name="connsiteY18" fmla="*/ 65292 h 246266"/>
                <a:gd name="connsiteX19" fmla="*/ 270510 w 300037"/>
                <a:gd name="connsiteY19" fmla="*/ 62434 h 246266"/>
                <a:gd name="connsiteX20" fmla="*/ 300038 w 300037"/>
                <a:gd name="connsiteY20" fmla="*/ 30049 h 246266"/>
                <a:gd name="connsiteX21" fmla="*/ 300038 w 300037"/>
                <a:gd name="connsiteY21" fmla="*/ 30049 h 24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0037" h="246266">
                  <a:moveTo>
                    <a:pt x="300038" y="30049"/>
                  </a:moveTo>
                  <a:cubicBezTo>
                    <a:pt x="289560" y="34812"/>
                    <a:pt x="277178" y="38622"/>
                    <a:pt x="265748" y="39574"/>
                  </a:cubicBezTo>
                  <a:cubicBezTo>
                    <a:pt x="278130" y="31954"/>
                    <a:pt x="286703" y="19572"/>
                    <a:pt x="291465" y="6237"/>
                  </a:cubicBezTo>
                  <a:cubicBezTo>
                    <a:pt x="280035" y="12904"/>
                    <a:pt x="266700" y="17667"/>
                    <a:pt x="253365" y="19572"/>
                  </a:cubicBezTo>
                  <a:lnTo>
                    <a:pt x="253365" y="19572"/>
                  </a:lnTo>
                  <a:cubicBezTo>
                    <a:pt x="236220" y="1474"/>
                    <a:pt x="208598" y="-5193"/>
                    <a:pt x="184785" y="4332"/>
                  </a:cubicBezTo>
                  <a:cubicBezTo>
                    <a:pt x="160973" y="13857"/>
                    <a:pt x="145733" y="36717"/>
                    <a:pt x="145733" y="62434"/>
                  </a:cubicBezTo>
                  <a:cubicBezTo>
                    <a:pt x="145733" y="67197"/>
                    <a:pt x="146685" y="71959"/>
                    <a:pt x="147638" y="75770"/>
                  </a:cubicBezTo>
                  <a:lnTo>
                    <a:pt x="147638" y="75770"/>
                  </a:lnTo>
                  <a:cubicBezTo>
                    <a:pt x="98108" y="74817"/>
                    <a:pt x="51435" y="51957"/>
                    <a:pt x="20003" y="12904"/>
                  </a:cubicBezTo>
                  <a:cubicBezTo>
                    <a:pt x="3810" y="40527"/>
                    <a:pt x="12383" y="76722"/>
                    <a:pt x="39053" y="94819"/>
                  </a:cubicBezTo>
                  <a:cubicBezTo>
                    <a:pt x="29528" y="95772"/>
                    <a:pt x="20003" y="92914"/>
                    <a:pt x="12383" y="88152"/>
                  </a:cubicBezTo>
                  <a:cubicBezTo>
                    <a:pt x="11430" y="117680"/>
                    <a:pt x="31433" y="142444"/>
                    <a:pt x="60008" y="149112"/>
                  </a:cubicBezTo>
                  <a:cubicBezTo>
                    <a:pt x="51435" y="151969"/>
                    <a:pt x="42863" y="152922"/>
                    <a:pt x="34290" y="151017"/>
                  </a:cubicBezTo>
                  <a:cubicBezTo>
                    <a:pt x="36195" y="169115"/>
                    <a:pt x="61913" y="192927"/>
                    <a:pt x="89535" y="192927"/>
                  </a:cubicBezTo>
                  <a:cubicBezTo>
                    <a:pt x="80010" y="204357"/>
                    <a:pt x="42863" y="225312"/>
                    <a:pt x="0" y="218644"/>
                  </a:cubicBezTo>
                  <a:cubicBezTo>
                    <a:pt x="29528" y="236742"/>
                    <a:pt x="62865" y="246267"/>
                    <a:pt x="97155" y="246267"/>
                  </a:cubicBezTo>
                  <a:cubicBezTo>
                    <a:pt x="144780" y="246267"/>
                    <a:pt x="190500" y="227217"/>
                    <a:pt x="222885" y="192927"/>
                  </a:cubicBezTo>
                  <a:cubicBezTo>
                    <a:pt x="255270" y="158637"/>
                    <a:pt x="272415" y="111964"/>
                    <a:pt x="270510" y="65292"/>
                  </a:cubicBezTo>
                  <a:lnTo>
                    <a:pt x="270510" y="62434"/>
                  </a:lnTo>
                  <a:cubicBezTo>
                    <a:pt x="281940" y="53862"/>
                    <a:pt x="292418" y="43384"/>
                    <a:pt x="300038" y="30049"/>
                  </a:cubicBezTo>
                  <a:lnTo>
                    <a:pt x="300038" y="30049"/>
                  </a:lnTo>
                  <a:close/>
                </a:path>
              </a:pathLst>
            </a:custGeom>
            <a:grpFill/>
            <a:ln w="9525" cap="flat">
              <a:noFill/>
              <a:prstDash val="solid"/>
              <a:miter/>
            </a:ln>
          </p:spPr>
          <p:txBody>
            <a:bodyPr rtlCol="0" anchor="ctr"/>
            <a:lstStyle/>
            <a:p>
              <a:endParaRPr lang="fr-FR"/>
            </a:p>
          </p:txBody>
        </p:sp>
        <p:sp>
          <p:nvSpPr>
            <p:cNvPr id="40" name="Forme libre : forme 39">
              <a:hlinkClick r:id="rId4"/>
              <a:extLst>
                <a:ext uri="{FF2B5EF4-FFF2-40B4-BE49-F238E27FC236}">
                  <a16:creationId xmlns:a16="http://schemas.microsoft.com/office/drawing/2014/main" id="{D719BC25-A7A1-7F1C-DCAF-6423C3A4AE74}"/>
                </a:ext>
              </a:extLst>
            </p:cNvPr>
            <p:cNvSpPr>
              <a:spLocks noChangeAspect="1"/>
            </p:cNvSpPr>
            <p:nvPr/>
          </p:nvSpPr>
          <p:spPr>
            <a:xfrm>
              <a:off x="8628324" y="6348983"/>
              <a:ext cx="222534" cy="216000"/>
            </a:xfrm>
            <a:custGeom>
              <a:avLst/>
              <a:gdLst>
                <a:gd name="connsiteX0" fmla="*/ 3810 w 290512"/>
                <a:gd name="connsiteY0" fmla="*/ 281030 h 281982"/>
                <a:gd name="connsiteX1" fmla="*/ 68580 w 290512"/>
                <a:gd name="connsiteY1" fmla="*/ 281030 h 281982"/>
                <a:gd name="connsiteX2" fmla="*/ 68580 w 290512"/>
                <a:gd name="connsiteY2" fmla="*/ 94340 h 281982"/>
                <a:gd name="connsiteX3" fmla="*/ 3810 w 290512"/>
                <a:gd name="connsiteY3" fmla="*/ 94340 h 281982"/>
                <a:gd name="connsiteX4" fmla="*/ 3810 w 290512"/>
                <a:gd name="connsiteY4" fmla="*/ 281030 h 281982"/>
                <a:gd name="connsiteX5" fmla="*/ 220028 w 290512"/>
                <a:gd name="connsiteY5" fmla="*/ 87672 h 281982"/>
                <a:gd name="connsiteX6" fmla="*/ 160973 w 290512"/>
                <a:gd name="connsiteY6" fmla="*/ 119105 h 281982"/>
                <a:gd name="connsiteX7" fmla="*/ 160973 w 290512"/>
                <a:gd name="connsiteY7" fmla="*/ 94340 h 281982"/>
                <a:gd name="connsiteX8" fmla="*/ 96203 w 290512"/>
                <a:gd name="connsiteY8" fmla="*/ 94340 h 281982"/>
                <a:gd name="connsiteX9" fmla="*/ 96203 w 290512"/>
                <a:gd name="connsiteY9" fmla="*/ 281982 h 281982"/>
                <a:gd name="connsiteX10" fmla="*/ 160973 w 290512"/>
                <a:gd name="connsiteY10" fmla="*/ 281982 h 281982"/>
                <a:gd name="connsiteX11" fmla="*/ 160973 w 290512"/>
                <a:gd name="connsiteY11" fmla="*/ 179112 h 281982"/>
                <a:gd name="connsiteX12" fmla="*/ 195263 w 290512"/>
                <a:gd name="connsiteY12" fmla="*/ 136250 h 281982"/>
                <a:gd name="connsiteX13" fmla="*/ 225743 w 290512"/>
                <a:gd name="connsiteY13" fmla="*/ 178160 h 281982"/>
                <a:gd name="connsiteX14" fmla="*/ 225743 w 290512"/>
                <a:gd name="connsiteY14" fmla="*/ 280077 h 281982"/>
                <a:gd name="connsiteX15" fmla="*/ 290513 w 290512"/>
                <a:gd name="connsiteY15" fmla="*/ 280077 h 281982"/>
                <a:gd name="connsiteX16" fmla="*/ 290513 w 290512"/>
                <a:gd name="connsiteY16" fmla="*/ 174350 h 281982"/>
                <a:gd name="connsiteX17" fmla="*/ 220028 w 290512"/>
                <a:gd name="connsiteY17" fmla="*/ 87672 h 281982"/>
                <a:gd name="connsiteX18" fmla="*/ 36195 w 290512"/>
                <a:gd name="connsiteY18" fmla="*/ 42 h 281982"/>
                <a:gd name="connsiteX19" fmla="*/ 0 w 290512"/>
                <a:gd name="connsiteY19" fmla="*/ 33380 h 281982"/>
                <a:gd name="connsiteX20" fmla="*/ 36195 w 290512"/>
                <a:gd name="connsiteY20" fmla="*/ 66717 h 281982"/>
                <a:gd name="connsiteX21" fmla="*/ 72390 w 290512"/>
                <a:gd name="connsiteY21" fmla="*/ 33380 h 281982"/>
                <a:gd name="connsiteX22" fmla="*/ 36195 w 290512"/>
                <a:gd name="connsiteY22" fmla="*/ 42 h 281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90512" h="281982">
                  <a:moveTo>
                    <a:pt x="3810" y="281030"/>
                  </a:moveTo>
                  <a:lnTo>
                    <a:pt x="68580" y="281030"/>
                  </a:lnTo>
                  <a:lnTo>
                    <a:pt x="68580" y="94340"/>
                  </a:lnTo>
                  <a:lnTo>
                    <a:pt x="3810" y="94340"/>
                  </a:lnTo>
                  <a:lnTo>
                    <a:pt x="3810" y="281030"/>
                  </a:lnTo>
                  <a:close/>
                  <a:moveTo>
                    <a:pt x="220028" y="87672"/>
                  </a:moveTo>
                  <a:cubicBezTo>
                    <a:pt x="193358" y="87672"/>
                    <a:pt x="178118" y="97197"/>
                    <a:pt x="160973" y="119105"/>
                  </a:cubicBezTo>
                  <a:lnTo>
                    <a:pt x="160973" y="94340"/>
                  </a:lnTo>
                  <a:lnTo>
                    <a:pt x="96203" y="94340"/>
                  </a:lnTo>
                  <a:lnTo>
                    <a:pt x="96203" y="281982"/>
                  </a:lnTo>
                  <a:lnTo>
                    <a:pt x="160973" y="281982"/>
                  </a:lnTo>
                  <a:lnTo>
                    <a:pt x="160973" y="179112"/>
                  </a:lnTo>
                  <a:cubicBezTo>
                    <a:pt x="160973" y="157205"/>
                    <a:pt x="171450" y="136250"/>
                    <a:pt x="195263" y="136250"/>
                  </a:cubicBezTo>
                  <a:cubicBezTo>
                    <a:pt x="219075" y="136250"/>
                    <a:pt x="225743" y="157205"/>
                    <a:pt x="225743" y="178160"/>
                  </a:cubicBezTo>
                  <a:lnTo>
                    <a:pt x="225743" y="280077"/>
                  </a:lnTo>
                  <a:lnTo>
                    <a:pt x="290513" y="280077"/>
                  </a:lnTo>
                  <a:lnTo>
                    <a:pt x="290513" y="174350"/>
                  </a:lnTo>
                  <a:cubicBezTo>
                    <a:pt x="290513" y="101007"/>
                    <a:pt x="246698" y="87672"/>
                    <a:pt x="220028" y="87672"/>
                  </a:cubicBezTo>
                  <a:close/>
                  <a:moveTo>
                    <a:pt x="36195" y="42"/>
                  </a:moveTo>
                  <a:cubicBezTo>
                    <a:pt x="17145" y="-910"/>
                    <a:pt x="953" y="14330"/>
                    <a:pt x="0" y="33380"/>
                  </a:cubicBezTo>
                  <a:cubicBezTo>
                    <a:pt x="953" y="52430"/>
                    <a:pt x="17145" y="67670"/>
                    <a:pt x="36195" y="66717"/>
                  </a:cubicBezTo>
                  <a:cubicBezTo>
                    <a:pt x="55245" y="67670"/>
                    <a:pt x="71438" y="52430"/>
                    <a:pt x="72390" y="33380"/>
                  </a:cubicBezTo>
                  <a:cubicBezTo>
                    <a:pt x="71438" y="14330"/>
                    <a:pt x="55245" y="-910"/>
                    <a:pt x="36195" y="42"/>
                  </a:cubicBezTo>
                  <a:close/>
                </a:path>
              </a:pathLst>
            </a:custGeom>
            <a:grpFill/>
            <a:ln w="9525" cap="flat">
              <a:noFill/>
              <a:prstDash val="solid"/>
              <a:miter/>
            </a:ln>
          </p:spPr>
          <p:txBody>
            <a:bodyPr rtlCol="0" anchor="ctr"/>
            <a:lstStyle/>
            <a:p>
              <a:endParaRPr lang="fr-FR"/>
            </a:p>
          </p:txBody>
        </p:sp>
        <p:sp>
          <p:nvSpPr>
            <p:cNvPr id="41" name="Graphique 46">
              <a:extLst>
                <a:ext uri="{FF2B5EF4-FFF2-40B4-BE49-F238E27FC236}">
                  <a16:creationId xmlns:a16="http://schemas.microsoft.com/office/drawing/2014/main" id="{7A3026D7-B8D2-CF43-A8B9-46D20FE09DA7}"/>
                </a:ext>
              </a:extLst>
            </p:cNvPr>
            <p:cNvSpPr>
              <a:spLocks noChangeAspect="1"/>
            </p:cNvSpPr>
            <p:nvPr/>
          </p:nvSpPr>
          <p:spPr>
            <a:xfrm>
              <a:off x="11172045" y="6348983"/>
              <a:ext cx="219618" cy="216000"/>
            </a:xfrm>
            <a:custGeom>
              <a:avLst/>
              <a:gdLst>
                <a:gd name="connsiteX0" fmla="*/ 465773 w 929643"/>
                <a:gd name="connsiteY0" fmla="*/ 0 h 914341"/>
                <a:gd name="connsiteX1" fmla="*/ 0 w 929643"/>
                <a:gd name="connsiteY1" fmla="*/ 468630 h 914341"/>
                <a:gd name="connsiteX2" fmla="*/ 318135 w 929643"/>
                <a:gd name="connsiteY2" fmla="*/ 913448 h 914341"/>
                <a:gd name="connsiteX3" fmla="*/ 349568 w 929643"/>
                <a:gd name="connsiteY3" fmla="*/ 890588 h 914341"/>
                <a:gd name="connsiteX4" fmla="*/ 348615 w 929643"/>
                <a:gd name="connsiteY4" fmla="*/ 803910 h 914341"/>
                <a:gd name="connsiteX5" fmla="*/ 192405 w 929643"/>
                <a:gd name="connsiteY5" fmla="*/ 747713 h 914341"/>
                <a:gd name="connsiteX6" fmla="*/ 140970 w 929643"/>
                <a:gd name="connsiteY6" fmla="*/ 679133 h 914341"/>
                <a:gd name="connsiteX7" fmla="*/ 143828 w 929643"/>
                <a:gd name="connsiteY7" fmla="*/ 650558 h 914341"/>
                <a:gd name="connsiteX8" fmla="*/ 215265 w 929643"/>
                <a:gd name="connsiteY8" fmla="*/ 699135 h 914341"/>
                <a:gd name="connsiteX9" fmla="*/ 350520 w 929643"/>
                <a:gd name="connsiteY9" fmla="*/ 738188 h 914341"/>
                <a:gd name="connsiteX10" fmla="*/ 380048 w 929643"/>
                <a:gd name="connsiteY10" fmla="*/ 675323 h 914341"/>
                <a:gd name="connsiteX11" fmla="*/ 168593 w 929643"/>
                <a:gd name="connsiteY11" fmla="*/ 443865 h 914341"/>
                <a:gd name="connsiteX12" fmla="*/ 216218 w 929643"/>
                <a:gd name="connsiteY12" fmla="*/ 318135 h 914341"/>
                <a:gd name="connsiteX13" fmla="*/ 220980 w 929643"/>
                <a:gd name="connsiteY13" fmla="*/ 194310 h 914341"/>
                <a:gd name="connsiteX14" fmla="*/ 348615 w 929643"/>
                <a:gd name="connsiteY14" fmla="*/ 242888 h 914341"/>
                <a:gd name="connsiteX15" fmla="*/ 464820 w 929643"/>
                <a:gd name="connsiteY15" fmla="*/ 227648 h 914341"/>
                <a:gd name="connsiteX16" fmla="*/ 581025 w 929643"/>
                <a:gd name="connsiteY16" fmla="*/ 242888 h 914341"/>
                <a:gd name="connsiteX17" fmla="*/ 708660 w 929643"/>
                <a:gd name="connsiteY17" fmla="*/ 194310 h 914341"/>
                <a:gd name="connsiteX18" fmla="*/ 713423 w 929643"/>
                <a:gd name="connsiteY18" fmla="*/ 318135 h 914341"/>
                <a:gd name="connsiteX19" fmla="*/ 761048 w 929643"/>
                <a:gd name="connsiteY19" fmla="*/ 443865 h 914341"/>
                <a:gd name="connsiteX20" fmla="*/ 548640 w 929643"/>
                <a:gd name="connsiteY20" fmla="*/ 675323 h 914341"/>
                <a:gd name="connsiteX21" fmla="*/ 580073 w 929643"/>
                <a:gd name="connsiteY21" fmla="*/ 762000 h 914341"/>
                <a:gd name="connsiteX22" fmla="*/ 579120 w 929643"/>
                <a:gd name="connsiteY22" fmla="*/ 890588 h 914341"/>
                <a:gd name="connsiteX23" fmla="*/ 610553 w 929643"/>
                <a:gd name="connsiteY23" fmla="*/ 913448 h 914341"/>
                <a:gd name="connsiteX24" fmla="*/ 929640 w 929643"/>
                <a:gd name="connsiteY24" fmla="*/ 468630 h 914341"/>
                <a:gd name="connsiteX25" fmla="*/ 465773 w 929643"/>
                <a:gd name="connsiteY25" fmla="*/ 0 h 914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29643" h="914341">
                  <a:moveTo>
                    <a:pt x="465773" y="0"/>
                  </a:moveTo>
                  <a:cubicBezTo>
                    <a:pt x="207645" y="0"/>
                    <a:pt x="0" y="209550"/>
                    <a:pt x="0" y="468630"/>
                  </a:cubicBezTo>
                  <a:cubicBezTo>
                    <a:pt x="0" y="676275"/>
                    <a:pt x="133350" y="851535"/>
                    <a:pt x="318135" y="913448"/>
                  </a:cubicBezTo>
                  <a:cubicBezTo>
                    <a:pt x="340995" y="918210"/>
                    <a:pt x="349568" y="902970"/>
                    <a:pt x="349568" y="890588"/>
                  </a:cubicBezTo>
                  <a:cubicBezTo>
                    <a:pt x="349568" y="880110"/>
                    <a:pt x="348615" y="842010"/>
                    <a:pt x="348615" y="803910"/>
                  </a:cubicBezTo>
                  <a:cubicBezTo>
                    <a:pt x="219075" y="831533"/>
                    <a:pt x="192405" y="747713"/>
                    <a:pt x="192405" y="747713"/>
                  </a:cubicBezTo>
                  <a:cubicBezTo>
                    <a:pt x="171450" y="693420"/>
                    <a:pt x="140970" y="679133"/>
                    <a:pt x="140970" y="679133"/>
                  </a:cubicBezTo>
                  <a:cubicBezTo>
                    <a:pt x="99060" y="650558"/>
                    <a:pt x="143828" y="650558"/>
                    <a:pt x="143828" y="650558"/>
                  </a:cubicBezTo>
                  <a:cubicBezTo>
                    <a:pt x="190500" y="653415"/>
                    <a:pt x="215265" y="699135"/>
                    <a:pt x="215265" y="699135"/>
                  </a:cubicBezTo>
                  <a:cubicBezTo>
                    <a:pt x="257175" y="770573"/>
                    <a:pt x="323850" y="750570"/>
                    <a:pt x="350520" y="738188"/>
                  </a:cubicBezTo>
                  <a:cubicBezTo>
                    <a:pt x="354330" y="707708"/>
                    <a:pt x="366713" y="686753"/>
                    <a:pt x="380048" y="675323"/>
                  </a:cubicBezTo>
                  <a:cubicBezTo>
                    <a:pt x="277178" y="664845"/>
                    <a:pt x="168593" y="623888"/>
                    <a:pt x="168593" y="443865"/>
                  </a:cubicBezTo>
                  <a:cubicBezTo>
                    <a:pt x="168593" y="392430"/>
                    <a:pt x="186690" y="350520"/>
                    <a:pt x="216218" y="318135"/>
                  </a:cubicBezTo>
                  <a:cubicBezTo>
                    <a:pt x="211455" y="306705"/>
                    <a:pt x="195263" y="258128"/>
                    <a:pt x="220980" y="194310"/>
                  </a:cubicBezTo>
                  <a:cubicBezTo>
                    <a:pt x="220980" y="194310"/>
                    <a:pt x="260033" y="181928"/>
                    <a:pt x="348615" y="242888"/>
                  </a:cubicBezTo>
                  <a:cubicBezTo>
                    <a:pt x="386715" y="232410"/>
                    <a:pt x="425768" y="227648"/>
                    <a:pt x="464820" y="227648"/>
                  </a:cubicBezTo>
                  <a:cubicBezTo>
                    <a:pt x="503873" y="227648"/>
                    <a:pt x="543878" y="233363"/>
                    <a:pt x="581025" y="242888"/>
                  </a:cubicBezTo>
                  <a:cubicBezTo>
                    <a:pt x="669608" y="181928"/>
                    <a:pt x="708660" y="194310"/>
                    <a:pt x="708660" y="194310"/>
                  </a:cubicBezTo>
                  <a:cubicBezTo>
                    <a:pt x="734378" y="259080"/>
                    <a:pt x="718185" y="306705"/>
                    <a:pt x="713423" y="318135"/>
                  </a:cubicBezTo>
                  <a:cubicBezTo>
                    <a:pt x="743903" y="350520"/>
                    <a:pt x="761048" y="392430"/>
                    <a:pt x="761048" y="443865"/>
                  </a:cubicBezTo>
                  <a:cubicBezTo>
                    <a:pt x="761048" y="623888"/>
                    <a:pt x="652463" y="663893"/>
                    <a:pt x="548640" y="675323"/>
                  </a:cubicBezTo>
                  <a:cubicBezTo>
                    <a:pt x="565785" y="689610"/>
                    <a:pt x="580073" y="718185"/>
                    <a:pt x="580073" y="762000"/>
                  </a:cubicBezTo>
                  <a:cubicBezTo>
                    <a:pt x="580073" y="824865"/>
                    <a:pt x="579120" y="875348"/>
                    <a:pt x="579120" y="890588"/>
                  </a:cubicBezTo>
                  <a:cubicBezTo>
                    <a:pt x="579120" y="902970"/>
                    <a:pt x="587693" y="918210"/>
                    <a:pt x="610553" y="913448"/>
                  </a:cubicBezTo>
                  <a:cubicBezTo>
                    <a:pt x="796290" y="851535"/>
                    <a:pt x="929640" y="676275"/>
                    <a:pt x="929640" y="468630"/>
                  </a:cubicBezTo>
                  <a:cubicBezTo>
                    <a:pt x="930593" y="209550"/>
                    <a:pt x="721995" y="0"/>
                    <a:pt x="465773" y="0"/>
                  </a:cubicBezTo>
                  <a:close/>
                </a:path>
              </a:pathLst>
            </a:custGeom>
            <a:grpFill/>
            <a:ln w="9525" cap="flat">
              <a:noFill/>
              <a:prstDash val="solid"/>
              <a:miter/>
            </a:ln>
          </p:spPr>
          <p:txBody>
            <a:bodyPr rtlCol="0" anchor="ctr"/>
            <a:lstStyle/>
            <a:p>
              <a:endParaRPr lang="fr-FR"/>
            </a:p>
          </p:txBody>
        </p:sp>
        <p:sp>
          <p:nvSpPr>
            <p:cNvPr id="42" name="Forme libre : forme 41">
              <a:hlinkClick r:id="rId5"/>
              <a:extLst>
                <a:ext uri="{FF2B5EF4-FFF2-40B4-BE49-F238E27FC236}">
                  <a16:creationId xmlns:a16="http://schemas.microsoft.com/office/drawing/2014/main" id="{60B274D1-EF55-C768-FD82-3ABBD50B803F}"/>
                </a:ext>
              </a:extLst>
            </p:cNvPr>
            <p:cNvSpPr>
              <a:spLocks noChangeAspect="1"/>
            </p:cNvSpPr>
            <p:nvPr/>
          </p:nvSpPr>
          <p:spPr>
            <a:xfrm>
              <a:off x="9141435" y="6348983"/>
              <a:ext cx="94626" cy="216000"/>
            </a:xfrm>
            <a:custGeom>
              <a:avLst/>
              <a:gdLst>
                <a:gd name="connsiteX0" fmla="*/ 81915 w 131445"/>
                <a:gd name="connsiteY0" fmla="*/ 102870 h 300037"/>
                <a:gd name="connsiteX1" fmla="*/ 81915 w 131445"/>
                <a:gd name="connsiteY1" fmla="*/ 69533 h 300037"/>
                <a:gd name="connsiteX2" fmla="*/ 99060 w 131445"/>
                <a:gd name="connsiteY2" fmla="*/ 46673 h 300037"/>
                <a:gd name="connsiteX3" fmla="*/ 127635 w 131445"/>
                <a:gd name="connsiteY3" fmla="*/ 46673 h 300037"/>
                <a:gd name="connsiteX4" fmla="*/ 127635 w 131445"/>
                <a:gd name="connsiteY4" fmla="*/ 0 h 300037"/>
                <a:gd name="connsiteX5" fmla="*/ 93345 w 131445"/>
                <a:gd name="connsiteY5" fmla="*/ 0 h 300037"/>
                <a:gd name="connsiteX6" fmla="*/ 27623 w 131445"/>
                <a:gd name="connsiteY6" fmla="*/ 65723 h 300037"/>
                <a:gd name="connsiteX7" fmla="*/ 27623 w 131445"/>
                <a:gd name="connsiteY7" fmla="*/ 65723 h 300037"/>
                <a:gd name="connsiteX8" fmla="*/ 27623 w 131445"/>
                <a:gd name="connsiteY8" fmla="*/ 102870 h 300037"/>
                <a:gd name="connsiteX9" fmla="*/ 0 w 131445"/>
                <a:gd name="connsiteY9" fmla="*/ 102870 h 300037"/>
                <a:gd name="connsiteX10" fmla="*/ 0 w 131445"/>
                <a:gd name="connsiteY10" fmla="*/ 149543 h 300037"/>
                <a:gd name="connsiteX11" fmla="*/ 27623 w 131445"/>
                <a:gd name="connsiteY11" fmla="*/ 149543 h 300037"/>
                <a:gd name="connsiteX12" fmla="*/ 27623 w 131445"/>
                <a:gd name="connsiteY12" fmla="*/ 300038 h 300037"/>
                <a:gd name="connsiteX13" fmla="*/ 81915 w 131445"/>
                <a:gd name="connsiteY13" fmla="*/ 300038 h 300037"/>
                <a:gd name="connsiteX14" fmla="*/ 81915 w 131445"/>
                <a:gd name="connsiteY14" fmla="*/ 150495 h 300037"/>
                <a:gd name="connsiteX15" fmla="*/ 122873 w 131445"/>
                <a:gd name="connsiteY15" fmla="*/ 150495 h 300037"/>
                <a:gd name="connsiteX16" fmla="*/ 131445 w 131445"/>
                <a:gd name="connsiteY16" fmla="*/ 103823 h 300037"/>
                <a:gd name="connsiteX17" fmla="*/ 81915 w 131445"/>
                <a:gd name="connsiteY17" fmla="*/ 103823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445" h="300037">
                  <a:moveTo>
                    <a:pt x="81915" y="102870"/>
                  </a:moveTo>
                  <a:lnTo>
                    <a:pt x="81915" y="69533"/>
                  </a:lnTo>
                  <a:cubicBezTo>
                    <a:pt x="81915" y="58103"/>
                    <a:pt x="88583" y="46673"/>
                    <a:pt x="99060" y="46673"/>
                  </a:cubicBezTo>
                  <a:lnTo>
                    <a:pt x="127635" y="46673"/>
                  </a:lnTo>
                  <a:lnTo>
                    <a:pt x="127635" y="0"/>
                  </a:lnTo>
                  <a:lnTo>
                    <a:pt x="93345" y="0"/>
                  </a:lnTo>
                  <a:cubicBezTo>
                    <a:pt x="39053" y="1905"/>
                    <a:pt x="28575" y="33338"/>
                    <a:pt x="27623" y="65723"/>
                  </a:cubicBezTo>
                  <a:lnTo>
                    <a:pt x="27623" y="65723"/>
                  </a:lnTo>
                  <a:lnTo>
                    <a:pt x="27623" y="102870"/>
                  </a:lnTo>
                  <a:lnTo>
                    <a:pt x="0" y="102870"/>
                  </a:lnTo>
                  <a:lnTo>
                    <a:pt x="0" y="149543"/>
                  </a:lnTo>
                  <a:lnTo>
                    <a:pt x="27623" y="149543"/>
                  </a:lnTo>
                  <a:lnTo>
                    <a:pt x="27623" y="300038"/>
                  </a:lnTo>
                  <a:lnTo>
                    <a:pt x="81915" y="300038"/>
                  </a:lnTo>
                  <a:lnTo>
                    <a:pt x="81915" y="150495"/>
                  </a:lnTo>
                  <a:lnTo>
                    <a:pt x="122873" y="150495"/>
                  </a:lnTo>
                  <a:lnTo>
                    <a:pt x="131445" y="103823"/>
                  </a:lnTo>
                  <a:lnTo>
                    <a:pt x="81915" y="103823"/>
                  </a:lnTo>
                  <a:close/>
                </a:path>
              </a:pathLst>
            </a:custGeom>
            <a:grpFill/>
            <a:ln w="9525" cap="flat">
              <a:noFill/>
              <a:prstDash val="solid"/>
              <a:miter/>
            </a:ln>
          </p:spPr>
          <p:txBody>
            <a:bodyPr rtlCol="0" anchor="ctr"/>
            <a:lstStyle/>
            <a:p>
              <a:endParaRPr lang="fr-FR"/>
            </a:p>
          </p:txBody>
        </p:sp>
        <p:grpSp>
          <p:nvGrpSpPr>
            <p:cNvPr id="43" name="Graphique 52">
              <a:extLst>
                <a:ext uri="{FF2B5EF4-FFF2-40B4-BE49-F238E27FC236}">
                  <a16:creationId xmlns:a16="http://schemas.microsoft.com/office/drawing/2014/main" id="{93438643-A231-1FD0-E65F-29EF411EC5D8}"/>
                </a:ext>
              </a:extLst>
            </p:cNvPr>
            <p:cNvGrpSpPr>
              <a:grpSpLocks noChangeAspect="1"/>
            </p:cNvGrpSpPr>
            <p:nvPr/>
          </p:nvGrpSpPr>
          <p:grpSpPr>
            <a:xfrm>
              <a:off x="11682243" y="6348983"/>
              <a:ext cx="237342" cy="216000"/>
              <a:chOff x="11711593" y="4221165"/>
              <a:chExt cx="2376487" cy="2162809"/>
            </a:xfrm>
            <a:grpFill/>
          </p:grpSpPr>
          <p:sp>
            <p:nvSpPr>
              <p:cNvPr id="46" name="Forme libre : forme 45">
                <a:extLst>
                  <a:ext uri="{FF2B5EF4-FFF2-40B4-BE49-F238E27FC236}">
                    <a16:creationId xmlns:a16="http://schemas.microsoft.com/office/drawing/2014/main" id="{4DFFD983-2367-4AF8-C957-47E9E35E368C}"/>
                  </a:ext>
                </a:extLst>
              </p:cNvPr>
              <p:cNvSpPr>
                <a:spLocks/>
              </p:cNvSpPr>
              <p:nvPr/>
            </p:nvSpPr>
            <p:spPr>
              <a:xfrm>
                <a:off x="11711593" y="4221165"/>
                <a:ext cx="2376487" cy="2162809"/>
              </a:xfrm>
              <a:custGeom>
                <a:avLst/>
                <a:gdLst>
                  <a:gd name="connsiteX0" fmla="*/ 406718 w 2376487"/>
                  <a:gd name="connsiteY0" fmla="*/ 1917383 h 2162809"/>
                  <a:gd name="connsiteX1" fmla="*/ 762000 w 2376487"/>
                  <a:gd name="connsiteY1" fmla="*/ 1743075 h 2162809"/>
                  <a:gd name="connsiteX2" fmla="*/ 840105 w 2376487"/>
                  <a:gd name="connsiteY2" fmla="*/ 1734503 h 2162809"/>
                  <a:gd name="connsiteX3" fmla="*/ 1169670 w 2376487"/>
                  <a:gd name="connsiteY3" fmla="*/ 1778318 h 2162809"/>
                  <a:gd name="connsiteX4" fmla="*/ 2193608 w 2376487"/>
                  <a:gd name="connsiteY4" fmla="*/ 979170 h 2162809"/>
                  <a:gd name="connsiteX5" fmla="*/ 1169670 w 2376487"/>
                  <a:gd name="connsiteY5" fmla="*/ 180023 h 2162809"/>
                  <a:gd name="connsiteX6" fmla="*/ 145733 w 2376487"/>
                  <a:gd name="connsiteY6" fmla="*/ 979170 h 2162809"/>
                  <a:gd name="connsiteX7" fmla="*/ 406718 w 2376487"/>
                  <a:gd name="connsiteY7" fmla="*/ 1508760 h 2162809"/>
                  <a:gd name="connsiteX8" fmla="*/ 441960 w 2376487"/>
                  <a:gd name="connsiteY8" fmla="*/ 1613535 h 2162809"/>
                  <a:gd name="connsiteX9" fmla="*/ 406718 w 2376487"/>
                  <a:gd name="connsiteY9" fmla="*/ 1917383 h 2162809"/>
                  <a:gd name="connsiteX10" fmla="*/ 372428 w 2376487"/>
                  <a:gd name="connsiteY10" fmla="*/ 2152650 h 2162809"/>
                  <a:gd name="connsiteX11" fmla="*/ 216218 w 2376487"/>
                  <a:gd name="connsiteY11" fmla="*/ 2039303 h 2162809"/>
                  <a:gd name="connsiteX12" fmla="*/ 277178 w 2376487"/>
                  <a:gd name="connsiteY12" fmla="*/ 1596390 h 2162809"/>
                  <a:gd name="connsiteX13" fmla="*/ 0 w 2376487"/>
                  <a:gd name="connsiteY13" fmla="*/ 971550 h 2162809"/>
                  <a:gd name="connsiteX14" fmla="*/ 1189673 w 2376487"/>
                  <a:gd name="connsiteY14" fmla="*/ 0 h 2162809"/>
                  <a:gd name="connsiteX15" fmla="*/ 2376488 w 2376487"/>
                  <a:gd name="connsiteY15" fmla="*/ 971550 h 2162809"/>
                  <a:gd name="connsiteX16" fmla="*/ 1186815 w 2376487"/>
                  <a:gd name="connsiteY16" fmla="*/ 1943100 h 2162809"/>
                  <a:gd name="connsiteX17" fmla="*/ 857250 w 2376487"/>
                  <a:gd name="connsiteY17" fmla="*/ 1907858 h 2162809"/>
                  <a:gd name="connsiteX18" fmla="*/ 372428 w 2376487"/>
                  <a:gd name="connsiteY18" fmla="*/ 2152650 h 2162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376487" h="2162809">
                    <a:moveTo>
                      <a:pt x="406718" y="1917383"/>
                    </a:moveTo>
                    <a:lnTo>
                      <a:pt x="762000" y="1743075"/>
                    </a:lnTo>
                    <a:cubicBezTo>
                      <a:pt x="787718" y="1734503"/>
                      <a:pt x="814388" y="1725930"/>
                      <a:pt x="840105" y="1734503"/>
                    </a:cubicBezTo>
                    <a:cubicBezTo>
                      <a:pt x="944880" y="1760220"/>
                      <a:pt x="1057275" y="1778318"/>
                      <a:pt x="1169670" y="1778318"/>
                    </a:cubicBezTo>
                    <a:cubicBezTo>
                      <a:pt x="1742123" y="1778318"/>
                      <a:pt x="2193608" y="1414463"/>
                      <a:pt x="2193608" y="979170"/>
                    </a:cubicBezTo>
                    <a:cubicBezTo>
                      <a:pt x="2193608" y="543877"/>
                      <a:pt x="1742123" y="180023"/>
                      <a:pt x="1169670" y="180023"/>
                    </a:cubicBezTo>
                    <a:cubicBezTo>
                      <a:pt x="597218" y="180023"/>
                      <a:pt x="145733" y="544830"/>
                      <a:pt x="145733" y="979170"/>
                    </a:cubicBezTo>
                    <a:cubicBezTo>
                      <a:pt x="145733" y="1179195"/>
                      <a:pt x="240983" y="1361123"/>
                      <a:pt x="406718" y="1508760"/>
                    </a:cubicBezTo>
                    <a:cubicBezTo>
                      <a:pt x="432435" y="1534478"/>
                      <a:pt x="450533" y="1569720"/>
                      <a:pt x="441960" y="1613535"/>
                    </a:cubicBezTo>
                    <a:lnTo>
                      <a:pt x="406718" y="1917383"/>
                    </a:lnTo>
                    <a:close/>
                    <a:moveTo>
                      <a:pt x="372428" y="2152650"/>
                    </a:moveTo>
                    <a:cubicBezTo>
                      <a:pt x="294323" y="2187893"/>
                      <a:pt x="207645" y="2126933"/>
                      <a:pt x="216218" y="2039303"/>
                    </a:cubicBezTo>
                    <a:lnTo>
                      <a:pt x="277178" y="1596390"/>
                    </a:lnTo>
                    <a:cubicBezTo>
                      <a:pt x="94298" y="1422083"/>
                      <a:pt x="0" y="1205865"/>
                      <a:pt x="0" y="971550"/>
                    </a:cubicBezTo>
                    <a:cubicBezTo>
                      <a:pt x="0" y="424815"/>
                      <a:pt x="538163" y="0"/>
                      <a:pt x="1189673" y="0"/>
                    </a:cubicBezTo>
                    <a:cubicBezTo>
                      <a:pt x="1841183" y="0"/>
                      <a:pt x="2376488" y="433387"/>
                      <a:pt x="2376488" y="971550"/>
                    </a:cubicBezTo>
                    <a:cubicBezTo>
                      <a:pt x="2376488" y="1509713"/>
                      <a:pt x="1838325" y="1943100"/>
                      <a:pt x="1186815" y="1943100"/>
                    </a:cubicBezTo>
                    <a:cubicBezTo>
                      <a:pt x="1073468" y="1943100"/>
                      <a:pt x="961073" y="1934528"/>
                      <a:pt x="857250" y="1907858"/>
                    </a:cubicBezTo>
                    <a:lnTo>
                      <a:pt x="372428" y="2152650"/>
                    </a:lnTo>
                    <a:close/>
                  </a:path>
                </a:pathLst>
              </a:custGeom>
              <a:grpFill/>
              <a:ln w="9525"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B1B905A5-F7AA-0348-3195-8B418D5679DF}"/>
                  </a:ext>
                </a:extLst>
              </p:cNvPr>
              <p:cNvSpPr>
                <a:spLocks/>
              </p:cNvSpPr>
              <p:nvPr/>
            </p:nvSpPr>
            <p:spPr>
              <a:xfrm>
                <a:off x="12188795" y="4785997"/>
                <a:ext cx="529351" cy="866774"/>
              </a:xfrm>
              <a:custGeom>
                <a:avLst/>
                <a:gdLst>
                  <a:gd name="connsiteX0" fmla="*/ 441960 w 529351"/>
                  <a:gd name="connsiteY0" fmla="*/ 866775 h 866774"/>
                  <a:gd name="connsiteX1" fmla="*/ 381000 w 529351"/>
                  <a:gd name="connsiteY1" fmla="*/ 841057 h 866774"/>
                  <a:gd name="connsiteX2" fmla="*/ 25718 w 529351"/>
                  <a:gd name="connsiteY2" fmla="*/ 494348 h 866774"/>
                  <a:gd name="connsiteX3" fmla="*/ 0 w 529351"/>
                  <a:gd name="connsiteY3" fmla="*/ 433388 h 866774"/>
                  <a:gd name="connsiteX4" fmla="*/ 25718 w 529351"/>
                  <a:gd name="connsiteY4" fmla="*/ 372428 h 866774"/>
                  <a:gd name="connsiteX5" fmla="*/ 381000 w 529351"/>
                  <a:gd name="connsiteY5" fmla="*/ 25717 h 866774"/>
                  <a:gd name="connsiteX6" fmla="*/ 441960 w 529351"/>
                  <a:gd name="connsiteY6" fmla="*/ 0 h 866774"/>
                  <a:gd name="connsiteX7" fmla="*/ 502920 w 529351"/>
                  <a:gd name="connsiteY7" fmla="*/ 25717 h 866774"/>
                  <a:gd name="connsiteX8" fmla="*/ 528638 w 529351"/>
                  <a:gd name="connsiteY8" fmla="*/ 86677 h 866774"/>
                  <a:gd name="connsiteX9" fmla="*/ 502920 w 529351"/>
                  <a:gd name="connsiteY9" fmla="*/ 147638 h 866774"/>
                  <a:gd name="connsiteX10" fmla="*/ 217170 w 529351"/>
                  <a:gd name="connsiteY10" fmla="*/ 433388 h 866774"/>
                  <a:gd name="connsiteX11" fmla="*/ 502920 w 529351"/>
                  <a:gd name="connsiteY11" fmla="*/ 719137 h 866774"/>
                  <a:gd name="connsiteX12" fmla="*/ 502920 w 529351"/>
                  <a:gd name="connsiteY12" fmla="*/ 841057 h 866774"/>
                  <a:gd name="connsiteX13" fmla="*/ 441960 w 529351"/>
                  <a:gd name="connsiteY13" fmla="*/ 866775 h 866774"/>
                  <a:gd name="connsiteX14" fmla="*/ 441960 w 529351"/>
                  <a:gd name="connsiteY14" fmla="*/ 866775 h 866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9351" h="866774">
                    <a:moveTo>
                      <a:pt x="441960" y="866775"/>
                    </a:moveTo>
                    <a:cubicBezTo>
                      <a:pt x="416243" y="866775"/>
                      <a:pt x="398145" y="858203"/>
                      <a:pt x="381000" y="841057"/>
                    </a:cubicBezTo>
                    <a:lnTo>
                      <a:pt x="25718" y="494348"/>
                    </a:lnTo>
                    <a:cubicBezTo>
                      <a:pt x="8573" y="477203"/>
                      <a:pt x="0" y="459105"/>
                      <a:pt x="0" y="433388"/>
                    </a:cubicBezTo>
                    <a:cubicBezTo>
                      <a:pt x="0" y="407670"/>
                      <a:pt x="8573" y="389573"/>
                      <a:pt x="25718" y="372428"/>
                    </a:cubicBezTo>
                    <a:lnTo>
                      <a:pt x="381000" y="25717"/>
                    </a:lnTo>
                    <a:cubicBezTo>
                      <a:pt x="398145" y="8573"/>
                      <a:pt x="416243" y="0"/>
                      <a:pt x="441960" y="0"/>
                    </a:cubicBezTo>
                    <a:cubicBezTo>
                      <a:pt x="467678" y="0"/>
                      <a:pt x="485775" y="8573"/>
                      <a:pt x="502920" y="25717"/>
                    </a:cubicBezTo>
                    <a:cubicBezTo>
                      <a:pt x="520065" y="42863"/>
                      <a:pt x="528638" y="60960"/>
                      <a:pt x="528638" y="86677"/>
                    </a:cubicBezTo>
                    <a:cubicBezTo>
                      <a:pt x="528638" y="112395"/>
                      <a:pt x="520065" y="130492"/>
                      <a:pt x="502920" y="147638"/>
                    </a:cubicBezTo>
                    <a:lnTo>
                      <a:pt x="217170" y="433388"/>
                    </a:lnTo>
                    <a:lnTo>
                      <a:pt x="502920" y="719137"/>
                    </a:lnTo>
                    <a:cubicBezTo>
                      <a:pt x="538163" y="754380"/>
                      <a:pt x="538163" y="805815"/>
                      <a:pt x="502920" y="841057"/>
                    </a:cubicBezTo>
                    <a:cubicBezTo>
                      <a:pt x="494348" y="858203"/>
                      <a:pt x="467678" y="866775"/>
                      <a:pt x="441960" y="866775"/>
                    </a:cubicBezTo>
                    <a:cubicBezTo>
                      <a:pt x="450533" y="866775"/>
                      <a:pt x="441960" y="866775"/>
                      <a:pt x="441960" y="866775"/>
                    </a:cubicBezTo>
                    <a:close/>
                  </a:path>
                </a:pathLst>
              </a:custGeom>
              <a:grpFill/>
              <a:ln w="9525"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C1C73C00-4CE1-6232-D83D-31BECD493A58}"/>
                  </a:ext>
                </a:extLst>
              </p:cNvPr>
              <p:cNvSpPr>
                <a:spLocks/>
              </p:cNvSpPr>
              <p:nvPr/>
            </p:nvSpPr>
            <p:spPr>
              <a:xfrm>
                <a:off x="13072954" y="4785997"/>
                <a:ext cx="529351" cy="866774"/>
              </a:xfrm>
              <a:custGeom>
                <a:avLst/>
                <a:gdLst>
                  <a:gd name="connsiteX0" fmla="*/ 87392 w 529351"/>
                  <a:gd name="connsiteY0" fmla="*/ 866775 h 866774"/>
                  <a:gd name="connsiteX1" fmla="*/ 26432 w 529351"/>
                  <a:gd name="connsiteY1" fmla="*/ 841057 h 866774"/>
                  <a:gd name="connsiteX2" fmla="*/ 26432 w 529351"/>
                  <a:gd name="connsiteY2" fmla="*/ 719137 h 866774"/>
                  <a:gd name="connsiteX3" fmla="*/ 312182 w 529351"/>
                  <a:gd name="connsiteY3" fmla="*/ 433388 h 866774"/>
                  <a:gd name="connsiteX4" fmla="*/ 26432 w 529351"/>
                  <a:gd name="connsiteY4" fmla="*/ 147638 h 866774"/>
                  <a:gd name="connsiteX5" fmla="*/ 714 w 529351"/>
                  <a:gd name="connsiteY5" fmla="*/ 86677 h 866774"/>
                  <a:gd name="connsiteX6" fmla="*/ 26432 w 529351"/>
                  <a:gd name="connsiteY6" fmla="*/ 25717 h 866774"/>
                  <a:gd name="connsiteX7" fmla="*/ 87392 w 529351"/>
                  <a:gd name="connsiteY7" fmla="*/ 0 h 866774"/>
                  <a:gd name="connsiteX8" fmla="*/ 87392 w 529351"/>
                  <a:gd name="connsiteY8" fmla="*/ 0 h 866774"/>
                  <a:gd name="connsiteX9" fmla="*/ 148352 w 529351"/>
                  <a:gd name="connsiteY9" fmla="*/ 25717 h 866774"/>
                  <a:gd name="connsiteX10" fmla="*/ 503634 w 529351"/>
                  <a:gd name="connsiteY10" fmla="*/ 372428 h 866774"/>
                  <a:gd name="connsiteX11" fmla="*/ 529352 w 529351"/>
                  <a:gd name="connsiteY11" fmla="*/ 433388 h 866774"/>
                  <a:gd name="connsiteX12" fmla="*/ 503634 w 529351"/>
                  <a:gd name="connsiteY12" fmla="*/ 494348 h 866774"/>
                  <a:gd name="connsiteX13" fmla="*/ 148352 w 529351"/>
                  <a:gd name="connsiteY13" fmla="*/ 841057 h 866774"/>
                  <a:gd name="connsiteX14" fmla="*/ 87392 w 529351"/>
                  <a:gd name="connsiteY14" fmla="*/ 866775 h 866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9351" h="866774">
                    <a:moveTo>
                      <a:pt x="87392" y="866775"/>
                    </a:moveTo>
                    <a:cubicBezTo>
                      <a:pt x="61674" y="866775"/>
                      <a:pt x="43577" y="858203"/>
                      <a:pt x="26432" y="841057"/>
                    </a:cubicBezTo>
                    <a:cubicBezTo>
                      <a:pt x="-8811" y="805815"/>
                      <a:pt x="-8811" y="754380"/>
                      <a:pt x="26432" y="719137"/>
                    </a:cubicBezTo>
                    <a:lnTo>
                      <a:pt x="312182" y="433388"/>
                    </a:lnTo>
                    <a:lnTo>
                      <a:pt x="26432" y="147638"/>
                    </a:lnTo>
                    <a:cubicBezTo>
                      <a:pt x="9287" y="130492"/>
                      <a:pt x="714" y="112395"/>
                      <a:pt x="714" y="86677"/>
                    </a:cubicBezTo>
                    <a:cubicBezTo>
                      <a:pt x="714" y="60960"/>
                      <a:pt x="9287" y="42863"/>
                      <a:pt x="26432" y="25717"/>
                    </a:cubicBezTo>
                    <a:cubicBezTo>
                      <a:pt x="43577" y="8573"/>
                      <a:pt x="61674" y="0"/>
                      <a:pt x="87392" y="0"/>
                    </a:cubicBezTo>
                    <a:lnTo>
                      <a:pt x="87392" y="0"/>
                    </a:lnTo>
                    <a:cubicBezTo>
                      <a:pt x="113109" y="0"/>
                      <a:pt x="131207" y="8573"/>
                      <a:pt x="148352" y="25717"/>
                    </a:cubicBezTo>
                    <a:lnTo>
                      <a:pt x="503634" y="372428"/>
                    </a:lnTo>
                    <a:cubicBezTo>
                      <a:pt x="520779" y="389573"/>
                      <a:pt x="529352" y="407670"/>
                      <a:pt x="529352" y="433388"/>
                    </a:cubicBezTo>
                    <a:cubicBezTo>
                      <a:pt x="529352" y="459105"/>
                      <a:pt x="520779" y="477203"/>
                      <a:pt x="503634" y="494348"/>
                    </a:cubicBezTo>
                    <a:lnTo>
                      <a:pt x="148352" y="841057"/>
                    </a:lnTo>
                    <a:cubicBezTo>
                      <a:pt x="130254" y="858203"/>
                      <a:pt x="113109" y="866775"/>
                      <a:pt x="87392" y="866775"/>
                    </a:cubicBezTo>
                    <a:close/>
                  </a:path>
                </a:pathLst>
              </a:custGeom>
              <a:grpFill/>
              <a:ln w="9525" cap="flat">
                <a:noFill/>
                <a:prstDash val="solid"/>
                <a:miter/>
              </a:ln>
            </p:spPr>
            <p:txBody>
              <a:bodyPr rtlCol="0" anchor="ctr"/>
              <a:lstStyle/>
              <a:p>
                <a:endParaRPr lang="fr-FR"/>
              </a:p>
            </p:txBody>
          </p:sp>
        </p:grpSp>
        <p:sp>
          <p:nvSpPr>
            <p:cNvPr id="44" name="Forme libre : forme 43">
              <a:hlinkClick r:id="rId6"/>
              <a:extLst>
                <a:ext uri="{FF2B5EF4-FFF2-40B4-BE49-F238E27FC236}">
                  <a16:creationId xmlns:a16="http://schemas.microsoft.com/office/drawing/2014/main" id="{4CAFCF9E-E5FF-6FB8-E3A0-AB8AFC4E8252}"/>
                </a:ext>
              </a:extLst>
            </p:cNvPr>
            <p:cNvSpPr>
              <a:spLocks noChangeAspect="1"/>
            </p:cNvSpPr>
            <p:nvPr/>
          </p:nvSpPr>
          <p:spPr>
            <a:xfrm>
              <a:off x="10120851" y="6348983"/>
              <a:ext cx="185142" cy="216000"/>
            </a:xfrm>
            <a:custGeom>
              <a:avLst/>
              <a:gdLst>
                <a:gd name="connsiteX0" fmla="*/ 218571 w 308571"/>
                <a:gd name="connsiteY0" fmla="*/ 70714 h 360000"/>
                <a:gd name="connsiteX1" fmla="*/ 244285 w 308571"/>
                <a:gd name="connsiteY1" fmla="*/ 70714 h 360000"/>
                <a:gd name="connsiteX2" fmla="*/ 244285 w 308571"/>
                <a:gd name="connsiteY2" fmla="*/ 147857 h 360000"/>
                <a:gd name="connsiteX3" fmla="*/ 218571 w 308571"/>
                <a:gd name="connsiteY3" fmla="*/ 147857 h 360000"/>
                <a:gd name="connsiteX4" fmla="*/ 147857 w 308571"/>
                <a:gd name="connsiteY4" fmla="*/ 70714 h 360000"/>
                <a:gd name="connsiteX5" fmla="*/ 173571 w 308571"/>
                <a:gd name="connsiteY5" fmla="*/ 70714 h 360000"/>
                <a:gd name="connsiteX6" fmla="*/ 173571 w 308571"/>
                <a:gd name="connsiteY6" fmla="*/ 147857 h 360000"/>
                <a:gd name="connsiteX7" fmla="*/ 147857 w 308571"/>
                <a:gd name="connsiteY7" fmla="*/ 147857 h 360000"/>
                <a:gd name="connsiteX8" fmla="*/ 77143 w 308571"/>
                <a:gd name="connsiteY8" fmla="*/ 25715 h 360000"/>
                <a:gd name="connsiteX9" fmla="*/ 77143 w 308571"/>
                <a:gd name="connsiteY9" fmla="*/ 218572 h 360000"/>
                <a:gd name="connsiteX10" fmla="*/ 135000 w 308571"/>
                <a:gd name="connsiteY10" fmla="*/ 218572 h 360000"/>
                <a:gd name="connsiteX11" fmla="*/ 135000 w 308571"/>
                <a:gd name="connsiteY11" fmla="*/ 263572 h 360000"/>
                <a:gd name="connsiteX12" fmla="*/ 180000 w 308571"/>
                <a:gd name="connsiteY12" fmla="*/ 218572 h 360000"/>
                <a:gd name="connsiteX13" fmla="*/ 231428 w 308571"/>
                <a:gd name="connsiteY13" fmla="*/ 218572 h 360000"/>
                <a:gd name="connsiteX14" fmla="*/ 282857 w 308571"/>
                <a:gd name="connsiteY14" fmla="*/ 167143 h 360000"/>
                <a:gd name="connsiteX15" fmla="*/ 282857 w 308571"/>
                <a:gd name="connsiteY15" fmla="*/ 25715 h 360000"/>
                <a:gd name="connsiteX16" fmla="*/ 64286 w 308571"/>
                <a:gd name="connsiteY16" fmla="*/ 0 h 360000"/>
                <a:gd name="connsiteX17" fmla="*/ 308571 w 308571"/>
                <a:gd name="connsiteY17" fmla="*/ 0 h 360000"/>
                <a:gd name="connsiteX18" fmla="*/ 308571 w 308571"/>
                <a:gd name="connsiteY18" fmla="*/ 180000 h 360000"/>
                <a:gd name="connsiteX19" fmla="*/ 192857 w 308571"/>
                <a:gd name="connsiteY19" fmla="*/ 295715 h 360000"/>
                <a:gd name="connsiteX20" fmla="*/ 141428 w 308571"/>
                <a:gd name="connsiteY20" fmla="*/ 295715 h 360000"/>
                <a:gd name="connsiteX21" fmla="*/ 77143 w 308571"/>
                <a:gd name="connsiteY21" fmla="*/ 360000 h 360000"/>
                <a:gd name="connsiteX22" fmla="*/ 77143 w 308571"/>
                <a:gd name="connsiteY22" fmla="*/ 295715 h 360000"/>
                <a:gd name="connsiteX23" fmla="*/ 0 w 308571"/>
                <a:gd name="connsiteY23" fmla="*/ 295715 h 360000"/>
                <a:gd name="connsiteX24" fmla="*/ 0 w 308571"/>
                <a:gd name="connsiteY24" fmla="*/ 64286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8571" h="360000">
                  <a:moveTo>
                    <a:pt x="218571" y="70714"/>
                  </a:moveTo>
                  <a:lnTo>
                    <a:pt x="244285" y="70714"/>
                  </a:lnTo>
                  <a:lnTo>
                    <a:pt x="244285" y="147857"/>
                  </a:lnTo>
                  <a:lnTo>
                    <a:pt x="218571" y="147857"/>
                  </a:lnTo>
                  <a:close/>
                  <a:moveTo>
                    <a:pt x="147857" y="70714"/>
                  </a:moveTo>
                  <a:lnTo>
                    <a:pt x="173571" y="70714"/>
                  </a:lnTo>
                  <a:lnTo>
                    <a:pt x="173571" y="147857"/>
                  </a:lnTo>
                  <a:lnTo>
                    <a:pt x="147857" y="147857"/>
                  </a:lnTo>
                  <a:close/>
                  <a:moveTo>
                    <a:pt x="77143" y="25715"/>
                  </a:moveTo>
                  <a:lnTo>
                    <a:pt x="77143" y="218572"/>
                  </a:lnTo>
                  <a:lnTo>
                    <a:pt x="135000" y="218572"/>
                  </a:lnTo>
                  <a:lnTo>
                    <a:pt x="135000" y="263572"/>
                  </a:lnTo>
                  <a:lnTo>
                    <a:pt x="180000" y="218572"/>
                  </a:lnTo>
                  <a:lnTo>
                    <a:pt x="231428" y="218572"/>
                  </a:lnTo>
                  <a:lnTo>
                    <a:pt x="282857" y="167143"/>
                  </a:lnTo>
                  <a:lnTo>
                    <a:pt x="282857" y="25715"/>
                  </a:lnTo>
                  <a:close/>
                  <a:moveTo>
                    <a:pt x="64286" y="0"/>
                  </a:moveTo>
                  <a:lnTo>
                    <a:pt x="308571" y="0"/>
                  </a:lnTo>
                  <a:lnTo>
                    <a:pt x="308571" y="180000"/>
                  </a:lnTo>
                  <a:lnTo>
                    <a:pt x="192857" y="295715"/>
                  </a:lnTo>
                  <a:lnTo>
                    <a:pt x="141428" y="295715"/>
                  </a:lnTo>
                  <a:lnTo>
                    <a:pt x="77143" y="360000"/>
                  </a:lnTo>
                  <a:lnTo>
                    <a:pt x="77143" y="295715"/>
                  </a:lnTo>
                  <a:lnTo>
                    <a:pt x="0" y="295715"/>
                  </a:lnTo>
                  <a:lnTo>
                    <a:pt x="0" y="64286"/>
                  </a:lnTo>
                  <a:close/>
                </a:path>
              </a:pathLst>
            </a:custGeom>
            <a:grpFill/>
            <a:ln w="2449" cap="flat">
              <a:noFill/>
              <a:prstDash val="solid"/>
              <a:miter/>
            </a:ln>
          </p:spPr>
          <p:txBody>
            <a:bodyPr rtlCol="0" anchor="ctr"/>
            <a:lstStyle/>
            <a:p>
              <a:endParaRPr lang="fr-FR"/>
            </a:p>
          </p:txBody>
        </p:sp>
        <p:sp>
          <p:nvSpPr>
            <p:cNvPr id="45" name="Graphique 50">
              <a:hlinkClick r:id="rId7"/>
              <a:extLst>
                <a:ext uri="{FF2B5EF4-FFF2-40B4-BE49-F238E27FC236}">
                  <a16:creationId xmlns:a16="http://schemas.microsoft.com/office/drawing/2014/main" id="{AF3C992C-DBFA-9F41-F679-71F0A1BD5BEF}"/>
                </a:ext>
              </a:extLst>
            </p:cNvPr>
            <p:cNvSpPr>
              <a:spLocks noChangeAspect="1"/>
            </p:cNvSpPr>
            <p:nvPr/>
          </p:nvSpPr>
          <p:spPr>
            <a:xfrm>
              <a:off x="10596570" y="6348983"/>
              <a:ext cx="284898" cy="216000"/>
            </a:xfrm>
            <a:custGeom>
              <a:avLst/>
              <a:gdLst>
                <a:gd name="connsiteX0" fmla="*/ 1026033 w 1211090"/>
                <a:gd name="connsiteY0" fmla="*/ 77153 h 918210"/>
                <a:gd name="connsiteX1" fmla="*/ 776478 w 1211090"/>
                <a:gd name="connsiteY1" fmla="*/ 0 h 918210"/>
                <a:gd name="connsiteX2" fmla="*/ 744093 w 1211090"/>
                <a:gd name="connsiteY2" fmla="*/ 64770 h 918210"/>
                <a:gd name="connsiteX3" fmla="*/ 466915 w 1211090"/>
                <a:gd name="connsiteY3" fmla="*/ 64770 h 918210"/>
                <a:gd name="connsiteX4" fmla="*/ 434530 w 1211090"/>
                <a:gd name="connsiteY4" fmla="*/ 0 h 918210"/>
                <a:gd name="connsiteX5" fmla="*/ 184975 w 1211090"/>
                <a:gd name="connsiteY5" fmla="*/ 77153 h 918210"/>
                <a:gd name="connsiteX6" fmla="*/ 4953 w 1211090"/>
                <a:gd name="connsiteY6" fmla="*/ 763905 h 918210"/>
                <a:gd name="connsiteX7" fmla="*/ 4953 w 1211090"/>
                <a:gd name="connsiteY7" fmla="*/ 763905 h 918210"/>
                <a:gd name="connsiteX8" fmla="*/ 311658 w 1211090"/>
                <a:gd name="connsiteY8" fmla="*/ 918210 h 918210"/>
                <a:gd name="connsiteX9" fmla="*/ 377380 w 1211090"/>
                <a:gd name="connsiteY9" fmla="*/ 812483 h 918210"/>
                <a:gd name="connsiteX10" fmla="*/ 273558 w 1211090"/>
                <a:gd name="connsiteY10" fmla="*/ 762953 h 918210"/>
                <a:gd name="connsiteX11" fmla="*/ 299275 w 1211090"/>
                <a:gd name="connsiteY11" fmla="*/ 743903 h 918210"/>
                <a:gd name="connsiteX12" fmla="*/ 911733 w 1211090"/>
                <a:gd name="connsiteY12" fmla="*/ 743903 h 918210"/>
                <a:gd name="connsiteX13" fmla="*/ 937450 w 1211090"/>
                <a:gd name="connsiteY13" fmla="*/ 762953 h 918210"/>
                <a:gd name="connsiteX14" fmla="*/ 833628 w 1211090"/>
                <a:gd name="connsiteY14" fmla="*/ 812483 h 918210"/>
                <a:gd name="connsiteX15" fmla="*/ 899350 w 1211090"/>
                <a:gd name="connsiteY15" fmla="*/ 918210 h 918210"/>
                <a:gd name="connsiteX16" fmla="*/ 1206055 w 1211090"/>
                <a:gd name="connsiteY16" fmla="*/ 764858 h 918210"/>
                <a:gd name="connsiteX17" fmla="*/ 1206055 w 1211090"/>
                <a:gd name="connsiteY17" fmla="*/ 764858 h 918210"/>
                <a:gd name="connsiteX18" fmla="*/ 1026033 w 1211090"/>
                <a:gd name="connsiteY18" fmla="*/ 77153 h 918210"/>
                <a:gd name="connsiteX19" fmla="*/ 405003 w 1211090"/>
                <a:gd name="connsiteY19" fmla="*/ 625793 h 918210"/>
                <a:gd name="connsiteX20" fmla="*/ 295465 w 1211090"/>
                <a:gd name="connsiteY20" fmla="*/ 504825 h 918210"/>
                <a:gd name="connsiteX21" fmla="*/ 404050 w 1211090"/>
                <a:gd name="connsiteY21" fmla="*/ 383858 h 918210"/>
                <a:gd name="connsiteX22" fmla="*/ 513588 w 1211090"/>
                <a:gd name="connsiteY22" fmla="*/ 504825 h 918210"/>
                <a:gd name="connsiteX23" fmla="*/ 405003 w 1211090"/>
                <a:gd name="connsiteY23" fmla="*/ 625793 h 918210"/>
                <a:gd name="connsiteX24" fmla="*/ 806958 w 1211090"/>
                <a:gd name="connsiteY24" fmla="*/ 625793 h 918210"/>
                <a:gd name="connsiteX25" fmla="*/ 698373 w 1211090"/>
                <a:gd name="connsiteY25" fmla="*/ 504825 h 918210"/>
                <a:gd name="connsiteX26" fmla="*/ 806958 w 1211090"/>
                <a:gd name="connsiteY26" fmla="*/ 383858 h 918210"/>
                <a:gd name="connsiteX27" fmla="*/ 915543 w 1211090"/>
                <a:gd name="connsiteY27" fmla="*/ 504825 h 918210"/>
                <a:gd name="connsiteX28" fmla="*/ 806958 w 1211090"/>
                <a:gd name="connsiteY28" fmla="*/ 625793 h 91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11090" h="918210">
                  <a:moveTo>
                    <a:pt x="1026033" y="77153"/>
                  </a:moveTo>
                  <a:cubicBezTo>
                    <a:pt x="946023" y="40005"/>
                    <a:pt x="862203" y="14288"/>
                    <a:pt x="776478" y="0"/>
                  </a:cubicBezTo>
                  <a:cubicBezTo>
                    <a:pt x="765048" y="20955"/>
                    <a:pt x="753618" y="42863"/>
                    <a:pt x="744093" y="64770"/>
                  </a:cubicBezTo>
                  <a:cubicBezTo>
                    <a:pt x="652653" y="50483"/>
                    <a:pt x="558355" y="50483"/>
                    <a:pt x="466915" y="64770"/>
                  </a:cubicBezTo>
                  <a:cubicBezTo>
                    <a:pt x="457390" y="42863"/>
                    <a:pt x="446913" y="20955"/>
                    <a:pt x="434530" y="0"/>
                  </a:cubicBezTo>
                  <a:cubicBezTo>
                    <a:pt x="347853" y="14288"/>
                    <a:pt x="264033" y="40958"/>
                    <a:pt x="184975" y="77153"/>
                  </a:cubicBezTo>
                  <a:cubicBezTo>
                    <a:pt x="26860" y="311468"/>
                    <a:pt x="-16002" y="539115"/>
                    <a:pt x="4953" y="763905"/>
                  </a:cubicBezTo>
                  <a:lnTo>
                    <a:pt x="4953" y="763905"/>
                  </a:lnTo>
                  <a:cubicBezTo>
                    <a:pt x="97345" y="832485"/>
                    <a:pt x="201168" y="883920"/>
                    <a:pt x="311658" y="918210"/>
                  </a:cubicBezTo>
                  <a:cubicBezTo>
                    <a:pt x="336423" y="884873"/>
                    <a:pt x="358330" y="849630"/>
                    <a:pt x="377380" y="812483"/>
                  </a:cubicBezTo>
                  <a:cubicBezTo>
                    <a:pt x="341185" y="799148"/>
                    <a:pt x="306895" y="782955"/>
                    <a:pt x="273558" y="762953"/>
                  </a:cubicBezTo>
                  <a:cubicBezTo>
                    <a:pt x="282130" y="756285"/>
                    <a:pt x="290703" y="750570"/>
                    <a:pt x="299275" y="743903"/>
                  </a:cubicBezTo>
                  <a:cubicBezTo>
                    <a:pt x="493585" y="835343"/>
                    <a:pt x="718375" y="835343"/>
                    <a:pt x="911733" y="743903"/>
                  </a:cubicBezTo>
                  <a:cubicBezTo>
                    <a:pt x="920305" y="750570"/>
                    <a:pt x="928878" y="757238"/>
                    <a:pt x="937450" y="762953"/>
                  </a:cubicBezTo>
                  <a:cubicBezTo>
                    <a:pt x="904113" y="782003"/>
                    <a:pt x="869823" y="799148"/>
                    <a:pt x="833628" y="812483"/>
                  </a:cubicBezTo>
                  <a:cubicBezTo>
                    <a:pt x="852678" y="849630"/>
                    <a:pt x="874585" y="884873"/>
                    <a:pt x="899350" y="918210"/>
                  </a:cubicBezTo>
                  <a:cubicBezTo>
                    <a:pt x="1009840" y="884873"/>
                    <a:pt x="1113663" y="832485"/>
                    <a:pt x="1206055" y="764858"/>
                  </a:cubicBezTo>
                  <a:lnTo>
                    <a:pt x="1206055" y="764858"/>
                  </a:lnTo>
                  <a:cubicBezTo>
                    <a:pt x="1230820" y="502920"/>
                    <a:pt x="1163193" y="277178"/>
                    <a:pt x="1026033" y="77153"/>
                  </a:cubicBezTo>
                  <a:close/>
                  <a:moveTo>
                    <a:pt x="405003" y="625793"/>
                  </a:moveTo>
                  <a:cubicBezTo>
                    <a:pt x="344995" y="625793"/>
                    <a:pt x="295465" y="571500"/>
                    <a:pt x="295465" y="504825"/>
                  </a:cubicBezTo>
                  <a:cubicBezTo>
                    <a:pt x="295465" y="438150"/>
                    <a:pt x="343090" y="383858"/>
                    <a:pt x="404050" y="383858"/>
                  </a:cubicBezTo>
                  <a:cubicBezTo>
                    <a:pt x="465010" y="383858"/>
                    <a:pt x="514540" y="438150"/>
                    <a:pt x="513588" y="504825"/>
                  </a:cubicBezTo>
                  <a:cubicBezTo>
                    <a:pt x="512635" y="571500"/>
                    <a:pt x="465010" y="625793"/>
                    <a:pt x="405003" y="625793"/>
                  </a:cubicBezTo>
                  <a:close/>
                  <a:moveTo>
                    <a:pt x="806958" y="625793"/>
                  </a:moveTo>
                  <a:cubicBezTo>
                    <a:pt x="746950" y="625793"/>
                    <a:pt x="698373" y="571500"/>
                    <a:pt x="698373" y="504825"/>
                  </a:cubicBezTo>
                  <a:cubicBezTo>
                    <a:pt x="698373" y="438150"/>
                    <a:pt x="745998" y="383858"/>
                    <a:pt x="806958" y="383858"/>
                  </a:cubicBezTo>
                  <a:cubicBezTo>
                    <a:pt x="867918" y="383858"/>
                    <a:pt x="916495" y="438150"/>
                    <a:pt x="915543" y="504825"/>
                  </a:cubicBezTo>
                  <a:cubicBezTo>
                    <a:pt x="914590" y="571500"/>
                    <a:pt x="867918" y="625793"/>
                    <a:pt x="806958" y="625793"/>
                  </a:cubicBezTo>
                  <a:close/>
                </a:path>
              </a:pathLst>
            </a:custGeom>
            <a:grpFill/>
            <a:ln w="9525" cap="flat">
              <a:noFill/>
              <a:prstDash val="solid"/>
              <a:miter/>
            </a:ln>
          </p:spPr>
          <p:txBody>
            <a:bodyPr rtlCol="0" anchor="ctr"/>
            <a:lstStyle/>
            <a:p>
              <a:endParaRPr lang="fr-FR"/>
            </a:p>
          </p:txBody>
        </p:sp>
      </p:grpSp>
      <p:sp>
        <p:nvSpPr>
          <p:cNvPr id="49" name="Ellipse 48">
            <a:extLst>
              <a:ext uri="{FF2B5EF4-FFF2-40B4-BE49-F238E27FC236}">
                <a16:creationId xmlns:a16="http://schemas.microsoft.com/office/drawing/2014/main" id="{142F02DC-8581-ACA8-525D-4EE6A9A4D688}"/>
              </a:ext>
            </a:extLst>
          </p:cNvPr>
          <p:cNvSpPr/>
          <p:nvPr userDrawn="1"/>
        </p:nvSpPr>
        <p:spPr>
          <a:xfrm>
            <a:off x="1199086" y="2970785"/>
            <a:ext cx="982090" cy="98209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Espace réservé pour une image  25">
            <a:extLst>
              <a:ext uri="{FF2B5EF4-FFF2-40B4-BE49-F238E27FC236}">
                <a16:creationId xmlns:a16="http://schemas.microsoft.com/office/drawing/2014/main" id="{9F0E3779-C187-72E0-A64C-8852035369AF}"/>
              </a:ext>
            </a:extLst>
          </p:cNvPr>
          <p:cNvSpPr>
            <a:spLocks noGrp="1"/>
          </p:cNvSpPr>
          <p:nvPr>
            <p:ph type="pic" sz="quarter" idx="18" hasCustomPrompt="1"/>
          </p:nvPr>
        </p:nvSpPr>
        <p:spPr>
          <a:xfrm>
            <a:off x="1265712" y="3037109"/>
            <a:ext cx="848838" cy="849444"/>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51" name="Espace réservé du texte 4">
            <a:extLst>
              <a:ext uri="{FF2B5EF4-FFF2-40B4-BE49-F238E27FC236}">
                <a16:creationId xmlns:a16="http://schemas.microsoft.com/office/drawing/2014/main" id="{0ED11694-F6BC-473B-AC26-DCF267ECBF63}"/>
              </a:ext>
            </a:extLst>
          </p:cNvPr>
          <p:cNvSpPr>
            <a:spLocks noGrp="1"/>
          </p:cNvSpPr>
          <p:nvPr>
            <p:ph type="body" sz="quarter" idx="19" hasCustomPrompt="1"/>
          </p:nvPr>
        </p:nvSpPr>
        <p:spPr>
          <a:xfrm>
            <a:off x="1211638" y="4086734"/>
            <a:ext cx="2769812" cy="276999"/>
          </a:xfrm>
        </p:spPr>
        <p:txBody>
          <a:bodyPr wrap="square" tIns="0" bIns="0">
            <a:spAutoFit/>
          </a:bodyPr>
          <a:lstStyle>
            <a:lvl1pPr marL="0" indent="0" algn="l">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52" name="Espace réservé du texte 4">
            <a:extLst>
              <a:ext uri="{FF2B5EF4-FFF2-40B4-BE49-F238E27FC236}">
                <a16:creationId xmlns:a16="http://schemas.microsoft.com/office/drawing/2014/main" id="{DDB90BA3-97F6-5E70-69A9-8D6D2AE207B6}"/>
              </a:ext>
            </a:extLst>
          </p:cNvPr>
          <p:cNvSpPr>
            <a:spLocks noGrp="1"/>
          </p:cNvSpPr>
          <p:nvPr>
            <p:ph type="body" sz="quarter" idx="20" hasCustomPrompt="1"/>
          </p:nvPr>
        </p:nvSpPr>
        <p:spPr>
          <a:xfrm>
            <a:off x="1211638" y="4374975"/>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55" name="Forme libre : forme 54">
            <a:extLst>
              <a:ext uri="{FF2B5EF4-FFF2-40B4-BE49-F238E27FC236}">
                <a16:creationId xmlns:a16="http://schemas.microsoft.com/office/drawing/2014/main" id="{B77E450D-379E-F4ED-9C46-32A167668519}"/>
              </a:ext>
            </a:extLst>
          </p:cNvPr>
          <p:cNvSpPr/>
          <p:nvPr userDrawn="1"/>
        </p:nvSpPr>
        <p:spPr>
          <a:xfrm>
            <a:off x="1219978" y="4912369"/>
            <a:ext cx="201628" cy="148543"/>
          </a:xfrm>
          <a:custGeom>
            <a:avLst/>
            <a:gdLst>
              <a:gd name="connsiteX0" fmla="*/ 0 w 4130650"/>
              <a:gd name="connsiteY0" fmla="*/ 858316 h 3043122"/>
              <a:gd name="connsiteX1" fmla="*/ 1940966 w 4130650"/>
              <a:gd name="connsiteY1" fmla="*/ 2043378 h 3043122"/>
              <a:gd name="connsiteX2" fmla="*/ 2062887 w 4130650"/>
              <a:gd name="connsiteY2" fmla="*/ 2077516 h 3043122"/>
              <a:gd name="connsiteX3" fmla="*/ 2184807 w 4130650"/>
              <a:gd name="connsiteY3" fmla="*/ 2043378 h 3043122"/>
              <a:gd name="connsiteX4" fmla="*/ 4130650 w 4130650"/>
              <a:gd name="connsiteY4" fmla="*/ 858316 h 3043122"/>
              <a:gd name="connsiteX5" fmla="*/ 4130650 w 4130650"/>
              <a:gd name="connsiteY5" fmla="*/ 2433522 h 3043122"/>
              <a:gd name="connsiteX6" fmla="*/ 3521050 w 4130650"/>
              <a:gd name="connsiteY6" fmla="*/ 3043122 h 3043122"/>
              <a:gd name="connsiteX7" fmla="*/ 609600 w 4130650"/>
              <a:gd name="connsiteY7" fmla="*/ 3043122 h 3043122"/>
              <a:gd name="connsiteX8" fmla="*/ 0 w 4130650"/>
              <a:gd name="connsiteY8" fmla="*/ 2433522 h 3043122"/>
              <a:gd name="connsiteX9" fmla="*/ 609600 w 4130650"/>
              <a:gd name="connsiteY9" fmla="*/ 0 h 3043122"/>
              <a:gd name="connsiteX10" fmla="*/ 3521050 w 4130650"/>
              <a:gd name="connsiteY10" fmla="*/ 0 h 3043122"/>
              <a:gd name="connsiteX11" fmla="*/ 4111142 w 4130650"/>
              <a:gd name="connsiteY11" fmla="*/ 477926 h 3043122"/>
              <a:gd name="connsiteX12" fmla="*/ 2067763 w 4130650"/>
              <a:gd name="connsiteY12" fmla="*/ 1726387 h 3043122"/>
              <a:gd name="connsiteX13" fmla="*/ 19507 w 4130650"/>
              <a:gd name="connsiteY13" fmla="*/ 477926 h 3043122"/>
              <a:gd name="connsiteX14" fmla="*/ 609600 w 4130650"/>
              <a:gd name="connsiteY14" fmla="*/ 0 h 304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30650" h="3043122">
                <a:moveTo>
                  <a:pt x="0" y="858316"/>
                </a:moveTo>
                <a:lnTo>
                  <a:pt x="1940966" y="2043378"/>
                </a:lnTo>
                <a:cubicBezTo>
                  <a:pt x="1979981" y="2067762"/>
                  <a:pt x="2023872" y="2077516"/>
                  <a:pt x="2062887" y="2077516"/>
                </a:cubicBezTo>
                <a:cubicBezTo>
                  <a:pt x="2101901" y="2077516"/>
                  <a:pt x="2145792" y="2067762"/>
                  <a:pt x="2184807" y="2043378"/>
                </a:cubicBezTo>
                <a:lnTo>
                  <a:pt x="4130650" y="858316"/>
                </a:lnTo>
                <a:lnTo>
                  <a:pt x="4130650" y="2433522"/>
                </a:lnTo>
                <a:cubicBezTo>
                  <a:pt x="4130650" y="2770022"/>
                  <a:pt x="3857549" y="3043122"/>
                  <a:pt x="3521050" y="3043122"/>
                </a:cubicBezTo>
                <a:lnTo>
                  <a:pt x="609600" y="3043122"/>
                </a:lnTo>
                <a:cubicBezTo>
                  <a:pt x="273101" y="3043122"/>
                  <a:pt x="0" y="2770022"/>
                  <a:pt x="0" y="2433522"/>
                </a:cubicBezTo>
                <a:close/>
                <a:moveTo>
                  <a:pt x="609600" y="0"/>
                </a:moveTo>
                <a:lnTo>
                  <a:pt x="3521050" y="0"/>
                </a:lnTo>
                <a:cubicBezTo>
                  <a:pt x="3808781" y="0"/>
                  <a:pt x="4052621" y="204826"/>
                  <a:pt x="4111142" y="477926"/>
                </a:cubicBezTo>
                <a:lnTo>
                  <a:pt x="2067763" y="1726387"/>
                </a:lnTo>
                <a:lnTo>
                  <a:pt x="19507" y="477926"/>
                </a:lnTo>
                <a:cubicBezTo>
                  <a:pt x="78029" y="204826"/>
                  <a:pt x="321869" y="0"/>
                  <a:pt x="609600" y="0"/>
                </a:cubicBezTo>
                <a:close/>
              </a:path>
            </a:pathLst>
          </a:custGeom>
          <a:solidFill>
            <a:schemeClr val="bg1"/>
          </a:solidFill>
          <a:ln w="9525" cap="flat">
            <a:noFill/>
            <a:prstDash val="solid"/>
            <a:miter/>
          </a:ln>
        </p:spPr>
        <p:txBody>
          <a:bodyPr rtlCol="0" anchor="ctr"/>
          <a:lstStyle/>
          <a:p>
            <a:endParaRPr lang="fr-FR"/>
          </a:p>
        </p:txBody>
      </p:sp>
      <p:sp>
        <p:nvSpPr>
          <p:cNvPr id="56" name="Graphique 31">
            <a:extLst>
              <a:ext uri="{FF2B5EF4-FFF2-40B4-BE49-F238E27FC236}">
                <a16:creationId xmlns:a16="http://schemas.microsoft.com/office/drawing/2014/main" id="{3C7308E4-98B5-029A-8483-C5DE0D0CEC45}"/>
              </a:ext>
            </a:extLst>
          </p:cNvPr>
          <p:cNvSpPr/>
          <p:nvPr userDrawn="1"/>
        </p:nvSpPr>
        <p:spPr>
          <a:xfrm>
            <a:off x="1239799" y="5216312"/>
            <a:ext cx="153232" cy="243162"/>
          </a:xfrm>
          <a:custGeom>
            <a:avLst/>
            <a:gdLst>
              <a:gd name="connsiteX0" fmla="*/ 2221230 w 2324100"/>
              <a:gd name="connsiteY0" fmla="*/ 103251 h 3688080"/>
              <a:gd name="connsiteX1" fmla="*/ 2221230 w 2324100"/>
              <a:gd name="connsiteY1" fmla="*/ 102870 h 3688080"/>
              <a:gd name="connsiteX2" fmla="*/ 1973961 w 2324100"/>
              <a:gd name="connsiteY2" fmla="*/ 0 h 3688080"/>
              <a:gd name="connsiteX3" fmla="*/ 349758 w 2324100"/>
              <a:gd name="connsiteY3" fmla="*/ 0 h 3688080"/>
              <a:gd name="connsiteX4" fmla="*/ 0 w 2324100"/>
              <a:gd name="connsiteY4" fmla="*/ 349758 h 3688080"/>
              <a:gd name="connsiteX5" fmla="*/ 0 w 2324100"/>
              <a:gd name="connsiteY5" fmla="*/ 3337941 h 3688080"/>
              <a:gd name="connsiteX6" fmla="*/ 102870 w 2324100"/>
              <a:gd name="connsiteY6" fmla="*/ 3585210 h 3688080"/>
              <a:gd name="connsiteX7" fmla="*/ 349758 w 2324100"/>
              <a:gd name="connsiteY7" fmla="*/ 3688080 h 3688080"/>
              <a:gd name="connsiteX8" fmla="*/ 1974342 w 2324100"/>
              <a:gd name="connsiteY8" fmla="*/ 3688080 h 3688080"/>
              <a:gd name="connsiteX9" fmla="*/ 2221230 w 2324100"/>
              <a:gd name="connsiteY9" fmla="*/ 3585210 h 3688080"/>
              <a:gd name="connsiteX10" fmla="*/ 2324100 w 2324100"/>
              <a:gd name="connsiteY10" fmla="*/ 3338322 h 3688080"/>
              <a:gd name="connsiteX11" fmla="*/ 2324100 w 2324100"/>
              <a:gd name="connsiteY11" fmla="*/ 350139 h 3688080"/>
              <a:gd name="connsiteX12" fmla="*/ 2221230 w 2324100"/>
              <a:gd name="connsiteY12" fmla="*/ 103251 h 3688080"/>
              <a:gd name="connsiteX13" fmla="*/ 1162050 w 2324100"/>
              <a:gd name="connsiteY13" fmla="*/ 3450717 h 3688080"/>
              <a:gd name="connsiteX14" fmla="*/ 1162050 w 2324100"/>
              <a:gd name="connsiteY14" fmla="*/ 3450717 h 3688080"/>
              <a:gd name="connsiteX15" fmla="*/ 1067562 w 2324100"/>
              <a:gd name="connsiteY15" fmla="*/ 3356229 h 3688080"/>
              <a:gd name="connsiteX16" fmla="*/ 1162050 w 2324100"/>
              <a:gd name="connsiteY16" fmla="*/ 3261741 h 3688080"/>
              <a:gd name="connsiteX17" fmla="*/ 1256538 w 2324100"/>
              <a:gd name="connsiteY17" fmla="*/ 3356229 h 3688080"/>
              <a:gd name="connsiteX18" fmla="*/ 1162050 w 2324100"/>
              <a:gd name="connsiteY18" fmla="*/ 3450717 h 3688080"/>
              <a:gd name="connsiteX19" fmla="*/ 2046351 w 2324100"/>
              <a:gd name="connsiteY19" fmla="*/ 2857500 h 3688080"/>
              <a:gd name="connsiteX20" fmla="*/ 1817751 w 2324100"/>
              <a:gd name="connsiteY20" fmla="*/ 3086100 h 3688080"/>
              <a:gd name="connsiteX21" fmla="*/ 505968 w 2324100"/>
              <a:gd name="connsiteY21" fmla="*/ 3086100 h 3688080"/>
              <a:gd name="connsiteX22" fmla="*/ 277368 w 2324100"/>
              <a:gd name="connsiteY22" fmla="*/ 2857500 h 3688080"/>
              <a:gd name="connsiteX23" fmla="*/ 277368 w 2324100"/>
              <a:gd name="connsiteY23" fmla="*/ 630555 h 3688080"/>
              <a:gd name="connsiteX24" fmla="*/ 505968 w 2324100"/>
              <a:gd name="connsiteY24" fmla="*/ 401955 h 3688080"/>
              <a:gd name="connsiteX25" fmla="*/ 1818132 w 2324100"/>
              <a:gd name="connsiteY25" fmla="*/ 401955 h 3688080"/>
              <a:gd name="connsiteX26" fmla="*/ 2046732 w 2324100"/>
              <a:gd name="connsiteY26" fmla="*/ 630555 h 3688080"/>
              <a:gd name="connsiteX27" fmla="*/ 2046351 w 2324100"/>
              <a:gd name="connsiteY27" fmla="*/ 2857500 h 3688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324100" h="3688080">
                <a:moveTo>
                  <a:pt x="2221230" y="103251"/>
                </a:moveTo>
                <a:lnTo>
                  <a:pt x="2221230" y="102870"/>
                </a:lnTo>
                <a:cubicBezTo>
                  <a:pt x="2155765" y="37062"/>
                  <a:pt x="2066782" y="38"/>
                  <a:pt x="1973961" y="0"/>
                </a:cubicBezTo>
                <a:lnTo>
                  <a:pt x="349758" y="0"/>
                </a:lnTo>
                <a:cubicBezTo>
                  <a:pt x="156848" y="629"/>
                  <a:pt x="629" y="156848"/>
                  <a:pt x="0" y="349758"/>
                </a:cubicBezTo>
                <a:lnTo>
                  <a:pt x="0" y="3337941"/>
                </a:lnTo>
                <a:cubicBezTo>
                  <a:pt x="38" y="3430762"/>
                  <a:pt x="37062" y="3519745"/>
                  <a:pt x="102870" y="3585210"/>
                </a:cubicBezTo>
                <a:cubicBezTo>
                  <a:pt x="168240" y="3650923"/>
                  <a:pt x="257070" y="3687937"/>
                  <a:pt x="349758" y="3688080"/>
                </a:cubicBezTo>
                <a:lnTo>
                  <a:pt x="1974342" y="3688080"/>
                </a:lnTo>
                <a:cubicBezTo>
                  <a:pt x="2067030" y="3687937"/>
                  <a:pt x="2155860" y="3650923"/>
                  <a:pt x="2221230" y="3585210"/>
                </a:cubicBezTo>
                <a:cubicBezTo>
                  <a:pt x="2286943" y="3519840"/>
                  <a:pt x="2323957" y="3431010"/>
                  <a:pt x="2324100" y="3338322"/>
                </a:cubicBezTo>
                <a:lnTo>
                  <a:pt x="2324100" y="350139"/>
                </a:lnTo>
                <a:cubicBezTo>
                  <a:pt x="2323957" y="257451"/>
                  <a:pt x="2286943" y="168621"/>
                  <a:pt x="2221230" y="103251"/>
                </a:cubicBezTo>
                <a:close/>
                <a:moveTo>
                  <a:pt x="1162050" y="3450717"/>
                </a:moveTo>
                <a:lnTo>
                  <a:pt x="1162050" y="3450717"/>
                </a:lnTo>
                <a:cubicBezTo>
                  <a:pt x="1109863" y="3450717"/>
                  <a:pt x="1067562" y="3408416"/>
                  <a:pt x="1067562" y="3356229"/>
                </a:cubicBezTo>
                <a:cubicBezTo>
                  <a:pt x="1067562" y="3304042"/>
                  <a:pt x="1109863" y="3261741"/>
                  <a:pt x="1162050" y="3261741"/>
                </a:cubicBezTo>
                <a:cubicBezTo>
                  <a:pt x="1214238" y="3261741"/>
                  <a:pt x="1256538" y="3304042"/>
                  <a:pt x="1256538" y="3356229"/>
                </a:cubicBezTo>
                <a:cubicBezTo>
                  <a:pt x="1256538" y="3408416"/>
                  <a:pt x="1214238" y="3450717"/>
                  <a:pt x="1162050" y="3450717"/>
                </a:cubicBezTo>
                <a:close/>
                <a:moveTo>
                  <a:pt x="2046351" y="2857500"/>
                </a:moveTo>
                <a:cubicBezTo>
                  <a:pt x="2046351" y="2983754"/>
                  <a:pt x="1944005" y="3086100"/>
                  <a:pt x="1817751" y="3086100"/>
                </a:cubicBezTo>
                <a:lnTo>
                  <a:pt x="505968" y="3086100"/>
                </a:lnTo>
                <a:cubicBezTo>
                  <a:pt x="379714" y="3086100"/>
                  <a:pt x="277368" y="2983754"/>
                  <a:pt x="277368" y="2857500"/>
                </a:cubicBezTo>
                <a:lnTo>
                  <a:pt x="277368" y="630555"/>
                </a:lnTo>
                <a:cubicBezTo>
                  <a:pt x="277368" y="504301"/>
                  <a:pt x="379714" y="401955"/>
                  <a:pt x="505968" y="401955"/>
                </a:cubicBezTo>
                <a:lnTo>
                  <a:pt x="1818132" y="401955"/>
                </a:lnTo>
                <a:cubicBezTo>
                  <a:pt x="1944386" y="401955"/>
                  <a:pt x="2046732" y="504301"/>
                  <a:pt x="2046732" y="630555"/>
                </a:cubicBezTo>
                <a:lnTo>
                  <a:pt x="2046351" y="2857500"/>
                </a:lnTo>
                <a:close/>
              </a:path>
            </a:pathLst>
          </a:custGeom>
          <a:solidFill>
            <a:schemeClr val="bg1"/>
          </a:solidFill>
          <a:ln w="9525" cap="flat">
            <a:noFill/>
            <a:prstDash val="solid"/>
            <a:miter/>
          </a:ln>
        </p:spPr>
        <p:txBody>
          <a:bodyPr rtlCol="0" anchor="ctr"/>
          <a:lstStyle/>
          <a:p>
            <a:endParaRPr lang="fr-FR"/>
          </a:p>
        </p:txBody>
      </p:sp>
      <p:cxnSp>
        <p:nvCxnSpPr>
          <p:cNvPr id="57" name="Connecteur droit 56">
            <a:extLst>
              <a:ext uri="{FF2B5EF4-FFF2-40B4-BE49-F238E27FC236}">
                <a16:creationId xmlns:a16="http://schemas.microsoft.com/office/drawing/2014/main" id="{F4D47A22-04D5-1C2E-311A-D6B4652796B1}"/>
              </a:ext>
            </a:extLst>
          </p:cNvPr>
          <p:cNvCxnSpPr/>
          <p:nvPr userDrawn="1"/>
        </p:nvCxnSpPr>
        <p:spPr>
          <a:xfrm>
            <a:off x="1202939" y="4706672"/>
            <a:ext cx="2253939"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64" name="Espace réservé du texte 4">
            <a:extLst>
              <a:ext uri="{FF2B5EF4-FFF2-40B4-BE49-F238E27FC236}">
                <a16:creationId xmlns:a16="http://schemas.microsoft.com/office/drawing/2014/main" id="{5B72CB9D-1D06-3AF5-2452-937725F5C5D8}"/>
              </a:ext>
            </a:extLst>
          </p:cNvPr>
          <p:cNvSpPr>
            <a:spLocks noGrp="1"/>
          </p:cNvSpPr>
          <p:nvPr>
            <p:ph type="body" sz="quarter" idx="21" hasCustomPrompt="1"/>
          </p:nvPr>
        </p:nvSpPr>
        <p:spPr>
          <a:xfrm>
            <a:off x="1537017" y="490060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a:t>firstname.lastname@ovh.com</a:t>
            </a:r>
          </a:p>
        </p:txBody>
      </p:sp>
      <p:sp>
        <p:nvSpPr>
          <p:cNvPr id="66" name="Espace réservé du texte 4">
            <a:extLst>
              <a:ext uri="{FF2B5EF4-FFF2-40B4-BE49-F238E27FC236}">
                <a16:creationId xmlns:a16="http://schemas.microsoft.com/office/drawing/2014/main" id="{3D6B6F01-9BC9-688B-3C6C-78D6D4D4DEE5}"/>
              </a:ext>
            </a:extLst>
          </p:cNvPr>
          <p:cNvSpPr>
            <a:spLocks noGrp="1"/>
          </p:cNvSpPr>
          <p:nvPr>
            <p:ph type="body" sz="quarter" idx="22" hasCustomPrompt="1"/>
          </p:nvPr>
        </p:nvSpPr>
        <p:spPr>
          <a:xfrm>
            <a:off x="1537017" y="525874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a:t>+33 0 00 00 00 00 </a:t>
            </a:r>
          </a:p>
        </p:txBody>
      </p:sp>
      <p:sp>
        <p:nvSpPr>
          <p:cNvPr id="67" name="Ellipse 66">
            <a:extLst>
              <a:ext uri="{FF2B5EF4-FFF2-40B4-BE49-F238E27FC236}">
                <a16:creationId xmlns:a16="http://schemas.microsoft.com/office/drawing/2014/main" id="{D85B92DE-492D-55C6-1569-F27849AAE188}"/>
              </a:ext>
            </a:extLst>
          </p:cNvPr>
          <p:cNvSpPr/>
          <p:nvPr userDrawn="1"/>
        </p:nvSpPr>
        <p:spPr>
          <a:xfrm>
            <a:off x="7103555" y="2970785"/>
            <a:ext cx="982090" cy="98209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Espace réservé pour une image  25">
            <a:extLst>
              <a:ext uri="{FF2B5EF4-FFF2-40B4-BE49-F238E27FC236}">
                <a16:creationId xmlns:a16="http://schemas.microsoft.com/office/drawing/2014/main" id="{4ED98ABE-0480-B7AA-2D00-56C053F72A3C}"/>
              </a:ext>
            </a:extLst>
          </p:cNvPr>
          <p:cNvSpPr>
            <a:spLocks noGrp="1"/>
          </p:cNvSpPr>
          <p:nvPr>
            <p:ph type="pic" sz="quarter" idx="23" hasCustomPrompt="1"/>
          </p:nvPr>
        </p:nvSpPr>
        <p:spPr>
          <a:xfrm>
            <a:off x="7170181" y="3037109"/>
            <a:ext cx="848838" cy="849444"/>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69" name="Espace réservé du texte 4">
            <a:extLst>
              <a:ext uri="{FF2B5EF4-FFF2-40B4-BE49-F238E27FC236}">
                <a16:creationId xmlns:a16="http://schemas.microsoft.com/office/drawing/2014/main" id="{4F19D2CB-E739-4DC0-F53D-B59A12A7CC61}"/>
              </a:ext>
            </a:extLst>
          </p:cNvPr>
          <p:cNvSpPr>
            <a:spLocks noGrp="1"/>
          </p:cNvSpPr>
          <p:nvPr>
            <p:ph type="body" sz="quarter" idx="24" hasCustomPrompt="1"/>
          </p:nvPr>
        </p:nvSpPr>
        <p:spPr>
          <a:xfrm>
            <a:off x="7116107" y="4086734"/>
            <a:ext cx="2769812" cy="276999"/>
          </a:xfrm>
        </p:spPr>
        <p:txBody>
          <a:bodyPr wrap="square" tIns="0" bIns="0">
            <a:spAutoFit/>
          </a:bodyPr>
          <a:lstStyle>
            <a:lvl1pPr marL="0" indent="0" algn="l">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70" name="Espace réservé du texte 4">
            <a:extLst>
              <a:ext uri="{FF2B5EF4-FFF2-40B4-BE49-F238E27FC236}">
                <a16:creationId xmlns:a16="http://schemas.microsoft.com/office/drawing/2014/main" id="{DD3A838C-944E-2F3A-C03F-00DF5D29D716}"/>
              </a:ext>
            </a:extLst>
          </p:cNvPr>
          <p:cNvSpPr>
            <a:spLocks noGrp="1"/>
          </p:cNvSpPr>
          <p:nvPr>
            <p:ph type="body" sz="quarter" idx="25" hasCustomPrompt="1"/>
          </p:nvPr>
        </p:nvSpPr>
        <p:spPr>
          <a:xfrm>
            <a:off x="7116107" y="4374975"/>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71" name="Forme libre : forme 70">
            <a:extLst>
              <a:ext uri="{FF2B5EF4-FFF2-40B4-BE49-F238E27FC236}">
                <a16:creationId xmlns:a16="http://schemas.microsoft.com/office/drawing/2014/main" id="{D6C48040-191E-824B-032F-618E53955D08}"/>
              </a:ext>
            </a:extLst>
          </p:cNvPr>
          <p:cNvSpPr/>
          <p:nvPr userDrawn="1"/>
        </p:nvSpPr>
        <p:spPr>
          <a:xfrm>
            <a:off x="7124447" y="4912369"/>
            <a:ext cx="201628" cy="148543"/>
          </a:xfrm>
          <a:custGeom>
            <a:avLst/>
            <a:gdLst>
              <a:gd name="connsiteX0" fmla="*/ 0 w 4130650"/>
              <a:gd name="connsiteY0" fmla="*/ 858316 h 3043122"/>
              <a:gd name="connsiteX1" fmla="*/ 1940966 w 4130650"/>
              <a:gd name="connsiteY1" fmla="*/ 2043378 h 3043122"/>
              <a:gd name="connsiteX2" fmla="*/ 2062887 w 4130650"/>
              <a:gd name="connsiteY2" fmla="*/ 2077516 h 3043122"/>
              <a:gd name="connsiteX3" fmla="*/ 2184807 w 4130650"/>
              <a:gd name="connsiteY3" fmla="*/ 2043378 h 3043122"/>
              <a:gd name="connsiteX4" fmla="*/ 4130650 w 4130650"/>
              <a:gd name="connsiteY4" fmla="*/ 858316 h 3043122"/>
              <a:gd name="connsiteX5" fmla="*/ 4130650 w 4130650"/>
              <a:gd name="connsiteY5" fmla="*/ 2433522 h 3043122"/>
              <a:gd name="connsiteX6" fmla="*/ 3521050 w 4130650"/>
              <a:gd name="connsiteY6" fmla="*/ 3043122 h 3043122"/>
              <a:gd name="connsiteX7" fmla="*/ 609600 w 4130650"/>
              <a:gd name="connsiteY7" fmla="*/ 3043122 h 3043122"/>
              <a:gd name="connsiteX8" fmla="*/ 0 w 4130650"/>
              <a:gd name="connsiteY8" fmla="*/ 2433522 h 3043122"/>
              <a:gd name="connsiteX9" fmla="*/ 609600 w 4130650"/>
              <a:gd name="connsiteY9" fmla="*/ 0 h 3043122"/>
              <a:gd name="connsiteX10" fmla="*/ 3521050 w 4130650"/>
              <a:gd name="connsiteY10" fmla="*/ 0 h 3043122"/>
              <a:gd name="connsiteX11" fmla="*/ 4111142 w 4130650"/>
              <a:gd name="connsiteY11" fmla="*/ 477926 h 3043122"/>
              <a:gd name="connsiteX12" fmla="*/ 2067763 w 4130650"/>
              <a:gd name="connsiteY12" fmla="*/ 1726387 h 3043122"/>
              <a:gd name="connsiteX13" fmla="*/ 19507 w 4130650"/>
              <a:gd name="connsiteY13" fmla="*/ 477926 h 3043122"/>
              <a:gd name="connsiteX14" fmla="*/ 609600 w 4130650"/>
              <a:gd name="connsiteY14" fmla="*/ 0 h 304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30650" h="3043122">
                <a:moveTo>
                  <a:pt x="0" y="858316"/>
                </a:moveTo>
                <a:lnTo>
                  <a:pt x="1940966" y="2043378"/>
                </a:lnTo>
                <a:cubicBezTo>
                  <a:pt x="1979981" y="2067762"/>
                  <a:pt x="2023872" y="2077516"/>
                  <a:pt x="2062887" y="2077516"/>
                </a:cubicBezTo>
                <a:cubicBezTo>
                  <a:pt x="2101901" y="2077516"/>
                  <a:pt x="2145792" y="2067762"/>
                  <a:pt x="2184807" y="2043378"/>
                </a:cubicBezTo>
                <a:lnTo>
                  <a:pt x="4130650" y="858316"/>
                </a:lnTo>
                <a:lnTo>
                  <a:pt x="4130650" y="2433522"/>
                </a:lnTo>
                <a:cubicBezTo>
                  <a:pt x="4130650" y="2770022"/>
                  <a:pt x="3857549" y="3043122"/>
                  <a:pt x="3521050" y="3043122"/>
                </a:cubicBezTo>
                <a:lnTo>
                  <a:pt x="609600" y="3043122"/>
                </a:lnTo>
                <a:cubicBezTo>
                  <a:pt x="273101" y="3043122"/>
                  <a:pt x="0" y="2770022"/>
                  <a:pt x="0" y="2433522"/>
                </a:cubicBezTo>
                <a:close/>
                <a:moveTo>
                  <a:pt x="609600" y="0"/>
                </a:moveTo>
                <a:lnTo>
                  <a:pt x="3521050" y="0"/>
                </a:lnTo>
                <a:cubicBezTo>
                  <a:pt x="3808781" y="0"/>
                  <a:pt x="4052621" y="204826"/>
                  <a:pt x="4111142" y="477926"/>
                </a:cubicBezTo>
                <a:lnTo>
                  <a:pt x="2067763" y="1726387"/>
                </a:lnTo>
                <a:lnTo>
                  <a:pt x="19507" y="477926"/>
                </a:lnTo>
                <a:cubicBezTo>
                  <a:pt x="78029" y="204826"/>
                  <a:pt x="321869" y="0"/>
                  <a:pt x="609600" y="0"/>
                </a:cubicBezTo>
                <a:close/>
              </a:path>
            </a:pathLst>
          </a:custGeom>
          <a:solidFill>
            <a:schemeClr val="bg1"/>
          </a:solidFill>
          <a:ln w="9525" cap="flat">
            <a:noFill/>
            <a:prstDash val="solid"/>
            <a:miter/>
          </a:ln>
        </p:spPr>
        <p:txBody>
          <a:bodyPr rtlCol="0" anchor="ctr"/>
          <a:lstStyle/>
          <a:p>
            <a:endParaRPr lang="fr-FR"/>
          </a:p>
        </p:txBody>
      </p:sp>
      <p:sp>
        <p:nvSpPr>
          <p:cNvPr id="72" name="Graphique 31">
            <a:extLst>
              <a:ext uri="{FF2B5EF4-FFF2-40B4-BE49-F238E27FC236}">
                <a16:creationId xmlns:a16="http://schemas.microsoft.com/office/drawing/2014/main" id="{AC315812-283F-7CC2-10D4-CB1F44D6587E}"/>
              </a:ext>
            </a:extLst>
          </p:cNvPr>
          <p:cNvSpPr/>
          <p:nvPr userDrawn="1"/>
        </p:nvSpPr>
        <p:spPr>
          <a:xfrm>
            <a:off x="7144268" y="5216312"/>
            <a:ext cx="153232" cy="243162"/>
          </a:xfrm>
          <a:custGeom>
            <a:avLst/>
            <a:gdLst>
              <a:gd name="connsiteX0" fmla="*/ 2221230 w 2324100"/>
              <a:gd name="connsiteY0" fmla="*/ 103251 h 3688080"/>
              <a:gd name="connsiteX1" fmla="*/ 2221230 w 2324100"/>
              <a:gd name="connsiteY1" fmla="*/ 102870 h 3688080"/>
              <a:gd name="connsiteX2" fmla="*/ 1973961 w 2324100"/>
              <a:gd name="connsiteY2" fmla="*/ 0 h 3688080"/>
              <a:gd name="connsiteX3" fmla="*/ 349758 w 2324100"/>
              <a:gd name="connsiteY3" fmla="*/ 0 h 3688080"/>
              <a:gd name="connsiteX4" fmla="*/ 0 w 2324100"/>
              <a:gd name="connsiteY4" fmla="*/ 349758 h 3688080"/>
              <a:gd name="connsiteX5" fmla="*/ 0 w 2324100"/>
              <a:gd name="connsiteY5" fmla="*/ 3337941 h 3688080"/>
              <a:gd name="connsiteX6" fmla="*/ 102870 w 2324100"/>
              <a:gd name="connsiteY6" fmla="*/ 3585210 h 3688080"/>
              <a:gd name="connsiteX7" fmla="*/ 349758 w 2324100"/>
              <a:gd name="connsiteY7" fmla="*/ 3688080 h 3688080"/>
              <a:gd name="connsiteX8" fmla="*/ 1974342 w 2324100"/>
              <a:gd name="connsiteY8" fmla="*/ 3688080 h 3688080"/>
              <a:gd name="connsiteX9" fmla="*/ 2221230 w 2324100"/>
              <a:gd name="connsiteY9" fmla="*/ 3585210 h 3688080"/>
              <a:gd name="connsiteX10" fmla="*/ 2324100 w 2324100"/>
              <a:gd name="connsiteY10" fmla="*/ 3338322 h 3688080"/>
              <a:gd name="connsiteX11" fmla="*/ 2324100 w 2324100"/>
              <a:gd name="connsiteY11" fmla="*/ 350139 h 3688080"/>
              <a:gd name="connsiteX12" fmla="*/ 2221230 w 2324100"/>
              <a:gd name="connsiteY12" fmla="*/ 103251 h 3688080"/>
              <a:gd name="connsiteX13" fmla="*/ 1162050 w 2324100"/>
              <a:gd name="connsiteY13" fmla="*/ 3450717 h 3688080"/>
              <a:gd name="connsiteX14" fmla="*/ 1162050 w 2324100"/>
              <a:gd name="connsiteY14" fmla="*/ 3450717 h 3688080"/>
              <a:gd name="connsiteX15" fmla="*/ 1067562 w 2324100"/>
              <a:gd name="connsiteY15" fmla="*/ 3356229 h 3688080"/>
              <a:gd name="connsiteX16" fmla="*/ 1162050 w 2324100"/>
              <a:gd name="connsiteY16" fmla="*/ 3261741 h 3688080"/>
              <a:gd name="connsiteX17" fmla="*/ 1256538 w 2324100"/>
              <a:gd name="connsiteY17" fmla="*/ 3356229 h 3688080"/>
              <a:gd name="connsiteX18" fmla="*/ 1162050 w 2324100"/>
              <a:gd name="connsiteY18" fmla="*/ 3450717 h 3688080"/>
              <a:gd name="connsiteX19" fmla="*/ 2046351 w 2324100"/>
              <a:gd name="connsiteY19" fmla="*/ 2857500 h 3688080"/>
              <a:gd name="connsiteX20" fmla="*/ 1817751 w 2324100"/>
              <a:gd name="connsiteY20" fmla="*/ 3086100 h 3688080"/>
              <a:gd name="connsiteX21" fmla="*/ 505968 w 2324100"/>
              <a:gd name="connsiteY21" fmla="*/ 3086100 h 3688080"/>
              <a:gd name="connsiteX22" fmla="*/ 277368 w 2324100"/>
              <a:gd name="connsiteY22" fmla="*/ 2857500 h 3688080"/>
              <a:gd name="connsiteX23" fmla="*/ 277368 w 2324100"/>
              <a:gd name="connsiteY23" fmla="*/ 630555 h 3688080"/>
              <a:gd name="connsiteX24" fmla="*/ 505968 w 2324100"/>
              <a:gd name="connsiteY24" fmla="*/ 401955 h 3688080"/>
              <a:gd name="connsiteX25" fmla="*/ 1818132 w 2324100"/>
              <a:gd name="connsiteY25" fmla="*/ 401955 h 3688080"/>
              <a:gd name="connsiteX26" fmla="*/ 2046732 w 2324100"/>
              <a:gd name="connsiteY26" fmla="*/ 630555 h 3688080"/>
              <a:gd name="connsiteX27" fmla="*/ 2046351 w 2324100"/>
              <a:gd name="connsiteY27" fmla="*/ 2857500 h 3688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324100" h="3688080">
                <a:moveTo>
                  <a:pt x="2221230" y="103251"/>
                </a:moveTo>
                <a:lnTo>
                  <a:pt x="2221230" y="102870"/>
                </a:lnTo>
                <a:cubicBezTo>
                  <a:pt x="2155765" y="37062"/>
                  <a:pt x="2066782" y="38"/>
                  <a:pt x="1973961" y="0"/>
                </a:cubicBezTo>
                <a:lnTo>
                  <a:pt x="349758" y="0"/>
                </a:lnTo>
                <a:cubicBezTo>
                  <a:pt x="156848" y="629"/>
                  <a:pt x="629" y="156848"/>
                  <a:pt x="0" y="349758"/>
                </a:cubicBezTo>
                <a:lnTo>
                  <a:pt x="0" y="3337941"/>
                </a:lnTo>
                <a:cubicBezTo>
                  <a:pt x="38" y="3430762"/>
                  <a:pt x="37062" y="3519745"/>
                  <a:pt x="102870" y="3585210"/>
                </a:cubicBezTo>
                <a:cubicBezTo>
                  <a:pt x="168240" y="3650923"/>
                  <a:pt x="257070" y="3687937"/>
                  <a:pt x="349758" y="3688080"/>
                </a:cubicBezTo>
                <a:lnTo>
                  <a:pt x="1974342" y="3688080"/>
                </a:lnTo>
                <a:cubicBezTo>
                  <a:pt x="2067030" y="3687937"/>
                  <a:pt x="2155860" y="3650923"/>
                  <a:pt x="2221230" y="3585210"/>
                </a:cubicBezTo>
                <a:cubicBezTo>
                  <a:pt x="2286943" y="3519840"/>
                  <a:pt x="2323957" y="3431010"/>
                  <a:pt x="2324100" y="3338322"/>
                </a:cubicBezTo>
                <a:lnTo>
                  <a:pt x="2324100" y="350139"/>
                </a:lnTo>
                <a:cubicBezTo>
                  <a:pt x="2323957" y="257451"/>
                  <a:pt x="2286943" y="168621"/>
                  <a:pt x="2221230" y="103251"/>
                </a:cubicBezTo>
                <a:close/>
                <a:moveTo>
                  <a:pt x="1162050" y="3450717"/>
                </a:moveTo>
                <a:lnTo>
                  <a:pt x="1162050" y="3450717"/>
                </a:lnTo>
                <a:cubicBezTo>
                  <a:pt x="1109863" y="3450717"/>
                  <a:pt x="1067562" y="3408416"/>
                  <a:pt x="1067562" y="3356229"/>
                </a:cubicBezTo>
                <a:cubicBezTo>
                  <a:pt x="1067562" y="3304042"/>
                  <a:pt x="1109863" y="3261741"/>
                  <a:pt x="1162050" y="3261741"/>
                </a:cubicBezTo>
                <a:cubicBezTo>
                  <a:pt x="1214238" y="3261741"/>
                  <a:pt x="1256538" y="3304042"/>
                  <a:pt x="1256538" y="3356229"/>
                </a:cubicBezTo>
                <a:cubicBezTo>
                  <a:pt x="1256538" y="3408416"/>
                  <a:pt x="1214238" y="3450717"/>
                  <a:pt x="1162050" y="3450717"/>
                </a:cubicBezTo>
                <a:close/>
                <a:moveTo>
                  <a:pt x="2046351" y="2857500"/>
                </a:moveTo>
                <a:cubicBezTo>
                  <a:pt x="2046351" y="2983754"/>
                  <a:pt x="1944005" y="3086100"/>
                  <a:pt x="1817751" y="3086100"/>
                </a:cubicBezTo>
                <a:lnTo>
                  <a:pt x="505968" y="3086100"/>
                </a:lnTo>
                <a:cubicBezTo>
                  <a:pt x="379714" y="3086100"/>
                  <a:pt x="277368" y="2983754"/>
                  <a:pt x="277368" y="2857500"/>
                </a:cubicBezTo>
                <a:lnTo>
                  <a:pt x="277368" y="630555"/>
                </a:lnTo>
                <a:cubicBezTo>
                  <a:pt x="277368" y="504301"/>
                  <a:pt x="379714" y="401955"/>
                  <a:pt x="505968" y="401955"/>
                </a:cubicBezTo>
                <a:lnTo>
                  <a:pt x="1818132" y="401955"/>
                </a:lnTo>
                <a:cubicBezTo>
                  <a:pt x="1944386" y="401955"/>
                  <a:pt x="2046732" y="504301"/>
                  <a:pt x="2046732" y="630555"/>
                </a:cubicBezTo>
                <a:lnTo>
                  <a:pt x="2046351" y="2857500"/>
                </a:lnTo>
                <a:close/>
              </a:path>
            </a:pathLst>
          </a:custGeom>
          <a:solidFill>
            <a:schemeClr val="bg1"/>
          </a:solidFill>
          <a:ln w="9525" cap="flat">
            <a:noFill/>
            <a:prstDash val="solid"/>
            <a:miter/>
          </a:ln>
        </p:spPr>
        <p:txBody>
          <a:bodyPr rtlCol="0" anchor="ctr"/>
          <a:lstStyle/>
          <a:p>
            <a:endParaRPr lang="fr-FR"/>
          </a:p>
        </p:txBody>
      </p:sp>
      <p:cxnSp>
        <p:nvCxnSpPr>
          <p:cNvPr id="73" name="Connecteur droit 72">
            <a:extLst>
              <a:ext uri="{FF2B5EF4-FFF2-40B4-BE49-F238E27FC236}">
                <a16:creationId xmlns:a16="http://schemas.microsoft.com/office/drawing/2014/main" id="{A15D60B5-EC3F-95B6-04F4-3411F8B54D07}"/>
              </a:ext>
            </a:extLst>
          </p:cNvPr>
          <p:cNvCxnSpPr/>
          <p:nvPr userDrawn="1"/>
        </p:nvCxnSpPr>
        <p:spPr>
          <a:xfrm>
            <a:off x="7107408" y="4706672"/>
            <a:ext cx="2253939"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74" name="Espace réservé du texte 4">
            <a:extLst>
              <a:ext uri="{FF2B5EF4-FFF2-40B4-BE49-F238E27FC236}">
                <a16:creationId xmlns:a16="http://schemas.microsoft.com/office/drawing/2014/main" id="{40AA0E18-E923-E04A-5021-2118E614ACC5}"/>
              </a:ext>
            </a:extLst>
          </p:cNvPr>
          <p:cNvSpPr>
            <a:spLocks noGrp="1"/>
          </p:cNvSpPr>
          <p:nvPr>
            <p:ph type="body" sz="quarter" idx="26" hasCustomPrompt="1"/>
          </p:nvPr>
        </p:nvSpPr>
        <p:spPr>
          <a:xfrm>
            <a:off x="7441486" y="490060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a:t>firstname.lastname@ovh.com</a:t>
            </a:r>
          </a:p>
        </p:txBody>
      </p:sp>
      <p:sp>
        <p:nvSpPr>
          <p:cNvPr id="75" name="Espace réservé du texte 4">
            <a:extLst>
              <a:ext uri="{FF2B5EF4-FFF2-40B4-BE49-F238E27FC236}">
                <a16:creationId xmlns:a16="http://schemas.microsoft.com/office/drawing/2014/main" id="{93B95752-CE50-B002-C38C-0745EFC62FF6}"/>
              </a:ext>
            </a:extLst>
          </p:cNvPr>
          <p:cNvSpPr>
            <a:spLocks noGrp="1"/>
          </p:cNvSpPr>
          <p:nvPr>
            <p:ph type="body" sz="quarter" idx="27" hasCustomPrompt="1"/>
          </p:nvPr>
        </p:nvSpPr>
        <p:spPr>
          <a:xfrm>
            <a:off x="7441486" y="525874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a:t>+33 0 00 00 00 00 </a:t>
            </a:r>
          </a:p>
        </p:txBody>
      </p:sp>
      <p:sp>
        <p:nvSpPr>
          <p:cNvPr id="85" name="Titre 1">
            <a:extLst>
              <a:ext uri="{FF2B5EF4-FFF2-40B4-BE49-F238E27FC236}">
                <a16:creationId xmlns:a16="http://schemas.microsoft.com/office/drawing/2014/main" id="{286E90F2-8666-2DE7-6A14-4464149218D6}"/>
              </a:ext>
            </a:extLst>
          </p:cNvPr>
          <p:cNvSpPr>
            <a:spLocks noGrp="1"/>
          </p:cNvSpPr>
          <p:nvPr>
            <p:ph type="title" hasCustomPrompt="1"/>
          </p:nvPr>
        </p:nvSpPr>
        <p:spPr>
          <a:xfrm>
            <a:off x="1199086" y="1807281"/>
            <a:ext cx="4896914" cy="498598"/>
          </a:xfrm>
        </p:spPr>
        <p:txBody>
          <a:bodyPr wrap="square" tIns="0" bIns="0">
            <a:spAutoFit/>
          </a:bodyPr>
          <a:lstStyle>
            <a:lvl1pPr>
              <a:defRPr sz="3600">
                <a:solidFill>
                  <a:schemeClr val="bg1"/>
                </a:solidFill>
              </a:defRPr>
            </a:lvl1pPr>
          </a:lstStyle>
          <a:p>
            <a:r>
              <a:rPr lang="fr-FR"/>
              <a:t>Contacts</a:t>
            </a:r>
            <a:endParaRPr lang="en-US" dirty="0"/>
          </a:p>
        </p:txBody>
      </p:sp>
    </p:spTree>
    <p:extLst>
      <p:ext uri="{BB962C8B-B14F-4D97-AF65-F5344CB8AC3E}">
        <p14:creationId xmlns:p14="http://schemas.microsoft.com/office/powerpoint/2010/main" val="31581323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x3 contacts">
    <p:bg>
      <p:bgPr>
        <a:solidFill>
          <a:schemeClr val="tx1"/>
        </a:solidFill>
        <a:effectLst/>
      </p:bgPr>
    </p:bg>
    <p:spTree>
      <p:nvGrpSpPr>
        <p:cNvPr id="1" name=""/>
        <p:cNvGrpSpPr/>
        <p:nvPr/>
      </p:nvGrpSpPr>
      <p:grpSpPr>
        <a:xfrm>
          <a:off x="0" y="0"/>
          <a:ext cx="0" cy="0"/>
          <a:chOff x="0" y="0"/>
          <a:chExt cx="0" cy="0"/>
        </a:xfrm>
      </p:grpSpPr>
      <p:grpSp>
        <p:nvGrpSpPr>
          <p:cNvPr id="36" name="Groupe 35">
            <a:extLst>
              <a:ext uri="{FF2B5EF4-FFF2-40B4-BE49-F238E27FC236}">
                <a16:creationId xmlns:a16="http://schemas.microsoft.com/office/drawing/2014/main" id="{96C7FBF9-E5BF-A9B6-AC29-D1CDC8AE0345}"/>
              </a:ext>
            </a:extLst>
          </p:cNvPr>
          <p:cNvGrpSpPr/>
          <p:nvPr userDrawn="1"/>
        </p:nvGrpSpPr>
        <p:grpSpPr>
          <a:xfrm>
            <a:off x="9890391" y="1"/>
            <a:ext cx="1998542" cy="6604165"/>
            <a:chOff x="9890391" y="1"/>
            <a:chExt cx="1998542" cy="6604165"/>
          </a:xfrm>
        </p:grpSpPr>
        <p:sp>
          <p:nvSpPr>
            <p:cNvPr id="35" name="Forme libre : forme 34">
              <a:extLst>
                <a:ext uri="{FF2B5EF4-FFF2-40B4-BE49-F238E27FC236}">
                  <a16:creationId xmlns:a16="http://schemas.microsoft.com/office/drawing/2014/main" id="{CBB933F6-A3AE-A6C5-66EE-D72238A9D121}"/>
                </a:ext>
              </a:extLst>
            </p:cNvPr>
            <p:cNvSpPr/>
            <p:nvPr userDrawn="1"/>
          </p:nvSpPr>
          <p:spPr>
            <a:xfrm rot="16200000" flipH="1">
              <a:off x="9703800" y="186592"/>
              <a:ext cx="2371724" cy="1998542"/>
            </a:xfrm>
            <a:custGeom>
              <a:avLst/>
              <a:gdLst>
                <a:gd name="connsiteX0" fmla="*/ 0 w 2371724"/>
                <a:gd name="connsiteY0" fmla="*/ 1647150 h 1998542"/>
                <a:gd name="connsiteX1" fmla="*/ 0 w 2371724"/>
                <a:gd name="connsiteY1" fmla="*/ 1998542 h 1998542"/>
                <a:gd name="connsiteX2" fmla="*/ 2371724 w 2371724"/>
                <a:gd name="connsiteY2" fmla="*/ 1998542 h 1998542"/>
                <a:gd name="connsiteX3" fmla="*/ 1071562 w 2371724"/>
                <a:gd name="connsiteY3" fmla="*/ 0 h 1998542"/>
              </a:gdLst>
              <a:ahLst/>
              <a:cxnLst>
                <a:cxn ang="0">
                  <a:pos x="connsiteX0" y="connsiteY0"/>
                </a:cxn>
                <a:cxn ang="0">
                  <a:pos x="connsiteX1" y="connsiteY1"/>
                </a:cxn>
                <a:cxn ang="0">
                  <a:pos x="connsiteX2" y="connsiteY2"/>
                </a:cxn>
                <a:cxn ang="0">
                  <a:pos x="connsiteX3" y="connsiteY3"/>
                </a:cxn>
              </a:cxnLst>
              <a:rect l="l" t="t" r="r" b="b"/>
              <a:pathLst>
                <a:path w="2371724" h="1998542">
                  <a:moveTo>
                    <a:pt x="0" y="1647150"/>
                  </a:moveTo>
                  <a:lnTo>
                    <a:pt x="0" y="1998542"/>
                  </a:lnTo>
                  <a:lnTo>
                    <a:pt x="2371724" y="1998542"/>
                  </a:lnTo>
                  <a:lnTo>
                    <a:pt x="1071562"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1" name="Freeform 26">
              <a:extLst>
                <a:ext uri="{FF2B5EF4-FFF2-40B4-BE49-F238E27FC236}">
                  <a16:creationId xmlns:a16="http://schemas.microsoft.com/office/drawing/2014/main" id="{1BBAE00B-9854-A322-10EF-03D0F52942C4}"/>
                </a:ext>
              </a:extLst>
            </p:cNvPr>
            <p:cNvSpPr>
              <a:spLocks/>
            </p:cNvSpPr>
            <p:nvPr userDrawn="1"/>
          </p:nvSpPr>
          <p:spPr>
            <a:xfrm rot="16200000" flipH="1">
              <a:off x="10364704" y="5763898"/>
              <a:ext cx="950220" cy="730315"/>
            </a:xfrm>
            <a:custGeom>
              <a:avLst/>
              <a:gdLst>
                <a:gd name="connsiteX0" fmla="*/ 0 w 1499630"/>
                <a:gd name="connsiteY0" fmla="*/ 1152577 h 1152577"/>
                <a:gd name="connsiteX1" fmla="*/ 1499630 w 1499630"/>
                <a:gd name="connsiteY1" fmla="*/ 1152577 h 1152577"/>
                <a:gd name="connsiteX2" fmla="*/ 749815 w 1499630"/>
                <a:gd name="connsiteY2" fmla="*/ 0 h 1152577"/>
              </a:gdLst>
              <a:ahLst/>
              <a:cxnLst>
                <a:cxn ang="0">
                  <a:pos x="connsiteX0" y="connsiteY0"/>
                </a:cxn>
                <a:cxn ang="0">
                  <a:pos x="connsiteX1" y="connsiteY1"/>
                </a:cxn>
                <a:cxn ang="0">
                  <a:pos x="connsiteX2" y="connsiteY2"/>
                </a:cxn>
              </a:cxnLst>
              <a:rect l="l" t="t" r="r" b="b"/>
              <a:pathLst>
                <a:path w="1499630" h="1152577">
                  <a:moveTo>
                    <a:pt x="0" y="1152577"/>
                  </a:moveTo>
                  <a:lnTo>
                    <a:pt x="1499630" y="1152577"/>
                  </a:lnTo>
                  <a:lnTo>
                    <a:pt x="749815" y="0"/>
                  </a:lnTo>
                  <a:close/>
                </a:path>
              </a:pathLst>
            </a:custGeom>
            <a:gradFill flip="none" rotWithShape="1">
              <a:gsLst>
                <a:gs pos="34000">
                  <a:srgbClr val="0312B2"/>
                </a:gs>
                <a:gs pos="89000">
                  <a:srgbClr val="030E98"/>
                </a:gs>
              </a:gsLst>
              <a:lin ang="9600000" scaled="0"/>
              <a:tileRect/>
            </a:gra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userDrawn="1">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userDrawn="1">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grpSp>
        <p:nvGrpSpPr>
          <p:cNvPr id="37" name="Groupe 36">
            <a:extLst>
              <a:ext uri="{FF2B5EF4-FFF2-40B4-BE49-F238E27FC236}">
                <a16:creationId xmlns:a16="http://schemas.microsoft.com/office/drawing/2014/main" id="{A766E885-C7CA-1849-4D74-2EA5D8DBA96F}"/>
              </a:ext>
            </a:extLst>
          </p:cNvPr>
          <p:cNvGrpSpPr>
            <a:grpSpLocks/>
          </p:cNvGrpSpPr>
          <p:nvPr userDrawn="1"/>
        </p:nvGrpSpPr>
        <p:grpSpPr>
          <a:xfrm>
            <a:off x="4597400" y="6448996"/>
            <a:ext cx="2997200" cy="168374"/>
            <a:chOff x="8074587" y="6348983"/>
            <a:chExt cx="3844998" cy="216000"/>
          </a:xfrm>
          <a:solidFill>
            <a:schemeClr val="bg1"/>
          </a:solidFill>
        </p:grpSpPr>
        <p:sp>
          <p:nvSpPr>
            <p:cNvPr id="38" name="Graphique 38">
              <a:hlinkClick r:id="rId2"/>
              <a:extLst>
                <a:ext uri="{FF2B5EF4-FFF2-40B4-BE49-F238E27FC236}">
                  <a16:creationId xmlns:a16="http://schemas.microsoft.com/office/drawing/2014/main" id="{14C3CFAA-2E92-7D5F-36E4-833E3DA9367A}"/>
                </a:ext>
              </a:extLst>
            </p:cNvPr>
            <p:cNvSpPr>
              <a:spLocks noChangeAspect="1"/>
            </p:cNvSpPr>
            <p:nvPr/>
          </p:nvSpPr>
          <p:spPr>
            <a:xfrm>
              <a:off x="9526638" y="6348983"/>
              <a:ext cx="303636" cy="216000"/>
            </a:xfrm>
            <a:custGeom>
              <a:avLst/>
              <a:gdLst>
                <a:gd name="connsiteX0" fmla="*/ 290513 w 292417"/>
                <a:gd name="connsiteY0" fmla="*/ 70859 h 208018"/>
                <a:gd name="connsiteX1" fmla="*/ 284798 w 292417"/>
                <a:gd name="connsiteY1" fmla="*/ 34664 h 208018"/>
                <a:gd name="connsiteX2" fmla="*/ 256223 w 292417"/>
                <a:gd name="connsiteY2" fmla="*/ 6089 h 208018"/>
                <a:gd name="connsiteX3" fmla="*/ 233363 w 292417"/>
                <a:gd name="connsiteY3" fmla="*/ 3231 h 208018"/>
                <a:gd name="connsiteX4" fmla="*/ 171450 w 292417"/>
                <a:gd name="connsiteY4" fmla="*/ 374 h 208018"/>
                <a:gd name="connsiteX5" fmla="*/ 72390 w 292417"/>
                <a:gd name="connsiteY5" fmla="*/ 2279 h 208018"/>
                <a:gd name="connsiteX6" fmla="*/ 39053 w 292417"/>
                <a:gd name="connsiteY6" fmla="*/ 5136 h 208018"/>
                <a:gd name="connsiteX7" fmla="*/ 5715 w 292417"/>
                <a:gd name="connsiteY7" fmla="*/ 36569 h 208018"/>
                <a:gd name="connsiteX8" fmla="*/ 2858 w 292417"/>
                <a:gd name="connsiteY8" fmla="*/ 56571 h 208018"/>
                <a:gd name="connsiteX9" fmla="*/ 0 w 292417"/>
                <a:gd name="connsiteY9" fmla="*/ 122294 h 208018"/>
                <a:gd name="connsiteX10" fmla="*/ 5715 w 292417"/>
                <a:gd name="connsiteY10" fmla="*/ 168966 h 208018"/>
                <a:gd name="connsiteX11" fmla="*/ 39053 w 292417"/>
                <a:gd name="connsiteY11" fmla="*/ 201351 h 208018"/>
                <a:gd name="connsiteX12" fmla="*/ 71438 w 292417"/>
                <a:gd name="connsiteY12" fmla="*/ 205161 h 208018"/>
                <a:gd name="connsiteX13" fmla="*/ 124778 w 292417"/>
                <a:gd name="connsiteY13" fmla="*/ 207066 h 208018"/>
                <a:gd name="connsiteX14" fmla="*/ 145733 w 292417"/>
                <a:gd name="connsiteY14" fmla="*/ 208019 h 208018"/>
                <a:gd name="connsiteX15" fmla="*/ 145733 w 292417"/>
                <a:gd name="connsiteY15" fmla="*/ 208019 h 208018"/>
                <a:gd name="connsiteX16" fmla="*/ 233363 w 292417"/>
                <a:gd name="connsiteY16" fmla="*/ 205161 h 208018"/>
                <a:gd name="connsiteX17" fmla="*/ 258128 w 292417"/>
                <a:gd name="connsiteY17" fmla="*/ 201351 h 208018"/>
                <a:gd name="connsiteX18" fmla="*/ 286703 w 292417"/>
                <a:gd name="connsiteY18" fmla="*/ 170871 h 208018"/>
                <a:gd name="connsiteX19" fmla="*/ 292418 w 292417"/>
                <a:gd name="connsiteY19" fmla="*/ 112769 h 208018"/>
                <a:gd name="connsiteX20" fmla="*/ 290513 w 292417"/>
                <a:gd name="connsiteY20" fmla="*/ 70859 h 208018"/>
                <a:gd name="connsiteX21" fmla="*/ 193358 w 292417"/>
                <a:gd name="connsiteY21" fmla="*/ 107054 h 208018"/>
                <a:gd name="connsiteX22" fmla="*/ 120015 w 292417"/>
                <a:gd name="connsiteY22" fmla="*/ 149916 h 208018"/>
                <a:gd name="connsiteX23" fmla="*/ 118110 w 292417"/>
                <a:gd name="connsiteY23" fmla="*/ 150869 h 208018"/>
                <a:gd name="connsiteX24" fmla="*/ 116205 w 292417"/>
                <a:gd name="connsiteY24" fmla="*/ 149916 h 208018"/>
                <a:gd name="connsiteX25" fmla="*/ 114300 w 292417"/>
                <a:gd name="connsiteY25" fmla="*/ 146106 h 208018"/>
                <a:gd name="connsiteX26" fmla="*/ 114300 w 292417"/>
                <a:gd name="connsiteY26" fmla="*/ 61334 h 208018"/>
                <a:gd name="connsiteX27" fmla="*/ 116205 w 292417"/>
                <a:gd name="connsiteY27" fmla="*/ 57524 h 208018"/>
                <a:gd name="connsiteX28" fmla="*/ 120968 w 292417"/>
                <a:gd name="connsiteY28" fmla="*/ 57524 h 208018"/>
                <a:gd name="connsiteX29" fmla="*/ 194310 w 292417"/>
                <a:gd name="connsiteY29" fmla="*/ 99434 h 208018"/>
                <a:gd name="connsiteX30" fmla="*/ 196215 w 292417"/>
                <a:gd name="connsiteY30" fmla="*/ 103244 h 208018"/>
                <a:gd name="connsiteX31" fmla="*/ 193358 w 292417"/>
                <a:gd name="connsiteY31" fmla="*/ 107054 h 208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92417" h="208018">
                  <a:moveTo>
                    <a:pt x="290513" y="70859"/>
                  </a:moveTo>
                  <a:cubicBezTo>
                    <a:pt x="290513" y="58476"/>
                    <a:pt x="288608" y="46094"/>
                    <a:pt x="284798" y="34664"/>
                  </a:cubicBezTo>
                  <a:cubicBezTo>
                    <a:pt x="281940" y="20376"/>
                    <a:pt x="270510" y="8946"/>
                    <a:pt x="256223" y="6089"/>
                  </a:cubicBezTo>
                  <a:cubicBezTo>
                    <a:pt x="248603" y="4184"/>
                    <a:pt x="240983" y="3231"/>
                    <a:pt x="233363" y="3231"/>
                  </a:cubicBezTo>
                  <a:cubicBezTo>
                    <a:pt x="216218" y="2279"/>
                    <a:pt x="194310" y="1326"/>
                    <a:pt x="171450" y="374"/>
                  </a:cubicBezTo>
                  <a:cubicBezTo>
                    <a:pt x="139065" y="-579"/>
                    <a:pt x="105728" y="374"/>
                    <a:pt x="72390" y="2279"/>
                  </a:cubicBezTo>
                  <a:cubicBezTo>
                    <a:pt x="60960" y="2279"/>
                    <a:pt x="49530" y="3231"/>
                    <a:pt x="39053" y="5136"/>
                  </a:cubicBezTo>
                  <a:cubicBezTo>
                    <a:pt x="21908" y="7041"/>
                    <a:pt x="8573" y="20376"/>
                    <a:pt x="5715" y="36569"/>
                  </a:cubicBezTo>
                  <a:cubicBezTo>
                    <a:pt x="4763" y="43236"/>
                    <a:pt x="3810" y="49904"/>
                    <a:pt x="2858" y="56571"/>
                  </a:cubicBezTo>
                  <a:cubicBezTo>
                    <a:pt x="0" y="78479"/>
                    <a:pt x="0" y="100386"/>
                    <a:pt x="0" y="122294"/>
                  </a:cubicBezTo>
                  <a:cubicBezTo>
                    <a:pt x="0" y="138486"/>
                    <a:pt x="1905" y="153726"/>
                    <a:pt x="5715" y="168966"/>
                  </a:cubicBezTo>
                  <a:cubicBezTo>
                    <a:pt x="8573" y="186111"/>
                    <a:pt x="21908" y="198494"/>
                    <a:pt x="39053" y="201351"/>
                  </a:cubicBezTo>
                  <a:cubicBezTo>
                    <a:pt x="49530" y="203256"/>
                    <a:pt x="60008" y="204209"/>
                    <a:pt x="71438" y="205161"/>
                  </a:cubicBezTo>
                  <a:cubicBezTo>
                    <a:pt x="89535" y="206114"/>
                    <a:pt x="106680" y="206114"/>
                    <a:pt x="124778" y="207066"/>
                  </a:cubicBezTo>
                  <a:lnTo>
                    <a:pt x="145733" y="208019"/>
                  </a:lnTo>
                  <a:lnTo>
                    <a:pt x="145733" y="208019"/>
                  </a:lnTo>
                  <a:cubicBezTo>
                    <a:pt x="173355" y="208019"/>
                    <a:pt x="202883" y="207066"/>
                    <a:pt x="233363" y="205161"/>
                  </a:cubicBezTo>
                  <a:cubicBezTo>
                    <a:pt x="241935" y="205161"/>
                    <a:pt x="249555" y="203256"/>
                    <a:pt x="258128" y="201351"/>
                  </a:cubicBezTo>
                  <a:cubicBezTo>
                    <a:pt x="273368" y="197541"/>
                    <a:pt x="283845" y="186111"/>
                    <a:pt x="286703" y="170871"/>
                  </a:cubicBezTo>
                  <a:cubicBezTo>
                    <a:pt x="290513" y="151821"/>
                    <a:pt x="292418" y="131819"/>
                    <a:pt x="292418" y="112769"/>
                  </a:cubicBezTo>
                  <a:cubicBezTo>
                    <a:pt x="291465" y="96576"/>
                    <a:pt x="291465" y="82289"/>
                    <a:pt x="290513" y="70859"/>
                  </a:cubicBezTo>
                  <a:close/>
                  <a:moveTo>
                    <a:pt x="193358" y="107054"/>
                  </a:moveTo>
                  <a:lnTo>
                    <a:pt x="120015" y="149916"/>
                  </a:lnTo>
                  <a:cubicBezTo>
                    <a:pt x="119063" y="149916"/>
                    <a:pt x="118110" y="150869"/>
                    <a:pt x="118110" y="150869"/>
                  </a:cubicBezTo>
                  <a:cubicBezTo>
                    <a:pt x="117158" y="150869"/>
                    <a:pt x="116205" y="150869"/>
                    <a:pt x="116205" y="149916"/>
                  </a:cubicBezTo>
                  <a:cubicBezTo>
                    <a:pt x="114300" y="148964"/>
                    <a:pt x="114300" y="147059"/>
                    <a:pt x="114300" y="146106"/>
                  </a:cubicBezTo>
                  <a:lnTo>
                    <a:pt x="114300" y="61334"/>
                  </a:lnTo>
                  <a:cubicBezTo>
                    <a:pt x="114300" y="59429"/>
                    <a:pt x="115253" y="58476"/>
                    <a:pt x="116205" y="57524"/>
                  </a:cubicBezTo>
                  <a:cubicBezTo>
                    <a:pt x="118110" y="56571"/>
                    <a:pt x="119063" y="56571"/>
                    <a:pt x="120968" y="57524"/>
                  </a:cubicBezTo>
                  <a:lnTo>
                    <a:pt x="194310" y="99434"/>
                  </a:lnTo>
                  <a:cubicBezTo>
                    <a:pt x="196215" y="100386"/>
                    <a:pt x="197168" y="102291"/>
                    <a:pt x="196215" y="103244"/>
                  </a:cubicBezTo>
                  <a:cubicBezTo>
                    <a:pt x="195263" y="105149"/>
                    <a:pt x="195263" y="106101"/>
                    <a:pt x="193358" y="107054"/>
                  </a:cubicBezTo>
                  <a:close/>
                </a:path>
              </a:pathLst>
            </a:custGeom>
            <a:grpFill/>
            <a:ln w="9525" cap="flat">
              <a:noFill/>
              <a:prstDash val="solid"/>
              <a:miter/>
            </a:ln>
          </p:spPr>
          <p:txBody>
            <a:bodyPr rtlCol="0" anchor="ctr"/>
            <a:lstStyle/>
            <a:p>
              <a:endParaRPr lang="fr-FR"/>
            </a:p>
          </p:txBody>
        </p:sp>
        <p:sp>
          <p:nvSpPr>
            <p:cNvPr id="39" name="Forme libre : forme 38">
              <a:hlinkClick r:id="rId3"/>
              <a:extLst>
                <a:ext uri="{FF2B5EF4-FFF2-40B4-BE49-F238E27FC236}">
                  <a16:creationId xmlns:a16="http://schemas.microsoft.com/office/drawing/2014/main" id="{FDB7F279-27F9-5EE0-6138-C882951E9483}"/>
                </a:ext>
              </a:extLst>
            </p:cNvPr>
            <p:cNvSpPr>
              <a:spLocks noChangeAspect="1"/>
            </p:cNvSpPr>
            <p:nvPr/>
          </p:nvSpPr>
          <p:spPr>
            <a:xfrm>
              <a:off x="8074587" y="6348983"/>
              <a:ext cx="263160" cy="216000"/>
            </a:xfrm>
            <a:custGeom>
              <a:avLst/>
              <a:gdLst>
                <a:gd name="connsiteX0" fmla="*/ 300038 w 300037"/>
                <a:gd name="connsiteY0" fmla="*/ 30049 h 246266"/>
                <a:gd name="connsiteX1" fmla="*/ 265748 w 300037"/>
                <a:gd name="connsiteY1" fmla="*/ 39574 h 246266"/>
                <a:gd name="connsiteX2" fmla="*/ 291465 w 300037"/>
                <a:gd name="connsiteY2" fmla="*/ 6237 h 246266"/>
                <a:gd name="connsiteX3" fmla="*/ 253365 w 300037"/>
                <a:gd name="connsiteY3" fmla="*/ 19572 h 246266"/>
                <a:gd name="connsiteX4" fmla="*/ 253365 w 300037"/>
                <a:gd name="connsiteY4" fmla="*/ 19572 h 246266"/>
                <a:gd name="connsiteX5" fmla="*/ 184785 w 300037"/>
                <a:gd name="connsiteY5" fmla="*/ 4332 h 246266"/>
                <a:gd name="connsiteX6" fmla="*/ 145733 w 300037"/>
                <a:gd name="connsiteY6" fmla="*/ 62434 h 246266"/>
                <a:gd name="connsiteX7" fmla="*/ 147638 w 300037"/>
                <a:gd name="connsiteY7" fmla="*/ 75770 h 246266"/>
                <a:gd name="connsiteX8" fmla="*/ 147638 w 300037"/>
                <a:gd name="connsiteY8" fmla="*/ 75770 h 246266"/>
                <a:gd name="connsiteX9" fmla="*/ 20003 w 300037"/>
                <a:gd name="connsiteY9" fmla="*/ 12904 h 246266"/>
                <a:gd name="connsiteX10" fmla="*/ 39053 w 300037"/>
                <a:gd name="connsiteY10" fmla="*/ 94819 h 246266"/>
                <a:gd name="connsiteX11" fmla="*/ 12383 w 300037"/>
                <a:gd name="connsiteY11" fmla="*/ 88152 h 246266"/>
                <a:gd name="connsiteX12" fmla="*/ 60008 w 300037"/>
                <a:gd name="connsiteY12" fmla="*/ 149112 h 246266"/>
                <a:gd name="connsiteX13" fmla="*/ 34290 w 300037"/>
                <a:gd name="connsiteY13" fmla="*/ 151017 h 246266"/>
                <a:gd name="connsiteX14" fmla="*/ 89535 w 300037"/>
                <a:gd name="connsiteY14" fmla="*/ 192927 h 246266"/>
                <a:gd name="connsiteX15" fmla="*/ 0 w 300037"/>
                <a:gd name="connsiteY15" fmla="*/ 218644 h 246266"/>
                <a:gd name="connsiteX16" fmla="*/ 97155 w 300037"/>
                <a:gd name="connsiteY16" fmla="*/ 246267 h 246266"/>
                <a:gd name="connsiteX17" fmla="*/ 222885 w 300037"/>
                <a:gd name="connsiteY17" fmla="*/ 192927 h 246266"/>
                <a:gd name="connsiteX18" fmla="*/ 270510 w 300037"/>
                <a:gd name="connsiteY18" fmla="*/ 65292 h 246266"/>
                <a:gd name="connsiteX19" fmla="*/ 270510 w 300037"/>
                <a:gd name="connsiteY19" fmla="*/ 62434 h 246266"/>
                <a:gd name="connsiteX20" fmla="*/ 300038 w 300037"/>
                <a:gd name="connsiteY20" fmla="*/ 30049 h 246266"/>
                <a:gd name="connsiteX21" fmla="*/ 300038 w 300037"/>
                <a:gd name="connsiteY21" fmla="*/ 30049 h 24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0037" h="246266">
                  <a:moveTo>
                    <a:pt x="300038" y="30049"/>
                  </a:moveTo>
                  <a:cubicBezTo>
                    <a:pt x="289560" y="34812"/>
                    <a:pt x="277178" y="38622"/>
                    <a:pt x="265748" y="39574"/>
                  </a:cubicBezTo>
                  <a:cubicBezTo>
                    <a:pt x="278130" y="31954"/>
                    <a:pt x="286703" y="19572"/>
                    <a:pt x="291465" y="6237"/>
                  </a:cubicBezTo>
                  <a:cubicBezTo>
                    <a:pt x="280035" y="12904"/>
                    <a:pt x="266700" y="17667"/>
                    <a:pt x="253365" y="19572"/>
                  </a:cubicBezTo>
                  <a:lnTo>
                    <a:pt x="253365" y="19572"/>
                  </a:lnTo>
                  <a:cubicBezTo>
                    <a:pt x="236220" y="1474"/>
                    <a:pt x="208598" y="-5193"/>
                    <a:pt x="184785" y="4332"/>
                  </a:cubicBezTo>
                  <a:cubicBezTo>
                    <a:pt x="160973" y="13857"/>
                    <a:pt x="145733" y="36717"/>
                    <a:pt x="145733" y="62434"/>
                  </a:cubicBezTo>
                  <a:cubicBezTo>
                    <a:pt x="145733" y="67197"/>
                    <a:pt x="146685" y="71959"/>
                    <a:pt x="147638" y="75770"/>
                  </a:cubicBezTo>
                  <a:lnTo>
                    <a:pt x="147638" y="75770"/>
                  </a:lnTo>
                  <a:cubicBezTo>
                    <a:pt x="98108" y="74817"/>
                    <a:pt x="51435" y="51957"/>
                    <a:pt x="20003" y="12904"/>
                  </a:cubicBezTo>
                  <a:cubicBezTo>
                    <a:pt x="3810" y="40527"/>
                    <a:pt x="12383" y="76722"/>
                    <a:pt x="39053" y="94819"/>
                  </a:cubicBezTo>
                  <a:cubicBezTo>
                    <a:pt x="29528" y="95772"/>
                    <a:pt x="20003" y="92914"/>
                    <a:pt x="12383" y="88152"/>
                  </a:cubicBezTo>
                  <a:cubicBezTo>
                    <a:pt x="11430" y="117680"/>
                    <a:pt x="31433" y="142444"/>
                    <a:pt x="60008" y="149112"/>
                  </a:cubicBezTo>
                  <a:cubicBezTo>
                    <a:pt x="51435" y="151969"/>
                    <a:pt x="42863" y="152922"/>
                    <a:pt x="34290" y="151017"/>
                  </a:cubicBezTo>
                  <a:cubicBezTo>
                    <a:pt x="36195" y="169115"/>
                    <a:pt x="61913" y="192927"/>
                    <a:pt x="89535" y="192927"/>
                  </a:cubicBezTo>
                  <a:cubicBezTo>
                    <a:pt x="80010" y="204357"/>
                    <a:pt x="42863" y="225312"/>
                    <a:pt x="0" y="218644"/>
                  </a:cubicBezTo>
                  <a:cubicBezTo>
                    <a:pt x="29528" y="236742"/>
                    <a:pt x="62865" y="246267"/>
                    <a:pt x="97155" y="246267"/>
                  </a:cubicBezTo>
                  <a:cubicBezTo>
                    <a:pt x="144780" y="246267"/>
                    <a:pt x="190500" y="227217"/>
                    <a:pt x="222885" y="192927"/>
                  </a:cubicBezTo>
                  <a:cubicBezTo>
                    <a:pt x="255270" y="158637"/>
                    <a:pt x="272415" y="111964"/>
                    <a:pt x="270510" y="65292"/>
                  </a:cubicBezTo>
                  <a:lnTo>
                    <a:pt x="270510" y="62434"/>
                  </a:lnTo>
                  <a:cubicBezTo>
                    <a:pt x="281940" y="53862"/>
                    <a:pt x="292418" y="43384"/>
                    <a:pt x="300038" y="30049"/>
                  </a:cubicBezTo>
                  <a:lnTo>
                    <a:pt x="300038" y="30049"/>
                  </a:lnTo>
                  <a:close/>
                </a:path>
              </a:pathLst>
            </a:custGeom>
            <a:grpFill/>
            <a:ln w="9525" cap="flat">
              <a:noFill/>
              <a:prstDash val="solid"/>
              <a:miter/>
            </a:ln>
          </p:spPr>
          <p:txBody>
            <a:bodyPr rtlCol="0" anchor="ctr"/>
            <a:lstStyle/>
            <a:p>
              <a:endParaRPr lang="fr-FR"/>
            </a:p>
          </p:txBody>
        </p:sp>
        <p:sp>
          <p:nvSpPr>
            <p:cNvPr id="40" name="Forme libre : forme 39">
              <a:hlinkClick r:id="rId4"/>
              <a:extLst>
                <a:ext uri="{FF2B5EF4-FFF2-40B4-BE49-F238E27FC236}">
                  <a16:creationId xmlns:a16="http://schemas.microsoft.com/office/drawing/2014/main" id="{D719BC25-A7A1-7F1C-DCAF-6423C3A4AE74}"/>
                </a:ext>
              </a:extLst>
            </p:cNvPr>
            <p:cNvSpPr>
              <a:spLocks noChangeAspect="1"/>
            </p:cNvSpPr>
            <p:nvPr/>
          </p:nvSpPr>
          <p:spPr>
            <a:xfrm>
              <a:off x="8628324" y="6348983"/>
              <a:ext cx="222534" cy="216000"/>
            </a:xfrm>
            <a:custGeom>
              <a:avLst/>
              <a:gdLst>
                <a:gd name="connsiteX0" fmla="*/ 3810 w 290512"/>
                <a:gd name="connsiteY0" fmla="*/ 281030 h 281982"/>
                <a:gd name="connsiteX1" fmla="*/ 68580 w 290512"/>
                <a:gd name="connsiteY1" fmla="*/ 281030 h 281982"/>
                <a:gd name="connsiteX2" fmla="*/ 68580 w 290512"/>
                <a:gd name="connsiteY2" fmla="*/ 94340 h 281982"/>
                <a:gd name="connsiteX3" fmla="*/ 3810 w 290512"/>
                <a:gd name="connsiteY3" fmla="*/ 94340 h 281982"/>
                <a:gd name="connsiteX4" fmla="*/ 3810 w 290512"/>
                <a:gd name="connsiteY4" fmla="*/ 281030 h 281982"/>
                <a:gd name="connsiteX5" fmla="*/ 220028 w 290512"/>
                <a:gd name="connsiteY5" fmla="*/ 87672 h 281982"/>
                <a:gd name="connsiteX6" fmla="*/ 160973 w 290512"/>
                <a:gd name="connsiteY6" fmla="*/ 119105 h 281982"/>
                <a:gd name="connsiteX7" fmla="*/ 160973 w 290512"/>
                <a:gd name="connsiteY7" fmla="*/ 94340 h 281982"/>
                <a:gd name="connsiteX8" fmla="*/ 96203 w 290512"/>
                <a:gd name="connsiteY8" fmla="*/ 94340 h 281982"/>
                <a:gd name="connsiteX9" fmla="*/ 96203 w 290512"/>
                <a:gd name="connsiteY9" fmla="*/ 281982 h 281982"/>
                <a:gd name="connsiteX10" fmla="*/ 160973 w 290512"/>
                <a:gd name="connsiteY10" fmla="*/ 281982 h 281982"/>
                <a:gd name="connsiteX11" fmla="*/ 160973 w 290512"/>
                <a:gd name="connsiteY11" fmla="*/ 179112 h 281982"/>
                <a:gd name="connsiteX12" fmla="*/ 195263 w 290512"/>
                <a:gd name="connsiteY12" fmla="*/ 136250 h 281982"/>
                <a:gd name="connsiteX13" fmla="*/ 225743 w 290512"/>
                <a:gd name="connsiteY13" fmla="*/ 178160 h 281982"/>
                <a:gd name="connsiteX14" fmla="*/ 225743 w 290512"/>
                <a:gd name="connsiteY14" fmla="*/ 280077 h 281982"/>
                <a:gd name="connsiteX15" fmla="*/ 290513 w 290512"/>
                <a:gd name="connsiteY15" fmla="*/ 280077 h 281982"/>
                <a:gd name="connsiteX16" fmla="*/ 290513 w 290512"/>
                <a:gd name="connsiteY16" fmla="*/ 174350 h 281982"/>
                <a:gd name="connsiteX17" fmla="*/ 220028 w 290512"/>
                <a:gd name="connsiteY17" fmla="*/ 87672 h 281982"/>
                <a:gd name="connsiteX18" fmla="*/ 36195 w 290512"/>
                <a:gd name="connsiteY18" fmla="*/ 42 h 281982"/>
                <a:gd name="connsiteX19" fmla="*/ 0 w 290512"/>
                <a:gd name="connsiteY19" fmla="*/ 33380 h 281982"/>
                <a:gd name="connsiteX20" fmla="*/ 36195 w 290512"/>
                <a:gd name="connsiteY20" fmla="*/ 66717 h 281982"/>
                <a:gd name="connsiteX21" fmla="*/ 72390 w 290512"/>
                <a:gd name="connsiteY21" fmla="*/ 33380 h 281982"/>
                <a:gd name="connsiteX22" fmla="*/ 36195 w 290512"/>
                <a:gd name="connsiteY22" fmla="*/ 42 h 281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90512" h="281982">
                  <a:moveTo>
                    <a:pt x="3810" y="281030"/>
                  </a:moveTo>
                  <a:lnTo>
                    <a:pt x="68580" y="281030"/>
                  </a:lnTo>
                  <a:lnTo>
                    <a:pt x="68580" y="94340"/>
                  </a:lnTo>
                  <a:lnTo>
                    <a:pt x="3810" y="94340"/>
                  </a:lnTo>
                  <a:lnTo>
                    <a:pt x="3810" y="281030"/>
                  </a:lnTo>
                  <a:close/>
                  <a:moveTo>
                    <a:pt x="220028" y="87672"/>
                  </a:moveTo>
                  <a:cubicBezTo>
                    <a:pt x="193358" y="87672"/>
                    <a:pt x="178118" y="97197"/>
                    <a:pt x="160973" y="119105"/>
                  </a:cubicBezTo>
                  <a:lnTo>
                    <a:pt x="160973" y="94340"/>
                  </a:lnTo>
                  <a:lnTo>
                    <a:pt x="96203" y="94340"/>
                  </a:lnTo>
                  <a:lnTo>
                    <a:pt x="96203" y="281982"/>
                  </a:lnTo>
                  <a:lnTo>
                    <a:pt x="160973" y="281982"/>
                  </a:lnTo>
                  <a:lnTo>
                    <a:pt x="160973" y="179112"/>
                  </a:lnTo>
                  <a:cubicBezTo>
                    <a:pt x="160973" y="157205"/>
                    <a:pt x="171450" y="136250"/>
                    <a:pt x="195263" y="136250"/>
                  </a:cubicBezTo>
                  <a:cubicBezTo>
                    <a:pt x="219075" y="136250"/>
                    <a:pt x="225743" y="157205"/>
                    <a:pt x="225743" y="178160"/>
                  </a:cubicBezTo>
                  <a:lnTo>
                    <a:pt x="225743" y="280077"/>
                  </a:lnTo>
                  <a:lnTo>
                    <a:pt x="290513" y="280077"/>
                  </a:lnTo>
                  <a:lnTo>
                    <a:pt x="290513" y="174350"/>
                  </a:lnTo>
                  <a:cubicBezTo>
                    <a:pt x="290513" y="101007"/>
                    <a:pt x="246698" y="87672"/>
                    <a:pt x="220028" y="87672"/>
                  </a:cubicBezTo>
                  <a:close/>
                  <a:moveTo>
                    <a:pt x="36195" y="42"/>
                  </a:moveTo>
                  <a:cubicBezTo>
                    <a:pt x="17145" y="-910"/>
                    <a:pt x="953" y="14330"/>
                    <a:pt x="0" y="33380"/>
                  </a:cubicBezTo>
                  <a:cubicBezTo>
                    <a:pt x="953" y="52430"/>
                    <a:pt x="17145" y="67670"/>
                    <a:pt x="36195" y="66717"/>
                  </a:cubicBezTo>
                  <a:cubicBezTo>
                    <a:pt x="55245" y="67670"/>
                    <a:pt x="71438" y="52430"/>
                    <a:pt x="72390" y="33380"/>
                  </a:cubicBezTo>
                  <a:cubicBezTo>
                    <a:pt x="71438" y="14330"/>
                    <a:pt x="55245" y="-910"/>
                    <a:pt x="36195" y="42"/>
                  </a:cubicBezTo>
                  <a:close/>
                </a:path>
              </a:pathLst>
            </a:custGeom>
            <a:grpFill/>
            <a:ln w="9525" cap="flat">
              <a:noFill/>
              <a:prstDash val="solid"/>
              <a:miter/>
            </a:ln>
          </p:spPr>
          <p:txBody>
            <a:bodyPr rtlCol="0" anchor="ctr"/>
            <a:lstStyle/>
            <a:p>
              <a:endParaRPr lang="fr-FR"/>
            </a:p>
          </p:txBody>
        </p:sp>
        <p:sp>
          <p:nvSpPr>
            <p:cNvPr id="41" name="Graphique 46">
              <a:extLst>
                <a:ext uri="{FF2B5EF4-FFF2-40B4-BE49-F238E27FC236}">
                  <a16:creationId xmlns:a16="http://schemas.microsoft.com/office/drawing/2014/main" id="{7A3026D7-B8D2-CF43-A8B9-46D20FE09DA7}"/>
                </a:ext>
              </a:extLst>
            </p:cNvPr>
            <p:cNvSpPr>
              <a:spLocks noChangeAspect="1"/>
            </p:cNvSpPr>
            <p:nvPr/>
          </p:nvSpPr>
          <p:spPr>
            <a:xfrm>
              <a:off x="11172045" y="6348983"/>
              <a:ext cx="219618" cy="216000"/>
            </a:xfrm>
            <a:custGeom>
              <a:avLst/>
              <a:gdLst>
                <a:gd name="connsiteX0" fmla="*/ 465773 w 929643"/>
                <a:gd name="connsiteY0" fmla="*/ 0 h 914341"/>
                <a:gd name="connsiteX1" fmla="*/ 0 w 929643"/>
                <a:gd name="connsiteY1" fmla="*/ 468630 h 914341"/>
                <a:gd name="connsiteX2" fmla="*/ 318135 w 929643"/>
                <a:gd name="connsiteY2" fmla="*/ 913448 h 914341"/>
                <a:gd name="connsiteX3" fmla="*/ 349568 w 929643"/>
                <a:gd name="connsiteY3" fmla="*/ 890588 h 914341"/>
                <a:gd name="connsiteX4" fmla="*/ 348615 w 929643"/>
                <a:gd name="connsiteY4" fmla="*/ 803910 h 914341"/>
                <a:gd name="connsiteX5" fmla="*/ 192405 w 929643"/>
                <a:gd name="connsiteY5" fmla="*/ 747713 h 914341"/>
                <a:gd name="connsiteX6" fmla="*/ 140970 w 929643"/>
                <a:gd name="connsiteY6" fmla="*/ 679133 h 914341"/>
                <a:gd name="connsiteX7" fmla="*/ 143828 w 929643"/>
                <a:gd name="connsiteY7" fmla="*/ 650558 h 914341"/>
                <a:gd name="connsiteX8" fmla="*/ 215265 w 929643"/>
                <a:gd name="connsiteY8" fmla="*/ 699135 h 914341"/>
                <a:gd name="connsiteX9" fmla="*/ 350520 w 929643"/>
                <a:gd name="connsiteY9" fmla="*/ 738188 h 914341"/>
                <a:gd name="connsiteX10" fmla="*/ 380048 w 929643"/>
                <a:gd name="connsiteY10" fmla="*/ 675323 h 914341"/>
                <a:gd name="connsiteX11" fmla="*/ 168593 w 929643"/>
                <a:gd name="connsiteY11" fmla="*/ 443865 h 914341"/>
                <a:gd name="connsiteX12" fmla="*/ 216218 w 929643"/>
                <a:gd name="connsiteY12" fmla="*/ 318135 h 914341"/>
                <a:gd name="connsiteX13" fmla="*/ 220980 w 929643"/>
                <a:gd name="connsiteY13" fmla="*/ 194310 h 914341"/>
                <a:gd name="connsiteX14" fmla="*/ 348615 w 929643"/>
                <a:gd name="connsiteY14" fmla="*/ 242888 h 914341"/>
                <a:gd name="connsiteX15" fmla="*/ 464820 w 929643"/>
                <a:gd name="connsiteY15" fmla="*/ 227648 h 914341"/>
                <a:gd name="connsiteX16" fmla="*/ 581025 w 929643"/>
                <a:gd name="connsiteY16" fmla="*/ 242888 h 914341"/>
                <a:gd name="connsiteX17" fmla="*/ 708660 w 929643"/>
                <a:gd name="connsiteY17" fmla="*/ 194310 h 914341"/>
                <a:gd name="connsiteX18" fmla="*/ 713423 w 929643"/>
                <a:gd name="connsiteY18" fmla="*/ 318135 h 914341"/>
                <a:gd name="connsiteX19" fmla="*/ 761048 w 929643"/>
                <a:gd name="connsiteY19" fmla="*/ 443865 h 914341"/>
                <a:gd name="connsiteX20" fmla="*/ 548640 w 929643"/>
                <a:gd name="connsiteY20" fmla="*/ 675323 h 914341"/>
                <a:gd name="connsiteX21" fmla="*/ 580073 w 929643"/>
                <a:gd name="connsiteY21" fmla="*/ 762000 h 914341"/>
                <a:gd name="connsiteX22" fmla="*/ 579120 w 929643"/>
                <a:gd name="connsiteY22" fmla="*/ 890588 h 914341"/>
                <a:gd name="connsiteX23" fmla="*/ 610553 w 929643"/>
                <a:gd name="connsiteY23" fmla="*/ 913448 h 914341"/>
                <a:gd name="connsiteX24" fmla="*/ 929640 w 929643"/>
                <a:gd name="connsiteY24" fmla="*/ 468630 h 914341"/>
                <a:gd name="connsiteX25" fmla="*/ 465773 w 929643"/>
                <a:gd name="connsiteY25" fmla="*/ 0 h 914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29643" h="914341">
                  <a:moveTo>
                    <a:pt x="465773" y="0"/>
                  </a:moveTo>
                  <a:cubicBezTo>
                    <a:pt x="207645" y="0"/>
                    <a:pt x="0" y="209550"/>
                    <a:pt x="0" y="468630"/>
                  </a:cubicBezTo>
                  <a:cubicBezTo>
                    <a:pt x="0" y="676275"/>
                    <a:pt x="133350" y="851535"/>
                    <a:pt x="318135" y="913448"/>
                  </a:cubicBezTo>
                  <a:cubicBezTo>
                    <a:pt x="340995" y="918210"/>
                    <a:pt x="349568" y="902970"/>
                    <a:pt x="349568" y="890588"/>
                  </a:cubicBezTo>
                  <a:cubicBezTo>
                    <a:pt x="349568" y="880110"/>
                    <a:pt x="348615" y="842010"/>
                    <a:pt x="348615" y="803910"/>
                  </a:cubicBezTo>
                  <a:cubicBezTo>
                    <a:pt x="219075" y="831533"/>
                    <a:pt x="192405" y="747713"/>
                    <a:pt x="192405" y="747713"/>
                  </a:cubicBezTo>
                  <a:cubicBezTo>
                    <a:pt x="171450" y="693420"/>
                    <a:pt x="140970" y="679133"/>
                    <a:pt x="140970" y="679133"/>
                  </a:cubicBezTo>
                  <a:cubicBezTo>
                    <a:pt x="99060" y="650558"/>
                    <a:pt x="143828" y="650558"/>
                    <a:pt x="143828" y="650558"/>
                  </a:cubicBezTo>
                  <a:cubicBezTo>
                    <a:pt x="190500" y="653415"/>
                    <a:pt x="215265" y="699135"/>
                    <a:pt x="215265" y="699135"/>
                  </a:cubicBezTo>
                  <a:cubicBezTo>
                    <a:pt x="257175" y="770573"/>
                    <a:pt x="323850" y="750570"/>
                    <a:pt x="350520" y="738188"/>
                  </a:cubicBezTo>
                  <a:cubicBezTo>
                    <a:pt x="354330" y="707708"/>
                    <a:pt x="366713" y="686753"/>
                    <a:pt x="380048" y="675323"/>
                  </a:cubicBezTo>
                  <a:cubicBezTo>
                    <a:pt x="277178" y="664845"/>
                    <a:pt x="168593" y="623888"/>
                    <a:pt x="168593" y="443865"/>
                  </a:cubicBezTo>
                  <a:cubicBezTo>
                    <a:pt x="168593" y="392430"/>
                    <a:pt x="186690" y="350520"/>
                    <a:pt x="216218" y="318135"/>
                  </a:cubicBezTo>
                  <a:cubicBezTo>
                    <a:pt x="211455" y="306705"/>
                    <a:pt x="195263" y="258128"/>
                    <a:pt x="220980" y="194310"/>
                  </a:cubicBezTo>
                  <a:cubicBezTo>
                    <a:pt x="220980" y="194310"/>
                    <a:pt x="260033" y="181928"/>
                    <a:pt x="348615" y="242888"/>
                  </a:cubicBezTo>
                  <a:cubicBezTo>
                    <a:pt x="386715" y="232410"/>
                    <a:pt x="425768" y="227648"/>
                    <a:pt x="464820" y="227648"/>
                  </a:cubicBezTo>
                  <a:cubicBezTo>
                    <a:pt x="503873" y="227648"/>
                    <a:pt x="543878" y="233363"/>
                    <a:pt x="581025" y="242888"/>
                  </a:cubicBezTo>
                  <a:cubicBezTo>
                    <a:pt x="669608" y="181928"/>
                    <a:pt x="708660" y="194310"/>
                    <a:pt x="708660" y="194310"/>
                  </a:cubicBezTo>
                  <a:cubicBezTo>
                    <a:pt x="734378" y="259080"/>
                    <a:pt x="718185" y="306705"/>
                    <a:pt x="713423" y="318135"/>
                  </a:cubicBezTo>
                  <a:cubicBezTo>
                    <a:pt x="743903" y="350520"/>
                    <a:pt x="761048" y="392430"/>
                    <a:pt x="761048" y="443865"/>
                  </a:cubicBezTo>
                  <a:cubicBezTo>
                    <a:pt x="761048" y="623888"/>
                    <a:pt x="652463" y="663893"/>
                    <a:pt x="548640" y="675323"/>
                  </a:cubicBezTo>
                  <a:cubicBezTo>
                    <a:pt x="565785" y="689610"/>
                    <a:pt x="580073" y="718185"/>
                    <a:pt x="580073" y="762000"/>
                  </a:cubicBezTo>
                  <a:cubicBezTo>
                    <a:pt x="580073" y="824865"/>
                    <a:pt x="579120" y="875348"/>
                    <a:pt x="579120" y="890588"/>
                  </a:cubicBezTo>
                  <a:cubicBezTo>
                    <a:pt x="579120" y="902970"/>
                    <a:pt x="587693" y="918210"/>
                    <a:pt x="610553" y="913448"/>
                  </a:cubicBezTo>
                  <a:cubicBezTo>
                    <a:pt x="796290" y="851535"/>
                    <a:pt x="929640" y="676275"/>
                    <a:pt x="929640" y="468630"/>
                  </a:cubicBezTo>
                  <a:cubicBezTo>
                    <a:pt x="930593" y="209550"/>
                    <a:pt x="721995" y="0"/>
                    <a:pt x="465773" y="0"/>
                  </a:cubicBezTo>
                  <a:close/>
                </a:path>
              </a:pathLst>
            </a:custGeom>
            <a:grpFill/>
            <a:ln w="9525" cap="flat">
              <a:noFill/>
              <a:prstDash val="solid"/>
              <a:miter/>
            </a:ln>
          </p:spPr>
          <p:txBody>
            <a:bodyPr rtlCol="0" anchor="ctr"/>
            <a:lstStyle/>
            <a:p>
              <a:endParaRPr lang="fr-FR"/>
            </a:p>
          </p:txBody>
        </p:sp>
        <p:sp>
          <p:nvSpPr>
            <p:cNvPr id="42" name="Forme libre : forme 41">
              <a:hlinkClick r:id="rId5"/>
              <a:extLst>
                <a:ext uri="{FF2B5EF4-FFF2-40B4-BE49-F238E27FC236}">
                  <a16:creationId xmlns:a16="http://schemas.microsoft.com/office/drawing/2014/main" id="{60B274D1-EF55-C768-FD82-3ABBD50B803F}"/>
                </a:ext>
              </a:extLst>
            </p:cNvPr>
            <p:cNvSpPr>
              <a:spLocks noChangeAspect="1"/>
            </p:cNvSpPr>
            <p:nvPr/>
          </p:nvSpPr>
          <p:spPr>
            <a:xfrm>
              <a:off x="9141435" y="6348983"/>
              <a:ext cx="94626" cy="216000"/>
            </a:xfrm>
            <a:custGeom>
              <a:avLst/>
              <a:gdLst>
                <a:gd name="connsiteX0" fmla="*/ 81915 w 131445"/>
                <a:gd name="connsiteY0" fmla="*/ 102870 h 300037"/>
                <a:gd name="connsiteX1" fmla="*/ 81915 w 131445"/>
                <a:gd name="connsiteY1" fmla="*/ 69533 h 300037"/>
                <a:gd name="connsiteX2" fmla="*/ 99060 w 131445"/>
                <a:gd name="connsiteY2" fmla="*/ 46673 h 300037"/>
                <a:gd name="connsiteX3" fmla="*/ 127635 w 131445"/>
                <a:gd name="connsiteY3" fmla="*/ 46673 h 300037"/>
                <a:gd name="connsiteX4" fmla="*/ 127635 w 131445"/>
                <a:gd name="connsiteY4" fmla="*/ 0 h 300037"/>
                <a:gd name="connsiteX5" fmla="*/ 93345 w 131445"/>
                <a:gd name="connsiteY5" fmla="*/ 0 h 300037"/>
                <a:gd name="connsiteX6" fmla="*/ 27623 w 131445"/>
                <a:gd name="connsiteY6" fmla="*/ 65723 h 300037"/>
                <a:gd name="connsiteX7" fmla="*/ 27623 w 131445"/>
                <a:gd name="connsiteY7" fmla="*/ 65723 h 300037"/>
                <a:gd name="connsiteX8" fmla="*/ 27623 w 131445"/>
                <a:gd name="connsiteY8" fmla="*/ 102870 h 300037"/>
                <a:gd name="connsiteX9" fmla="*/ 0 w 131445"/>
                <a:gd name="connsiteY9" fmla="*/ 102870 h 300037"/>
                <a:gd name="connsiteX10" fmla="*/ 0 w 131445"/>
                <a:gd name="connsiteY10" fmla="*/ 149543 h 300037"/>
                <a:gd name="connsiteX11" fmla="*/ 27623 w 131445"/>
                <a:gd name="connsiteY11" fmla="*/ 149543 h 300037"/>
                <a:gd name="connsiteX12" fmla="*/ 27623 w 131445"/>
                <a:gd name="connsiteY12" fmla="*/ 300038 h 300037"/>
                <a:gd name="connsiteX13" fmla="*/ 81915 w 131445"/>
                <a:gd name="connsiteY13" fmla="*/ 300038 h 300037"/>
                <a:gd name="connsiteX14" fmla="*/ 81915 w 131445"/>
                <a:gd name="connsiteY14" fmla="*/ 150495 h 300037"/>
                <a:gd name="connsiteX15" fmla="*/ 122873 w 131445"/>
                <a:gd name="connsiteY15" fmla="*/ 150495 h 300037"/>
                <a:gd name="connsiteX16" fmla="*/ 131445 w 131445"/>
                <a:gd name="connsiteY16" fmla="*/ 103823 h 300037"/>
                <a:gd name="connsiteX17" fmla="*/ 81915 w 131445"/>
                <a:gd name="connsiteY17" fmla="*/ 103823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1445" h="300037">
                  <a:moveTo>
                    <a:pt x="81915" y="102870"/>
                  </a:moveTo>
                  <a:lnTo>
                    <a:pt x="81915" y="69533"/>
                  </a:lnTo>
                  <a:cubicBezTo>
                    <a:pt x="81915" y="58103"/>
                    <a:pt x="88583" y="46673"/>
                    <a:pt x="99060" y="46673"/>
                  </a:cubicBezTo>
                  <a:lnTo>
                    <a:pt x="127635" y="46673"/>
                  </a:lnTo>
                  <a:lnTo>
                    <a:pt x="127635" y="0"/>
                  </a:lnTo>
                  <a:lnTo>
                    <a:pt x="93345" y="0"/>
                  </a:lnTo>
                  <a:cubicBezTo>
                    <a:pt x="39053" y="1905"/>
                    <a:pt x="28575" y="33338"/>
                    <a:pt x="27623" y="65723"/>
                  </a:cubicBezTo>
                  <a:lnTo>
                    <a:pt x="27623" y="65723"/>
                  </a:lnTo>
                  <a:lnTo>
                    <a:pt x="27623" y="102870"/>
                  </a:lnTo>
                  <a:lnTo>
                    <a:pt x="0" y="102870"/>
                  </a:lnTo>
                  <a:lnTo>
                    <a:pt x="0" y="149543"/>
                  </a:lnTo>
                  <a:lnTo>
                    <a:pt x="27623" y="149543"/>
                  </a:lnTo>
                  <a:lnTo>
                    <a:pt x="27623" y="300038"/>
                  </a:lnTo>
                  <a:lnTo>
                    <a:pt x="81915" y="300038"/>
                  </a:lnTo>
                  <a:lnTo>
                    <a:pt x="81915" y="150495"/>
                  </a:lnTo>
                  <a:lnTo>
                    <a:pt x="122873" y="150495"/>
                  </a:lnTo>
                  <a:lnTo>
                    <a:pt x="131445" y="103823"/>
                  </a:lnTo>
                  <a:lnTo>
                    <a:pt x="81915" y="103823"/>
                  </a:lnTo>
                  <a:close/>
                </a:path>
              </a:pathLst>
            </a:custGeom>
            <a:grpFill/>
            <a:ln w="9525" cap="flat">
              <a:noFill/>
              <a:prstDash val="solid"/>
              <a:miter/>
            </a:ln>
          </p:spPr>
          <p:txBody>
            <a:bodyPr rtlCol="0" anchor="ctr"/>
            <a:lstStyle/>
            <a:p>
              <a:endParaRPr lang="fr-FR"/>
            </a:p>
          </p:txBody>
        </p:sp>
        <p:grpSp>
          <p:nvGrpSpPr>
            <p:cNvPr id="43" name="Graphique 52">
              <a:extLst>
                <a:ext uri="{FF2B5EF4-FFF2-40B4-BE49-F238E27FC236}">
                  <a16:creationId xmlns:a16="http://schemas.microsoft.com/office/drawing/2014/main" id="{93438643-A231-1FD0-E65F-29EF411EC5D8}"/>
                </a:ext>
              </a:extLst>
            </p:cNvPr>
            <p:cNvGrpSpPr>
              <a:grpSpLocks noChangeAspect="1"/>
            </p:cNvGrpSpPr>
            <p:nvPr/>
          </p:nvGrpSpPr>
          <p:grpSpPr>
            <a:xfrm>
              <a:off x="11682243" y="6348983"/>
              <a:ext cx="237342" cy="216000"/>
              <a:chOff x="11711593" y="4221165"/>
              <a:chExt cx="2376487" cy="2162809"/>
            </a:xfrm>
            <a:grpFill/>
          </p:grpSpPr>
          <p:sp>
            <p:nvSpPr>
              <p:cNvPr id="46" name="Forme libre : forme 45">
                <a:extLst>
                  <a:ext uri="{FF2B5EF4-FFF2-40B4-BE49-F238E27FC236}">
                    <a16:creationId xmlns:a16="http://schemas.microsoft.com/office/drawing/2014/main" id="{4DFFD983-2367-4AF8-C957-47E9E35E368C}"/>
                  </a:ext>
                </a:extLst>
              </p:cNvPr>
              <p:cNvSpPr>
                <a:spLocks/>
              </p:cNvSpPr>
              <p:nvPr/>
            </p:nvSpPr>
            <p:spPr>
              <a:xfrm>
                <a:off x="11711593" y="4221165"/>
                <a:ext cx="2376487" cy="2162809"/>
              </a:xfrm>
              <a:custGeom>
                <a:avLst/>
                <a:gdLst>
                  <a:gd name="connsiteX0" fmla="*/ 406718 w 2376487"/>
                  <a:gd name="connsiteY0" fmla="*/ 1917383 h 2162809"/>
                  <a:gd name="connsiteX1" fmla="*/ 762000 w 2376487"/>
                  <a:gd name="connsiteY1" fmla="*/ 1743075 h 2162809"/>
                  <a:gd name="connsiteX2" fmla="*/ 840105 w 2376487"/>
                  <a:gd name="connsiteY2" fmla="*/ 1734503 h 2162809"/>
                  <a:gd name="connsiteX3" fmla="*/ 1169670 w 2376487"/>
                  <a:gd name="connsiteY3" fmla="*/ 1778318 h 2162809"/>
                  <a:gd name="connsiteX4" fmla="*/ 2193608 w 2376487"/>
                  <a:gd name="connsiteY4" fmla="*/ 979170 h 2162809"/>
                  <a:gd name="connsiteX5" fmla="*/ 1169670 w 2376487"/>
                  <a:gd name="connsiteY5" fmla="*/ 180023 h 2162809"/>
                  <a:gd name="connsiteX6" fmla="*/ 145733 w 2376487"/>
                  <a:gd name="connsiteY6" fmla="*/ 979170 h 2162809"/>
                  <a:gd name="connsiteX7" fmla="*/ 406718 w 2376487"/>
                  <a:gd name="connsiteY7" fmla="*/ 1508760 h 2162809"/>
                  <a:gd name="connsiteX8" fmla="*/ 441960 w 2376487"/>
                  <a:gd name="connsiteY8" fmla="*/ 1613535 h 2162809"/>
                  <a:gd name="connsiteX9" fmla="*/ 406718 w 2376487"/>
                  <a:gd name="connsiteY9" fmla="*/ 1917383 h 2162809"/>
                  <a:gd name="connsiteX10" fmla="*/ 372428 w 2376487"/>
                  <a:gd name="connsiteY10" fmla="*/ 2152650 h 2162809"/>
                  <a:gd name="connsiteX11" fmla="*/ 216218 w 2376487"/>
                  <a:gd name="connsiteY11" fmla="*/ 2039303 h 2162809"/>
                  <a:gd name="connsiteX12" fmla="*/ 277178 w 2376487"/>
                  <a:gd name="connsiteY12" fmla="*/ 1596390 h 2162809"/>
                  <a:gd name="connsiteX13" fmla="*/ 0 w 2376487"/>
                  <a:gd name="connsiteY13" fmla="*/ 971550 h 2162809"/>
                  <a:gd name="connsiteX14" fmla="*/ 1189673 w 2376487"/>
                  <a:gd name="connsiteY14" fmla="*/ 0 h 2162809"/>
                  <a:gd name="connsiteX15" fmla="*/ 2376488 w 2376487"/>
                  <a:gd name="connsiteY15" fmla="*/ 971550 h 2162809"/>
                  <a:gd name="connsiteX16" fmla="*/ 1186815 w 2376487"/>
                  <a:gd name="connsiteY16" fmla="*/ 1943100 h 2162809"/>
                  <a:gd name="connsiteX17" fmla="*/ 857250 w 2376487"/>
                  <a:gd name="connsiteY17" fmla="*/ 1907858 h 2162809"/>
                  <a:gd name="connsiteX18" fmla="*/ 372428 w 2376487"/>
                  <a:gd name="connsiteY18" fmla="*/ 2152650 h 2162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376487" h="2162809">
                    <a:moveTo>
                      <a:pt x="406718" y="1917383"/>
                    </a:moveTo>
                    <a:lnTo>
                      <a:pt x="762000" y="1743075"/>
                    </a:lnTo>
                    <a:cubicBezTo>
                      <a:pt x="787718" y="1734503"/>
                      <a:pt x="814388" y="1725930"/>
                      <a:pt x="840105" y="1734503"/>
                    </a:cubicBezTo>
                    <a:cubicBezTo>
                      <a:pt x="944880" y="1760220"/>
                      <a:pt x="1057275" y="1778318"/>
                      <a:pt x="1169670" y="1778318"/>
                    </a:cubicBezTo>
                    <a:cubicBezTo>
                      <a:pt x="1742123" y="1778318"/>
                      <a:pt x="2193608" y="1414463"/>
                      <a:pt x="2193608" y="979170"/>
                    </a:cubicBezTo>
                    <a:cubicBezTo>
                      <a:pt x="2193608" y="543877"/>
                      <a:pt x="1742123" y="180023"/>
                      <a:pt x="1169670" y="180023"/>
                    </a:cubicBezTo>
                    <a:cubicBezTo>
                      <a:pt x="597218" y="180023"/>
                      <a:pt x="145733" y="544830"/>
                      <a:pt x="145733" y="979170"/>
                    </a:cubicBezTo>
                    <a:cubicBezTo>
                      <a:pt x="145733" y="1179195"/>
                      <a:pt x="240983" y="1361123"/>
                      <a:pt x="406718" y="1508760"/>
                    </a:cubicBezTo>
                    <a:cubicBezTo>
                      <a:pt x="432435" y="1534478"/>
                      <a:pt x="450533" y="1569720"/>
                      <a:pt x="441960" y="1613535"/>
                    </a:cubicBezTo>
                    <a:lnTo>
                      <a:pt x="406718" y="1917383"/>
                    </a:lnTo>
                    <a:close/>
                    <a:moveTo>
                      <a:pt x="372428" y="2152650"/>
                    </a:moveTo>
                    <a:cubicBezTo>
                      <a:pt x="294323" y="2187893"/>
                      <a:pt x="207645" y="2126933"/>
                      <a:pt x="216218" y="2039303"/>
                    </a:cubicBezTo>
                    <a:lnTo>
                      <a:pt x="277178" y="1596390"/>
                    </a:lnTo>
                    <a:cubicBezTo>
                      <a:pt x="94298" y="1422083"/>
                      <a:pt x="0" y="1205865"/>
                      <a:pt x="0" y="971550"/>
                    </a:cubicBezTo>
                    <a:cubicBezTo>
                      <a:pt x="0" y="424815"/>
                      <a:pt x="538163" y="0"/>
                      <a:pt x="1189673" y="0"/>
                    </a:cubicBezTo>
                    <a:cubicBezTo>
                      <a:pt x="1841183" y="0"/>
                      <a:pt x="2376488" y="433387"/>
                      <a:pt x="2376488" y="971550"/>
                    </a:cubicBezTo>
                    <a:cubicBezTo>
                      <a:pt x="2376488" y="1509713"/>
                      <a:pt x="1838325" y="1943100"/>
                      <a:pt x="1186815" y="1943100"/>
                    </a:cubicBezTo>
                    <a:cubicBezTo>
                      <a:pt x="1073468" y="1943100"/>
                      <a:pt x="961073" y="1934528"/>
                      <a:pt x="857250" y="1907858"/>
                    </a:cubicBezTo>
                    <a:lnTo>
                      <a:pt x="372428" y="2152650"/>
                    </a:lnTo>
                    <a:close/>
                  </a:path>
                </a:pathLst>
              </a:custGeom>
              <a:grpFill/>
              <a:ln w="9525"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B1B905A5-F7AA-0348-3195-8B418D5679DF}"/>
                  </a:ext>
                </a:extLst>
              </p:cNvPr>
              <p:cNvSpPr>
                <a:spLocks/>
              </p:cNvSpPr>
              <p:nvPr/>
            </p:nvSpPr>
            <p:spPr>
              <a:xfrm>
                <a:off x="12188795" y="4785997"/>
                <a:ext cx="529351" cy="866774"/>
              </a:xfrm>
              <a:custGeom>
                <a:avLst/>
                <a:gdLst>
                  <a:gd name="connsiteX0" fmla="*/ 441960 w 529351"/>
                  <a:gd name="connsiteY0" fmla="*/ 866775 h 866774"/>
                  <a:gd name="connsiteX1" fmla="*/ 381000 w 529351"/>
                  <a:gd name="connsiteY1" fmla="*/ 841057 h 866774"/>
                  <a:gd name="connsiteX2" fmla="*/ 25718 w 529351"/>
                  <a:gd name="connsiteY2" fmla="*/ 494348 h 866774"/>
                  <a:gd name="connsiteX3" fmla="*/ 0 w 529351"/>
                  <a:gd name="connsiteY3" fmla="*/ 433388 h 866774"/>
                  <a:gd name="connsiteX4" fmla="*/ 25718 w 529351"/>
                  <a:gd name="connsiteY4" fmla="*/ 372428 h 866774"/>
                  <a:gd name="connsiteX5" fmla="*/ 381000 w 529351"/>
                  <a:gd name="connsiteY5" fmla="*/ 25717 h 866774"/>
                  <a:gd name="connsiteX6" fmla="*/ 441960 w 529351"/>
                  <a:gd name="connsiteY6" fmla="*/ 0 h 866774"/>
                  <a:gd name="connsiteX7" fmla="*/ 502920 w 529351"/>
                  <a:gd name="connsiteY7" fmla="*/ 25717 h 866774"/>
                  <a:gd name="connsiteX8" fmla="*/ 528638 w 529351"/>
                  <a:gd name="connsiteY8" fmla="*/ 86677 h 866774"/>
                  <a:gd name="connsiteX9" fmla="*/ 502920 w 529351"/>
                  <a:gd name="connsiteY9" fmla="*/ 147638 h 866774"/>
                  <a:gd name="connsiteX10" fmla="*/ 217170 w 529351"/>
                  <a:gd name="connsiteY10" fmla="*/ 433388 h 866774"/>
                  <a:gd name="connsiteX11" fmla="*/ 502920 w 529351"/>
                  <a:gd name="connsiteY11" fmla="*/ 719137 h 866774"/>
                  <a:gd name="connsiteX12" fmla="*/ 502920 w 529351"/>
                  <a:gd name="connsiteY12" fmla="*/ 841057 h 866774"/>
                  <a:gd name="connsiteX13" fmla="*/ 441960 w 529351"/>
                  <a:gd name="connsiteY13" fmla="*/ 866775 h 866774"/>
                  <a:gd name="connsiteX14" fmla="*/ 441960 w 529351"/>
                  <a:gd name="connsiteY14" fmla="*/ 866775 h 866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9351" h="866774">
                    <a:moveTo>
                      <a:pt x="441960" y="866775"/>
                    </a:moveTo>
                    <a:cubicBezTo>
                      <a:pt x="416243" y="866775"/>
                      <a:pt x="398145" y="858203"/>
                      <a:pt x="381000" y="841057"/>
                    </a:cubicBezTo>
                    <a:lnTo>
                      <a:pt x="25718" y="494348"/>
                    </a:lnTo>
                    <a:cubicBezTo>
                      <a:pt x="8573" y="477203"/>
                      <a:pt x="0" y="459105"/>
                      <a:pt x="0" y="433388"/>
                    </a:cubicBezTo>
                    <a:cubicBezTo>
                      <a:pt x="0" y="407670"/>
                      <a:pt x="8573" y="389573"/>
                      <a:pt x="25718" y="372428"/>
                    </a:cubicBezTo>
                    <a:lnTo>
                      <a:pt x="381000" y="25717"/>
                    </a:lnTo>
                    <a:cubicBezTo>
                      <a:pt x="398145" y="8573"/>
                      <a:pt x="416243" y="0"/>
                      <a:pt x="441960" y="0"/>
                    </a:cubicBezTo>
                    <a:cubicBezTo>
                      <a:pt x="467678" y="0"/>
                      <a:pt x="485775" y="8573"/>
                      <a:pt x="502920" y="25717"/>
                    </a:cubicBezTo>
                    <a:cubicBezTo>
                      <a:pt x="520065" y="42863"/>
                      <a:pt x="528638" y="60960"/>
                      <a:pt x="528638" y="86677"/>
                    </a:cubicBezTo>
                    <a:cubicBezTo>
                      <a:pt x="528638" y="112395"/>
                      <a:pt x="520065" y="130492"/>
                      <a:pt x="502920" y="147638"/>
                    </a:cubicBezTo>
                    <a:lnTo>
                      <a:pt x="217170" y="433388"/>
                    </a:lnTo>
                    <a:lnTo>
                      <a:pt x="502920" y="719137"/>
                    </a:lnTo>
                    <a:cubicBezTo>
                      <a:pt x="538163" y="754380"/>
                      <a:pt x="538163" y="805815"/>
                      <a:pt x="502920" y="841057"/>
                    </a:cubicBezTo>
                    <a:cubicBezTo>
                      <a:pt x="494348" y="858203"/>
                      <a:pt x="467678" y="866775"/>
                      <a:pt x="441960" y="866775"/>
                    </a:cubicBezTo>
                    <a:cubicBezTo>
                      <a:pt x="450533" y="866775"/>
                      <a:pt x="441960" y="866775"/>
                      <a:pt x="441960" y="866775"/>
                    </a:cubicBezTo>
                    <a:close/>
                  </a:path>
                </a:pathLst>
              </a:custGeom>
              <a:grpFill/>
              <a:ln w="9525"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C1C73C00-4CE1-6232-D83D-31BECD493A58}"/>
                  </a:ext>
                </a:extLst>
              </p:cNvPr>
              <p:cNvSpPr>
                <a:spLocks/>
              </p:cNvSpPr>
              <p:nvPr/>
            </p:nvSpPr>
            <p:spPr>
              <a:xfrm>
                <a:off x="13072954" y="4785997"/>
                <a:ext cx="529351" cy="866774"/>
              </a:xfrm>
              <a:custGeom>
                <a:avLst/>
                <a:gdLst>
                  <a:gd name="connsiteX0" fmla="*/ 87392 w 529351"/>
                  <a:gd name="connsiteY0" fmla="*/ 866775 h 866774"/>
                  <a:gd name="connsiteX1" fmla="*/ 26432 w 529351"/>
                  <a:gd name="connsiteY1" fmla="*/ 841057 h 866774"/>
                  <a:gd name="connsiteX2" fmla="*/ 26432 w 529351"/>
                  <a:gd name="connsiteY2" fmla="*/ 719137 h 866774"/>
                  <a:gd name="connsiteX3" fmla="*/ 312182 w 529351"/>
                  <a:gd name="connsiteY3" fmla="*/ 433388 h 866774"/>
                  <a:gd name="connsiteX4" fmla="*/ 26432 w 529351"/>
                  <a:gd name="connsiteY4" fmla="*/ 147638 h 866774"/>
                  <a:gd name="connsiteX5" fmla="*/ 714 w 529351"/>
                  <a:gd name="connsiteY5" fmla="*/ 86677 h 866774"/>
                  <a:gd name="connsiteX6" fmla="*/ 26432 w 529351"/>
                  <a:gd name="connsiteY6" fmla="*/ 25717 h 866774"/>
                  <a:gd name="connsiteX7" fmla="*/ 87392 w 529351"/>
                  <a:gd name="connsiteY7" fmla="*/ 0 h 866774"/>
                  <a:gd name="connsiteX8" fmla="*/ 87392 w 529351"/>
                  <a:gd name="connsiteY8" fmla="*/ 0 h 866774"/>
                  <a:gd name="connsiteX9" fmla="*/ 148352 w 529351"/>
                  <a:gd name="connsiteY9" fmla="*/ 25717 h 866774"/>
                  <a:gd name="connsiteX10" fmla="*/ 503634 w 529351"/>
                  <a:gd name="connsiteY10" fmla="*/ 372428 h 866774"/>
                  <a:gd name="connsiteX11" fmla="*/ 529352 w 529351"/>
                  <a:gd name="connsiteY11" fmla="*/ 433388 h 866774"/>
                  <a:gd name="connsiteX12" fmla="*/ 503634 w 529351"/>
                  <a:gd name="connsiteY12" fmla="*/ 494348 h 866774"/>
                  <a:gd name="connsiteX13" fmla="*/ 148352 w 529351"/>
                  <a:gd name="connsiteY13" fmla="*/ 841057 h 866774"/>
                  <a:gd name="connsiteX14" fmla="*/ 87392 w 529351"/>
                  <a:gd name="connsiteY14" fmla="*/ 866775 h 866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9351" h="866774">
                    <a:moveTo>
                      <a:pt x="87392" y="866775"/>
                    </a:moveTo>
                    <a:cubicBezTo>
                      <a:pt x="61674" y="866775"/>
                      <a:pt x="43577" y="858203"/>
                      <a:pt x="26432" y="841057"/>
                    </a:cubicBezTo>
                    <a:cubicBezTo>
                      <a:pt x="-8811" y="805815"/>
                      <a:pt x="-8811" y="754380"/>
                      <a:pt x="26432" y="719137"/>
                    </a:cubicBezTo>
                    <a:lnTo>
                      <a:pt x="312182" y="433388"/>
                    </a:lnTo>
                    <a:lnTo>
                      <a:pt x="26432" y="147638"/>
                    </a:lnTo>
                    <a:cubicBezTo>
                      <a:pt x="9287" y="130492"/>
                      <a:pt x="714" y="112395"/>
                      <a:pt x="714" y="86677"/>
                    </a:cubicBezTo>
                    <a:cubicBezTo>
                      <a:pt x="714" y="60960"/>
                      <a:pt x="9287" y="42863"/>
                      <a:pt x="26432" y="25717"/>
                    </a:cubicBezTo>
                    <a:cubicBezTo>
                      <a:pt x="43577" y="8573"/>
                      <a:pt x="61674" y="0"/>
                      <a:pt x="87392" y="0"/>
                    </a:cubicBezTo>
                    <a:lnTo>
                      <a:pt x="87392" y="0"/>
                    </a:lnTo>
                    <a:cubicBezTo>
                      <a:pt x="113109" y="0"/>
                      <a:pt x="131207" y="8573"/>
                      <a:pt x="148352" y="25717"/>
                    </a:cubicBezTo>
                    <a:lnTo>
                      <a:pt x="503634" y="372428"/>
                    </a:lnTo>
                    <a:cubicBezTo>
                      <a:pt x="520779" y="389573"/>
                      <a:pt x="529352" y="407670"/>
                      <a:pt x="529352" y="433388"/>
                    </a:cubicBezTo>
                    <a:cubicBezTo>
                      <a:pt x="529352" y="459105"/>
                      <a:pt x="520779" y="477203"/>
                      <a:pt x="503634" y="494348"/>
                    </a:cubicBezTo>
                    <a:lnTo>
                      <a:pt x="148352" y="841057"/>
                    </a:lnTo>
                    <a:cubicBezTo>
                      <a:pt x="130254" y="858203"/>
                      <a:pt x="113109" y="866775"/>
                      <a:pt x="87392" y="866775"/>
                    </a:cubicBezTo>
                    <a:close/>
                  </a:path>
                </a:pathLst>
              </a:custGeom>
              <a:grpFill/>
              <a:ln w="9525" cap="flat">
                <a:noFill/>
                <a:prstDash val="solid"/>
                <a:miter/>
              </a:ln>
            </p:spPr>
            <p:txBody>
              <a:bodyPr rtlCol="0" anchor="ctr"/>
              <a:lstStyle/>
              <a:p>
                <a:endParaRPr lang="fr-FR"/>
              </a:p>
            </p:txBody>
          </p:sp>
        </p:grpSp>
        <p:sp>
          <p:nvSpPr>
            <p:cNvPr id="44" name="Forme libre : forme 43">
              <a:hlinkClick r:id="rId6"/>
              <a:extLst>
                <a:ext uri="{FF2B5EF4-FFF2-40B4-BE49-F238E27FC236}">
                  <a16:creationId xmlns:a16="http://schemas.microsoft.com/office/drawing/2014/main" id="{4CAFCF9E-E5FF-6FB8-E3A0-AB8AFC4E8252}"/>
                </a:ext>
              </a:extLst>
            </p:cNvPr>
            <p:cNvSpPr>
              <a:spLocks noChangeAspect="1"/>
            </p:cNvSpPr>
            <p:nvPr/>
          </p:nvSpPr>
          <p:spPr>
            <a:xfrm>
              <a:off x="10120851" y="6348983"/>
              <a:ext cx="185142" cy="216000"/>
            </a:xfrm>
            <a:custGeom>
              <a:avLst/>
              <a:gdLst>
                <a:gd name="connsiteX0" fmla="*/ 218571 w 308571"/>
                <a:gd name="connsiteY0" fmla="*/ 70714 h 360000"/>
                <a:gd name="connsiteX1" fmla="*/ 244285 w 308571"/>
                <a:gd name="connsiteY1" fmla="*/ 70714 h 360000"/>
                <a:gd name="connsiteX2" fmla="*/ 244285 w 308571"/>
                <a:gd name="connsiteY2" fmla="*/ 147857 h 360000"/>
                <a:gd name="connsiteX3" fmla="*/ 218571 w 308571"/>
                <a:gd name="connsiteY3" fmla="*/ 147857 h 360000"/>
                <a:gd name="connsiteX4" fmla="*/ 147857 w 308571"/>
                <a:gd name="connsiteY4" fmla="*/ 70714 h 360000"/>
                <a:gd name="connsiteX5" fmla="*/ 173571 w 308571"/>
                <a:gd name="connsiteY5" fmla="*/ 70714 h 360000"/>
                <a:gd name="connsiteX6" fmla="*/ 173571 w 308571"/>
                <a:gd name="connsiteY6" fmla="*/ 147857 h 360000"/>
                <a:gd name="connsiteX7" fmla="*/ 147857 w 308571"/>
                <a:gd name="connsiteY7" fmla="*/ 147857 h 360000"/>
                <a:gd name="connsiteX8" fmla="*/ 77143 w 308571"/>
                <a:gd name="connsiteY8" fmla="*/ 25715 h 360000"/>
                <a:gd name="connsiteX9" fmla="*/ 77143 w 308571"/>
                <a:gd name="connsiteY9" fmla="*/ 218572 h 360000"/>
                <a:gd name="connsiteX10" fmla="*/ 135000 w 308571"/>
                <a:gd name="connsiteY10" fmla="*/ 218572 h 360000"/>
                <a:gd name="connsiteX11" fmla="*/ 135000 w 308571"/>
                <a:gd name="connsiteY11" fmla="*/ 263572 h 360000"/>
                <a:gd name="connsiteX12" fmla="*/ 180000 w 308571"/>
                <a:gd name="connsiteY12" fmla="*/ 218572 h 360000"/>
                <a:gd name="connsiteX13" fmla="*/ 231428 w 308571"/>
                <a:gd name="connsiteY13" fmla="*/ 218572 h 360000"/>
                <a:gd name="connsiteX14" fmla="*/ 282857 w 308571"/>
                <a:gd name="connsiteY14" fmla="*/ 167143 h 360000"/>
                <a:gd name="connsiteX15" fmla="*/ 282857 w 308571"/>
                <a:gd name="connsiteY15" fmla="*/ 25715 h 360000"/>
                <a:gd name="connsiteX16" fmla="*/ 64286 w 308571"/>
                <a:gd name="connsiteY16" fmla="*/ 0 h 360000"/>
                <a:gd name="connsiteX17" fmla="*/ 308571 w 308571"/>
                <a:gd name="connsiteY17" fmla="*/ 0 h 360000"/>
                <a:gd name="connsiteX18" fmla="*/ 308571 w 308571"/>
                <a:gd name="connsiteY18" fmla="*/ 180000 h 360000"/>
                <a:gd name="connsiteX19" fmla="*/ 192857 w 308571"/>
                <a:gd name="connsiteY19" fmla="*/ 295715 h 360000"/>
                <a:gd name="connsiteX20" fmla="*/ 141428 w 308571"/>
                <a:gd name="connsiteY20" fmla="*/ 295715 h 360000"/>
                <a:gd name="connsiteX21" fmla="*/ 77143 w 308571"/>
                <a:gd name="connsiteY21" fmla="*/ 360000 h 360000"/>
                <a:gd name="connsiteX22" fmla="*/ 77143 w 308571"/>
                <a:gd name="connsiteY22" fmla="*/ 295715 h 360000"/>
                <a:gd name="connsiteX23" fmla="*/ 0 w 308571"/>
                <a:gd name="connsiteY23" fmla="*/ 295715 h 360000"/>
                <a:gd name="connsiteX24" fmla="*/ 0 w 308571"/>
                <a:gd name="connsiteY24" fmla="*/ 64286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8571" h="360000">
                  <a:moveTo>
                    <a:pt x="218571" y="70714"/>
                  </a:moveTo>
                  <a:lnTo>
                    <a:pt x="244285" y="70714"/>
                  </a:lnTo>
                  <a:lnTo>
                    <a:pt x="244285" y="147857"/>
                  </a:lnTo>
                  <a:lnTo>
                    <a:pt x="218571" y="147857"/>
                  </a:lnTo>
                  <a:close/>
                  <a:moveTo>
                    <a:pt x="147857" y="70714"/>
                  </a:moveTo>
                  <a:lnTo>
                    <a:pt x="173571" y="70714"/>
                  </a:lnTo>
                  <a:lnTo>
                    <a:pt x="173571" y="147857"/>
                  </a:lnTo>
                  <a:lnTo>
                    <a:pt x="147857" y="147857"/>
                  </a:lnTo>
                  <a:close/>
                  <a:moveTo>
                    <a:pt x="77143" y="25715"/>
                  </a:moveTo>
                  <a:lnTo>
                    <a:pt x="77143" y="218572"/>
                  </a:lnTo>
                  <a:lnTo>
                    <a:pt x="135000" y="218572"/>
                  </a:lnTo>
                  <a:lnTo>
                    <a:pt x="135000" y="263572"/>
                  </a:lnTo>
                  <a:lnTo>
                    <a:pt x="180000" y="218572"/>
                  </a:lnTo>
                  <a:lnTo>
                    <a:pt x="231428" y="218572"/>
                  </a:lnTo>
                  <a:lnTo>
                    <a:pt x="282857" y="167143"/>
                  </a:lnTo>
                  <a:lnTo>
                    <a:pt x="282857" y="25715"/>
                  </a:lnTo>
                  <a:close/>
                  <a:moveTo>
                    <a:pt x="64286" y="0"/>
                  </a:moveTo>
                  <a:lnTo>
                    <a:pt x="308571" y="0"/>
                  </a:lnTo>
                  <a:lnTo>
                    <a:pt x="308571" y="180000"/>
                  </a:lnTo>
                  <a:lnTo>
                    <a:pt x="192857" y="295715"/>
                  </a:lnTo>
                  <a:lnTo>
                    <a:pt x="141428" y="295715"/>
                  </a:lnTo>
                  <a:lnTo>
                    <a:pt x="77143" y="360000"/>
                  </a:lnTo>
                  <a:lnTo>
                    <a:pt x="77143" y="295715"/>
                  </a:lnTo>
                  <a:lnTo>
                    <a:pt x="0" y="295715"/>
                  </a:lnTo>
                  <a:lnTo>
                    <a:pt x="0" y="64286"/>
                  </a:lnTo>
                  <a:close/>
                </a:path>
              </a:pathLst>
            </a:custGeom>
            <a:grpFill/>
            <a:ln w="2449" cap="flat">
              <a:noFill/>
              <a:prstDash val="solid"/>
              <a:miter/>
            </a:ln>
          </p:spPr>
          <p:txBody>
            <a:bodyPr rtlCol="0" anchor="ctr"/>
            <a:lstStyle/>
            <a:p>
              <a:endParaRPr lang="fr-FR"/>
            </a:p>
          </p:txBody>
        </p:sp>
        <p:sp>
          <p:nvSpPr>
            <p:cNvPr id="45" name="Graphique 50">
              <a:hlinkClick r:id="rId7"/>
              <a:extLst>
                <a:ext uri="{FF2B5EF4-FFF2-40B4-BE49-F238E27FC236}">
                  <a16:creationId xmlns:a16="http://schemas.microsoft.com/office/drawing/2014/main" id="{AF3C992C-DBFA-9F41-F679-71F0A1BD5BEF}"/>
                </a:ext>
              </a:extLst>
            </p:cNvPr>
            <p:cNvSpPr>
              <a:spLocks noChangeAspect="1"/>
            </p:cNvSpPr>
            <p:nvPr/>
          </p:nvSpPr>
          <p:spPr>
            <a:xfrm>
              <a:off x="10596570" y="6348983"/>
              <a:ext cx="284898" cy="216000"/>
            </a:xfrm>
            <a:custGeom>
              <a:avLst/>
              <a:gdLst>
                <a:gd name="connsiteX0" fmla="*/ 1026033 w 1211090"/>
                <a:gd name="connsiteY0" fmla="*/ 77153 h 918210"/>
                <a:gd name="connsiteX1" fmla="*/ 776478 w 1211090"/>
                <a:gd name="connsiteY1" fmla="*/ 0 h 918210"/>
                <a:gd name="connsiteX2" fmla="*/ 744093 w 1211090"/>
                <a:gd name="connsiteY2" fmla="*/ 64770 h 918210"/>
                <a:gd name="connsiteX3" fmla="*/ 466915 w 1211090"/>
                <a:gd name="connsiteY3" fmla="*/ 64770 h 918210"/>
                <a:gd name="connsiteX4" fmla="*/ 434530 w 1211090"/>
                <a:gd name="connsiteY4" fmla="*/ 0 h 918210"/>
                <a:gd name="connsiteX5" fmla="*/ 184975 w 1211090"/>
                <a:gd name="connsiteY5" fmla="*/ 77153 h 918210"/>
                <a:gd name="connsiteX6" fmla="*/ 4953 w 1211090"/>
                <a:gd name="connsiteY6" fmla="*/ 763905 h 918210"/>
                <a:gd name="connsiteX7" fmla="*/ 4953 w 1211090"/>
                <a:gd name="connsiteY7" fmla="*/ 763905 h 918210"/>
                <a:gd name="connsiteX8" fmla="*/ 311658 w 1211090"/>
                <a:gd name="connsiteY8" fmla="*/ 918210 h 918210"/>
                <a:gd name="connsiteX9" fmla="*/ 377380 w 1211090"/>
                <a:gd name="connsiteY9" fmla="*/ 812483 h 918210"/>
                <a:gd name="connsiteX10" fmla="*/ 273558 w 1211090"/>
                <a:gd name="connsiteY10" fmla="*/ 762953 h 918210"/>
                <a:gd name="connsiteX11" fmla="*/ 299275 w 1211090"/>
                <a:gd name="connsiteY11" fmla="*/ 743903 h 918210"/>
                <a:gd name="connsiteX12" fmla="*/ 911733 w 1211090"/>
                <a:gd name="connsiteY12" fmla="*/ 743903 h 918210"/>
                <a:gd name="connsiteX13" fmla="*/ 937450 w 1211090"/>
                <a:gd name="connsiteY13" fmla="*/ 762953 h 918210"/>
                <a:gd name="connsiteX14" fmla="*/ 833628 w 1211090"/>
                <a:gd name="connsiteY14" fmla="*/ 812483 h 918210"/>
                <a:gd name="connsiteX15" fmla="*/ 899350 w 1211090"/>
                <a:gd name="connsiteY15" fmla="*/ 918210 h 918210"/>
                <a:gd name="connsiteX16" fmla="*/ 1206055 w 1211090"/>
                <a:gd name="connsiteY16" fmla="*/ 764858 h 918210"/>
                <a:gd name="connsiteX17" fmla="*/ 1206055 w 1211090"/>
                <a:gd name="connsiteY17" fmla="*/ 764858 h 918210"/>
                <a:gd name="connsiteX18" fmla="*/ 1026033 w 1211090"/>
                <a:gd name="connsiteY18" fmla="*/ 77153 h 918210"/>
                <a:gd name="connsiteX19" fmla="*/ 405003 w 1211090"/>
                <a:gd name="connsiteY19" fmla="*/ 625793 h 918210"/>
                <a:gd name="connsiteX20" fmla="*/ 295465 w 1211090"/>
                <a:gd name="connsiteY20" fmla="*/ 504825 h 918210"/>
                <a:gd name="connsiteX21" fmla="*/ 404050 w 1211090"/>
                <a:gd name="connsiteY21" fmla="*/ 383858 h 918210"/>
                <a:gd name="connsiteX22" fmla="*/ 513588 w 1211090"/>
                <a:gd name="connsiteY22" fmla="*/ 504825 h 918210"/>
                <a:gd name="connsiteX23" fmla="*/ 405003 w 1211090"/>
                <a:gd name="connsiteY23" fmla="*/ 625793 h 918210"/>
                <a:gd name="connsiteX24" fmla="*/ 806958 w 1211090"/>
                <a:gd name="connsiteY24" fmla="*/ 625793 h 918210"/>
                <a:gd name="connsiteX25" fmla="*/ 698373 w 1211090"/>
                <a:gd name="connsiteY25" fmla="*/ 504825 h 918210"/>
                <a:gd name="connsiteX26" fmla="*/ 806958 w 1211090"/>
                <a:gd name="connsiteY26" fmla="*/ 383858 h 918210"/>
                <a:gd name="connsiteX27" fmla="*/ 915543 w 1211090"/>
                <a:gd name="connsiteY27" fmla="*/ 504825 h 918210"/>
                <a:gd name="connsiteX28" fmla="*/ 806958 w 1211090"/>
                <a:gd name="connsiteY28" fmla="*/ 625793 h 91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11090" h="918210">
                  <a:moveTo>
                    <a:pt x="1026033" y="77153"/>
                  </a:moveTo>
                  <a:cubicBezTo>
                    <a:pt x="946023" y="40005"/>
                    <a:pt x="862203" y="14288"/>
                    <a:pt x="776478" y="0"/>
                  </a:cubicBezTo>
                  <a:cubicBezTo>
                    <a:pt x="765048" y="20955"/>
                    <a:pt x="753618" y="42863"/>
                    <a:pt x="744093" y="64770"/>
                  </a:cubicBezTo>
                  <a:cubicBezTo>
                    <a:pt x="652653" y="50483"/>
                    <a:pt x="558355" y="50483"/>
                    <a:pt x="466915" y="64770"/>
                  </a:cubicBezTo>
                  <a:cubicBezTo>
                    <a:pt x="457390" y="42863"/>
                    <a:pt x="446913" y="20955"/>
                    <a:pt x="434530" y="0"/>
                  </a:cubicBezTo>
                  <a:cubicBezTo>
                    <a:pt x="347853" y="14288"/>
                    <a:pt x="264033" y="40958"/>
                    <a:pt x="184975" y="77153"/>
                  </a:cubicBezTo>
                  <a:cubicBezTo>
                    <a:pt x="26860" y="311468"/>
                    <a:pt x="-16002" y="539115"/>
                    <a:pt x="4953" y="763905"/>
                  </a:cubicBezTo>
                  <a:lnTo>
                    <a:pt x="4953" y="763905"/>
                  </a:lnTo>
                  <a:cubicBezTo>
                    <a:pt x="97345" y="832485"/>
                    <a:pt x="201168" y="883920"/>
                    <a:pt x="311658" y="918210"/>
                  </a:cubicBezTo>
                  <a:cubicBezTo>
                    <a:pt x="336423" y="884873"/>
                    <a:pt x="358330" y="849630"/>
                    <a:pt x="377380" y="812483"/>
                  </a:cubicBezTo>
                  <a:cubicBezTo>
                    <a:pt x="341185" y="799148"/>
                    <a:pt x="306895" y="782955"/>
                    <a:pt x="273558" y="762953"/>
                  </a:cubicBezTo>
                  <a:cubicBezTo>
                    <a:pt x="282130" y="756285"/>
                    <a:pt x="290703" y="750570"/>
                    <a:pt x="299275" y="743903"/>
                  </a:cubicBezTo>
                  <a:cubicBezTo>
                    <a:pt x="493585" y="835343"/>
                    <a:pt x="718375" y="835343"/>
                    <a:pt x="911733" y="743903"/>
                  </a:cubicBezTo>
                  <a:cubicBezTo>
                    <a:pt x="920305" y="750570"/>
                    <a:pt x="928878" y="757238"/>
                    <a:pt x="937450" y="762953"/>
                  </a:cubicBezTo>
                  <a:cubicBezTo>
                    <a:pt x="904113" y="782003"/>
                    <a:pt x="869823" y="799148"/>
                    <a:pt x="833628" y="812483"/>
                  </a:cubicBezTo>
                  <a:cubicBezTo>
                    <a:pt x="852678" y="849630"/>
                    <a:pt x="874585" y="884873"/>
                    <a:pt x="899350" y="918210"/>
                  </a:cubicBezTo>
                  <a:cubicBezTo>
                    <a:pt x="1009840" y="884873"/>
                    <a:pt x="1113663" y="832485"/>
                    <a:pt x="1206055" y="764858"/>
                  </a:cubicBezTo>
                  <a:lnTo>
                    <a:pt x="1206055" y="764858"/>
                  </a:lnTo>
                  <a:cubicBezTo>
                    <a:pt x="1230820" y="502920"/>
                    <a:pt x="1163193" y="277178"/>
                    <a:pt x="1026033" y="77153"/>
                  </a:cubicBezTo>
                  <a:close/>
                  <a:moveTo>
                    <a:pt x="405003" y="625793"/>
                  </a:moveTo>
                  <a:cubicBezTo>
                    <a:pt x="344995" y="625793"/>
                    <a:pt x="295465" y="571500"/>
                    <a:pt x="295465" y="504825"/>
                  </a:cubicBezTo>
                  <a:cubicBezTo>
                    <a:pt x="295465" y="438150"/>
                    <a:pt x="343090" y="383858"/>
                    <a:pt x="404050" y="383858"/>
                  </a:cubicBezTo>
                  <a:cubicBezTo>
                    <a:pt x="465010" y="383858"/>
                    <a:pt x="514540" y="438150"/>
                    <a:pt x="513588" y="504825"/>
                  </a:cubicBezTo>
                  <a:cubicBezTo>
                    <a:pt x="512635" y="571500"/>
                    <a:pt x="465010" y="625793"/>
                    <a:pt x="405003" y="625793"/>
                  </a:cubicBezTo>
                  <a:close/>
                  <a:moveTo>
                    <a:pt x="806958" y="625793"/>
                  </a:moveTo>
                  <a:cubicBezTo>
                    <a:pt x="746950" y="625793"/>
                    <a:pt x="698373" y="571500"/>
                    <a:pt x="698373" y="504825"/>
                  </a:cubicBezTo>
                  <a:cubicBezTo>
                    <a:pt x="698373" y="438150"/>
                    <a:pt x="745998" y="383858"/>
                    <a:pt x="806958" y="383858"/>
                  </a:cubicBezTo>
                  <a:cubicBezTo>
                    <a:pt x="867918" y="383858"/>
                    <a:pt x="916495" y="438150"/>
                    <a:pt x="915543" y="504825"/>
                  </a:cubicBezTo>
                  <a:cubicBezTo>
                    <a:pt x="914590" y="571500"/>
                    <a:pt x="867918" y="625793"/>
                    <a:pt x="806958" y="625793"/>
                  </a:cubicBezTo>
                  <a:close/>
                </a:path>
              </a:pathLst>
            </a:custGeom>
            <a:grpFill/>
            <a:ln w="9525" cap="flat">
              <a:noFill/>
              <a:prstDash val="solid"/>
              <a:miter/>
            </a:ln>
          </p:spPr>
          <p:txBody>
            <a:bodyPr rtlCol="0" anchor="ctr"/>
            <a:lstStyle/>
            <a:p>
              <a:endParaRPr lang="fr-FR"/>
            </a:p>
          </p:txBody>
        </p:sp>
      </p:grpSp>
      <p:sp>
        <p:nvSpPr>
          <p:cNvPr id="49" name="Ellipse 48">
            <a:extLst>
              <a:ext uri="{FF2B5EF4-FFF2-40B4-BE49-F238E27FC236}">
                <a16:creationId xmlns:a16="http://schemas.microsoft.com/office/drawing/2014/main" id="{142F02DC-8581-ACA8-525D-4EE6A9A4D688}"/>
              </a:ext>
            </a:extLst>
          </p:cNvPr>
          <p:cNvSpPr/>
          <p:nvPr userDrawn="1"/>
        </p:nvSpPr>
        <p:spPr>
          <a:xfrm>
            <a:off x="1199086" y="2970785"/>
            <a:ext cx="982090" cy="98209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Espace réservé pour une image  25">
            <a:extLst>
              <a:ext uri="{FF2B5EF4-FFF2-40B4-BE49-F238E27FC236}">
                <a16:creationId xmlns:a16="http://schemas.microsoft.com/office/drawing/2014/main" id="{9F0E3779-C187-72E0-A64C-8852035369AF}"/>
              </a:ext>
            </a:extLst>
          </p:cNvPr>
          <p:cNvSpPr>
            <a:spLocks noGrp="1"/>
          </p:cNvSpPr>
          <p:nvPr>
            <p:ph type="pic" sz="quarter" idx="18" hasCustomPrompt="1"/>
          </p:nvPr>
        </p:nvSpPr>
        <p:spPr>
          <a:xfrm>
            <a:off x="1265712" y="3037109"/>
            <a:ext cx="848838" cy="849444"/>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51" name="Espace réservé du texte 4">
            <a:extLst>
              <a:ext uri="{FF2B5EF4-FFF2-40B4-BE49-F238E27FC236}">
                <a16:creationId xmlns:a16="http://schemas.microsoft.com/office/drawing/2014/main" id="{0ED11694-F6BC-473B-AC26-DCF267ECBF63}"/>
              </a:ext>
            </a:extLst>
          </p:cNvPr>
          <p:cNvSpPr>
            <a:spLocks noGrp="1"/>
          </p:cNvSpPr>
          <p:nvPr>
            <p:ph type="body" sz="quarter" idx="19" hasCustomPrompt="1"/>
          </p:nvPr>
        </p:nvSpPr>
        <p:spPr>
          <a:xfrm>
            <a:off x="1211637" y="4086734"/>
            <a:ext cx="2785327" cy="276999"/>
          </a:xfrm>
        </p:spPr>
        <p:txBody>
          <a:bodyPr wrap="square" tIns="0" bIns="0">
            <a:spAutoFit/>
          </a:bodyPr>
          <a:lstStyle>
            <a:lvl1pPr marL="0" indent="0" algn="l">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52" name="Espace réservé du texte 4">
            <a:extLst>
              <a:ext uri="{FF2B5EF4-FFF2-40B4-BE49-F238E27FC236}">
                <a16:creationId xmlns:a16="http://schemas.microsoft.com/office/drawing/2014/main" id="{DDB90BA3-97F6-5E70-69A9-8D6D2AE207B6}"/>
              </a:ext>
            </a:extLst>
          </p:cNvPr>
          <p:cNvSpPr>
            <a:spLocks noGrp="1"/>
          </p:cNvSpPr>
          <p:nvPr>
            <p:ph type="body" sz="quarter" idx="20" hasCustomPrompt="1"/>
          </p:nvPr>
        </p:nvSpPr>
        <p:spPr>
          <a:xfrm>
            <a:off x="1211638" y="4374975"/>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55" name="Forme libre : forme 54">
            <a:extLst>
              <a:ext uri="{FF2B5EF4-FFF2-40B4-BE49-F238E27FC236}">
                <a16:creationId xmlns:a16="http://schemas.microsoft.com/office/drawing/2014/main" id="{B77E450D-379E-F4ED-9C46-32A167668519}"/>
              </a:ext>
            </a:extLst>
          </p:cNvPr>
          <p:cNvSpPr/>
          <p:nvPr userDrawn="1"/>
        </p:nvSpPr>
        <p:spPr>
          <a:xfrm>
            <a:off x="1219978" y="4912369"/>
            <a:ext cx="201628" cy="148543"/>
          </a:xfrm>
          <a:custGeom>
            <a:avLst/>
            <a:gdLst>
              <a:gd name="connsiteX0" fmla="*/ 0 w 4130650"/>
              <a:gd name="connsiteY0" fmla="*/ 858316 h 3043122"/>
              <a:gd name="connsiteX1" fmla="*/ 1940966 w 4130650"/>
              <a:gd name="connsiteY1" fmla="*/ 2043378 h 3043122"/>
              <a:gd name="connsiteX2" fmla="*/ 2062887 w 4130650"/>
              <a:gd name="connsiteY2" fmla="*/ 2077516 h 3043122"/>
              <a:gd name="connsiteX3" fmla="*/ 2184807 w 4130650"/>
              <a:gd name="connsiteY3" fmla="*/ 2043378 h 3043122"/>
              <a:gd name="connsiteX4" fmla="*/ 4130650 w 4130650"/>
              <a:gd name="connsiteY4" fmla="*/ 858316 h 3043122"/>
              <a:gd name="connsiteX5" fmla="*/ 4130650 w 4130650"/>
              <a:gd name="connsiteY5" fmla="*/ 2433522 h 3043122"/>
              <a:gd name="connsiteX6" fmla="*/ 3521050 w 4130650"/>
              <a:gd name="connsiteY6" fmla="*/ 3043122 h 3043122"/>
              <a:gd name="connsiteX7" fmla="*/ 609600 w 4130650"/>
              <a:gd name="connsiteY7" fmla="*/ 3043122 h 3043122"/>
              <a:gd name="connsiteX8" fmla="*/ 0 w 4130650"/>
              <a:gd name="connsiteY8" fmla="*/ 2433522 h 3043122"/>
              <a:gd name="connsiteX9" fmla="*/ 609600 w 4130650"/>
              <a:gd name="connsiteY9" fmla="*/ 0 h 3043122"/>
              <a:gd name="connsiteX10" fmla="*/ 3521050 w 4130650"/>
              <a:gd name="connsiteY10" fmla="*/ 0 h 3043122"/>
              <a:gd name="connsiteX11" fmla="*/ 4111142 w 4130650"/>
              <a:gd name="connsiteY11" fmla="*/ 477926 h 3043122"/>
              <a:gd name="connsiteX12" fmla="*/ 2067763 w 4130650"/>
              <a:gd name="connsiteY12" fmla="*/ 1726387 h 3043122"/>
              <a:gd name="connsiteX13" fmla="*/ 19507 w 4130650"/>
              <a:gd name="connsiteY13" fmla="*/ 477926 h 3043122"/>
              <a:gd name="connsiteX14" fmla="*/ 609600 w 4130650"/>
              <a:gd name="connsiteY14" fmla="*/ 0 h 304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30650" h="3043122">
                <a:moveTo>
                  <a:pt x="0" y="858316"/>
                </a:moveTo>
                <a:lnTo>
                  <a:pt x="1940966" y="2043378"/>
                </a:lnTo>
                <a:cubicBezTo>
                  <a:pt x="1979981" y="2067762"/>
                  <a:pt x="2023872" y="2077516"/>
                  <a:pt x="2062887" y="2077516"/>
                </a:cubicBezTo>
                <a:cubicBezTo>
                  <a:pt x="2101901" y="2077516"/>
                  <a:pt x="2145792" y="2067762"/>
                  <a:pt x="2184807" y="2043378"/>
                </a:cubicBezTo>
                <a:lnTo>
                  <a:pt x="4130650" y="858316"/>
                </a:lnTo>
                <a:lnTo>
                  <a:pt x="4130650" y="2433522"/>
                </a:lnTo>
                <a:cubicBezTo>
                  <a:pt x="4130650" y="2770022"/>
                  <a:pt x="3857549" y="3043122"/>
                  <a:pt x="3521050" y="3043122"/>
                </a:cubicBezTo>
                <a:lnTo>
                  <a:pt x="609600" y="3043122"/>
                </a:lnTo>
                <a:cubicBezTo>
                  <a:pt x="273101" y="3043122"/>
                  <a:pt x="0" y="2770022"/>
                  <a:pt x="0" y="2433522"/>
                </a:cubicBezTo>
                <a:close/>
                <a:moveTo>
                  <a:pt x="609600" y="0"/>
                </a:moveTo>
                <a:lnTo>
                  <a:pt x="3521050" y="0"/>
                </a:lnTo>
                <a:cubicBezTo>
                  <a:pt x="3808781" y="0"/>
                  <a:pt x="4052621" y="204826"/>
                  <a:pt x="4111142" y="477926"/>
                </a:cubicBezTo>
                <a:lnTo>
                  <a:pt x="2067763" y="1726387"/>
                </a:lnTo>
                <a:lnTo>
                  <a:pt x="19507" y="477926"/>
                </a:lnTo>
                <a:cubicBezTo>
                  <a:pt x="78029" y="204826"/>
                  <a:pt x="321869" y="0"/>
                  <a:pt x="609600" y="0"/>
                </a:cubicBezTo>
                <a:close/>
              </a:path>
            </a:pathLst>
          </a:custGeom>
          <a:solidFill>
            <a:schemeClr val="bg1"/>
          </a:solidFill>
          <a:ln w="9525" cap="flat">
            <a:noFill/>
            <a:prstDash val="solid"/>
            <a:miter/>
          </a:ln>
        </p:spPr>
        <p:txBody>
          <a:bodyPr rtlCol="0" anchor="ctr"/>
          <a:lstStyle/>
          <a:p>
            <a:endParaRPr lang="fr-FR"/>
          </a:p>
        </p:txBody>
      </p:sp>
      <p:sp>
        <p:nvSpPr>
          <p:cNvPr id="56" name="Graphique 31">
            <a:extLst>
              <a:ext uri="{FF2B5EF4-FFF2-40B4-BE49-F238E27FC236}">
                <a16:creationId xmlns:a16="http://schemas.microsoft.com/office/drawing/2014/main" id="{3C7308E4-98B5-029A-8483-C5DE0D0CEC45}"/>
              </a:ext>
            </a:extLst>
          </p:cNvPr>
          <p:cNvSpPr/>
          <p:nvPr userDrawn="1"/>
        </p:nvSpPr>
        <p:spPr>
          <a:xfrm>
            <a:off x="1239799" y="5216312"/>
            <a:ext cx="153232" cy="243162"/>
          </a:xfrm>
          <a:custGeom>
            <a:avLst/>
            <a:gdLst>
              <a:gd name="connsiteX0" fmla="*/ 2221230 w 2324100"/>
              <a:gd name="connsiteY0" fmla="*/ 103251 h 3688080"/>
              <a:gd name="connsiteX1" fmla="*/ 2221230 w 2324100"/>
              <a:gd name="connsiteY1" fmla="*/ 102870 h 3688080"/>
              <a:gd name="connsiteX2" fmla="*/ 1973961 w 2324100"/>
              <a:gd name="connsiteY2" fmla="*/ 0 h 3688080"/>
              <a:gd name="connsiteX3" fmla="*/ 349758 w 2324100"/>
              <a:gd name="connsiteY3" fmla="*/ 0 h 3688080"/>
              <a:gd name="connsiteX4" fmla="*/ 0 w 2324100"/>
              <a:gd name="connsiteY4" fmla="*/ 349758 h 3688080"/>
              <a:gd name="connsiteX5" fmla="*/ 0 w 2324100"/>
              <a:gd name="connsiteY5" fmla="*/ 3337941 h 3688080"/>
              <a:gd name="connsiteX6" fmla="*/ 102870 w 2324100"/>
              <a:gd name="connsiteY6" fmla="*/ 3585210 h 3688080"/>
              <a:gd name="connsiteX7" fmla="*/ 349758 w 2324100"/>
              <a:gd name="connsiteY7" fmla="*/ 3688080 h 3688080"/>
              <a:gd name="connsiteX8" fmla="*/ 1974342 w 2324100"/>
              <a:gd name="connsiteY8" fmla="*/ 3688080 h 3688080"/>
              <a:gd name="connsiteX9" fmla="*/ 2221230 w 2324100"/>
              <a:gd name="connsiteY9" fmla="*/ 3585210 h 3688080"/>
              <a:gd name="connsiteX10" fmla="*/ 2324100 w 2324100"/>
              <a:gd name="connsiteY10" fmla="*/ 3338322 h 3688080"/>
              <a:gd name="connsiteX11" fmla="*/ 2324100 w 2324100"/>
              <a:gd name="connsiteY11" fmla="*/ 350139 h 3688080"/>
              <a:gd name="connsiteX12" fmla="*/ 2221230 w 2324100"/>
              <a:gd name="connsiteY12" fmla="*/ 103251 h 3688080"/>
              <a:gd name="connsiteX13" fmla="*/ 1162050 w 2324100"/>
              <a:gd name="connsiteY13" fmla="*/ 3450717 h 3688080"/>
              <a:gd name="connsiteX14" fmla="*/ 1162050 w 2324100"/>
              <a:gd name="connsiteY14" fmla="*/ 3450717 h 3688080"/>
              <a:gd name="connsiteX15" fmla="*/ 1067562 w 2324100"/>
              <a:gd name="connsiteY15" fmla="*/ 3356229 h 3688080"/>
              <a:gd name="connsiteX16" fmla="*/ 1162050 w 2324100"/>
              <a:gd name="connsiteY16" fmla="*/ 3261741 h 3688080"/>
              <a:gd name="connsiteX17" fmla="*/ 1256538 w 2324100"/>
              <a:gd name="connsiteY17" fmla="*/ 3356229 h 3688080"/>
              <a:gd name="connsiteX18" fmla="*/ 1162050 w 2324100"/>
              <a:gd name="connsiteY18" fmla="*/ 3450717 h 3688080"/>
              <a:gd name="connsiteX19" fmla="*/ 2046351 w 2324100"/>
              <a:gd name="connsiteY19" fmla="*/ 2857500 h 3688080"/>
              <a:gd name="connsiteX20" fmla="*/ 1817751 w 2324100"/>
              <a:gd name="connsiteY20" fmla="*/ 3086100 h 3688080"/>
              <a:gd name="connsiteX21" fmla="*/ 505968 w 2324100"/>
              <a:gd name="connsiteY21" fmla="*/ 3086100 h 3688080"/>
              <a:gd name="connsiteX22" fmla="*/ 277368 w 2324100"/>
              <a:gd name="connsiteY22" fmla="*/ 2857500 h 3688080"/>
              <a:gd name="connsiteX23" fmla="*/ 277368 w 2324100"/>
              <a:gd name="connsiteY23" fmla="*/ 630555 h 3688080"/>
              <a:gd name="connsiteX24" fmla="*/ 505968 w 2324100"/>
              <a:gd name="connsiteY24" fmla="*/ 401955 h 3688080"/>
              <a:gd name="connsiteX25" fmla="*/ 1818132 w 2324100"/>
              <a:gd name="connsiteY25" fmla="*/ 401955 h 3688080"/>
              <a:gd name="connsiteX26" fmla="*/ 2046732 w 2324100"/>
              <a:gd name="connsiteY26" fmla="*/ 630555 h 3688080"/>
              <a:gd name="connsiteX27" fmla="*/ 2046351 w 2324100"/>
              <a:gd name="connsiteY27" fmla="*/ 2857500 h 3688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324100" h="3688080">
                <a:moveTo>
                  <a:pt x="2221230" y="103251"/>
                </a:moveTo>
                <a:lnTo>
                  <a:pt x="2221230" y="102870"/>
                </a:lnTo>
                <a:cubicBezTo>
                  <a:pt x="2155765" y="37062"/>
                  <a:pt x="2066782" y="38"/>
                  <a:pt x="1973961" y="0"/>
                </a:cubicBezTo>
                <a:lnTo>
                  <a:pt x="349758" y="0"/>
                </a:lnTo>
                <a:cubicBezTo>
                  <a:pt x="156848" y="629"/>
                  <a:pt x="629" y="156848"/>
                  <a:pt x="0" y="349758"/>
                </a:cubicBezTo>
                <a:lnTo>
                  <a:pt x="0" y="3337941"/>
                </a:lnTo>
                <a:cubicBezTo>
                  <a:pt x="38" y="3430762"/>
                  <a:pt x="37062" y="3519745"/>
                  <a:pt x="102870" y="3585210"/>
                </a:cubicBezTo>
                <a:cubicBezTo>
                  <a:pt x="168240" y="3650923"/>
                  <a:pt x="257070" y="3687937"/>
                  <a:pt x="349758" y="3688080"/>
                </a:cubicBezTo>
                <a:lnTo>
                  <a:pt x="1974342" y="3688080"/>
                </a:lnTo>
                <a:cubicBezTo>
                  <a:pt x="2067030" y="3687937"/>
                  <a:pt x="2155860" y="3650923"/>
                  <a:pt x="2221230" y="3585210"/>
                </a:cubicBezTo>
                <a:cubicBezTo>
                  <a:pt x="2286943" y="3519840"/>
                  <a:pt x="2323957" y="3431010"/>
                  <a:pt x="2324100" y="3338322"/>
                </a:cubicBezTo>
                <a:lnTo>
                  <a:pt x="2324100" y="350139"/>
                </a:lnTo>
                <a:cubicBezTo>
                  <a:pt x="2323957" y="257451"/>
                  <a:pt x="2286943" y="168621"/>
                  <a:pt x="2221230" y="103251"/>
                </a:cubicBezTo>
                <a:close/>
                <a:moveTo>
                  <a:pt x="1162050" y="3450717"/>
                </a:moveTo>
                <a:lnTo>
                  <a:pt x="1162050" y="3450717"/>
                </a:lnTo>
                <a:cubicBezTo>
                  <a:pt x="1109863" y="3450717"/>
                  <a:pt x="1067562" y="3408416"/>
                  <a:pt x="1067562" y="3356229"/>
                </a:cubicBezTo>
                <a:cubicBezTo>
                  <a:pt x="1067562" y="3304042"/>
                  <a:pt x="1109863" y="3261741"/>
                  <a:pt x="1162050" y="3261741"/>
                </a:cubicBezTo>
                <a:cubicBezTo>
                  <a:pt x="1214238" y="3261741"/>
                  <a:pt x="1256538" y="3304042"/>
                  <a:pt x="1256538" y="3356229"/>
                </a:cubicBezTo>
                <a:cubicBezTo>
                  <a:pt x="1256538" y="3408416"/>
                  <a:pt x="1214238" y="3450717"/>
                  <a:pt x="1162050" y="3450717"/>
                </a:cubicBezTo>
                <a:close/>
                <a:moveTo>
                  <a:pt x="2046351" y="2857500"/>
                </a:moveTo>
                <a:cubicBezTo>
                  <a:pt x="2046351" y="2983754"/>
                  <a:pt x="1944005" y="3086100"/>
                  <a:pt x="1817751" y="3086100"/>
                </a:cubicBezTo>
                <a:lnTo>
                  <a:pt x="505968" y="3086100"/>
                </a:lnTo>
                <a:cubicBezTo>
                  <a:pt x="379714" y="3086100"/>
                  <a:pt x="277368" y="2983754"/>
                  <a:pt x="277368" y="2857500"/>
                </a:cubicBezTo>
                <a:lnTo>
                  <a:pt x="277368" y="630555"/>
                </a:lnTo>
                <a:cubicBezTo>
                  <a:pt x="277368" y="504301"/>
                  <a:pt x="379714" y="401955"/>
                  <a:pt x="505968" y="401955"/>
                </a:cubicBezTo>
                <a:lnTo>
                  <a:pt x="1818132" y="401955"/>
                </a:lnTo>
                <a:cubicBezTo>
                  <a:pt x="1944386" y="401955"/>
                  <a:pt x="2046732" y="504301"/>
                  <a:pt x="2046732" y="630555"/>
                </a:cubicBezTo>
                <a:lnTo>
                  <a:pt x="2046351" y="2857500"/>
                </a:lnTo>
                <a:close/>
              </a:path>
            </a:pathLst>
          </a:custGeom>
          <a:solidFill>
            <a:schemeClr val="bg1"/>
          </a:solidFill>
          <a:ln w="9525" cap="flat">
            <a:noFill/>
            <a:prstDash val="solid"/>
            <a:miter/>
          </a:ln>
        </p:spPr>
        <p:txBody>
          <a:bodyPr rtlCol="0" anchor="ctr"/>
          <a:lstStyle/>
          <a:p>
            <a:endParaRPr lang="fr-FR"/>
          </a:p>
        </p:txBody>
      </p:sp>
      <p:cxnSp>
        <p:nvCxnSpPr>
          <p:cNvPr id="57" name="Connecteur droit 56">
            <a:extLst>
              <a:ext uri="{FF2B5EF4-FFF2-40B4-BE49-F238E27FC236}">
                <a16:creationId xmlns:a16="http://schemas.microsoft.com/office/drawing/2014/main" id="{F4D47A22-04D5-1C2E-311A-D6B4652796B1}"/>
              </a:ext>
            </a:extLst>
          </p:cNvPr>
          <p:cNvCxnSpPr/>
          <p:nvPr userDrawn="1"/>
        </p:nvCxnSpPr>
        <p:spPr>
          <a:xfrm>
            <a:off x="1202939" y="4706672"/>
            <a:ext cx="2253939"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64" name="Espace réservé du texte 4">
            <a:extLst>
              <a:ext uri="{FF2B5EF4-FFF2-40B4-BE49-F238E27FC236}">
                <a16:creationId xmlns:a16="http://schemas.microsoft.com/office/drawing/2014/main" id="{5B72CB9D-1D06-3AF5-2452-937725F5C5D8}"/>
              </a:ext>
            </a:extLst>
          </p:cNvPr>
          <p:cNvSpPr>
            <a:spLocks noGrp="1"/>
          </p:cNvSpPr>
          <p:nvPr>
            <p:ph type="body" sz="quarter" idx="21" hasCustomPrompt="1"/>
          </p:nvPr>
        </p:nvSpPr>
        <p:spPr>
          <a:xfrm>
            <a:off x="1537017" y="490060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a:t>firstname.lastname@ovh.com</a:t>
            </a:r>
          </a:p>
        </p:txBody>
      </p:sp>
      <p:sp>
        <p:nvSpPr>
          <p:cNvPr id="66" name="Espace réservé du texte 4">
            <a:extLst>
              <a:ext uri="{FF2B5EF4-FFF2-40B4-BE49-F238E27FC236}">
                <a16:creationId xmlns:a16="http://schemas.microsoft.com/office/drawing/2014/main" id="{3D6B6F01-9BC9-688B-3C6C-78D6D4D4DEE5}"/>
              </a:ext>
            </a:extLst>
          </p:cNvPr>
          <p:cNvSpPr>
            <a:spLocks noGrp="1"/>
          </p:cNvSpPr>
          <p:nvPr>
            <p:ph type="body" sz="quarter" idx="22" hasCustomPrompt="1"/>
          </p:nvPr>
        </p:nvSpPr>
        <p:spPr>
          <a:xfrm>
            <a:off x="1537017" y="525874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a:t>+33 0 00 00 00 00 </a:t>
            </a:r>
          </a:p>
        </p:txBody>
      </p:sp>
      <p:sp>
        <p:nvSpPr>
          <p:cNvPr id="76" name="Ellipse 75">
            <a:extLst>
              <a:ext uri="{FF2B5EF4-FFF2-40B4-BE49-F238E27FC236}">
                <a16:creationId xmlns:a16="http://schemas.microsoft.com/office/drawing/2014/main" id="{1F373509-0560-592D-7698-2196E298FA4B}"/>
              </a:ext>
            </a:extLst>
          </p:cNvPr>
          <p:cNvSpPr/>
          <p:nvPr userDrawn="1"/>
        </p:nvSpPr>
        <p:spPr>
          <a:xfrm>
            <a:off x="8561911" y="2970785"/>
            <a:ext cx="982090" cy="98209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Espace réservé pour une image  25">
            <a:extLst>
              <a:ext uri="{FF2B5EF4-FFF2-40B4-BE49-F238E27FC236}">
                <a16:creationId xmlns:a16="http://schemas.microsoft.com/office/drawing/2014/main" id="{A44E2240-D47F-410E-3DB7-CB3D16D77B5E}"/>
              </a:ext>
            </a:extLst>
          </p:cNvPr>
          <p:cNvSpPr>
            <a:spLocks noGrp="1"/>
          </p:cNvSpPr>
          <p:nvPr>
            <p:ph type="pic" sz="quarter" idx="28" hasCustomPrompt="1"/>
          </p:nvPr>
        </p:nvSpPr>
        <p:spPr>
          <a:xfrm>
            <a:off x="8628537" y="3037109"/>
            <a:ext cx="848838" cy="849444"/>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78" name="Espace réservé du texte 4">
            <a:extLst>
              <a:ext uri="{FF2B5EF4-FFF2-40B4-BE49-F238E27FC236}">
                <a16:creationId xmlns:a16="http://schemas.microsoft.com/office/drawing/2014/main" id="{18ADAE46-C69D-B072-A463-3C8DDB5DEC6E}"/>
              </a:ext>
            </a:extLst>
          </p:cNvPr>
          <p:cNvSpPr>
            <a:spLocks noGrp="1"/>
          </p:cNvSpPr>
          <p:nvPr>
            <p:ph type="body" sz="quarter" idx="29" hasCustomPrompt="1"/>
          </p:nvPr>
        </p:nvSpPr>
        <p:spPr>
          <a:xfrm>
            <a:off x="8574463" y="4086734"/>
            <a:ext cx="2572962" cy="276999"/>
          </a:xfrm>
        </p:spPr>
        <p:txBody>
          <a:bodyPr wrap="square" tIns="0" bIns="0">
            <a:spAutoFit/>
          </a:bodyPr>
          <a:lstStyle>
            <a:lvl1pPr marL="0" indent="0" algn="l">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79" name="Espace réservé du texte 4">
            <a:extLst>
              <a:ext uri="{FF2B5EF4-FFF2-40B4-BE49-F238E27FC236}">
                <a16:creationId xmlns:a16="http://schemas.microsoft.com/office/drawing/2014/main" id="{A22A6A43-34F2-2A81-BB40-DB16A3DE6951}"/>
              </a:ext>
            </a:extLst>
          </p:cNvPr>
          <p:cNvSpPr>
            <a:spLocks noGrp="1"/>
          </p:cNvSpPr>
          <p:nvPr>
            <p:ph type="body" sz="quarter" idx="30" hasCustomPrompt="1"/>
          </p:nvPr>
        </p:nvSpPr>
        <p:spPr>
          <a:xfrm>
            <a:off x="8574463" y="4374975"/>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80" name="Forme libre : forme 79">
            <a:extLst>
              <a:ext uri="{FF2B5EF4-FFF2-40B4-BE49-F238E27FC236}">
                <a16:creationId xmlns:a16="http://schemas.microsoft.com/office/drawing/2014/main" id="{E4543FE1-259E-296B-B412-7F68D2B77B9B}"/>
              </a:ext>
            </a:extLst>
          </p:cNvPr>
          <p:cNvSpPr/>
          <p:nvPr userDrawn="1"/>
        </p:nvSpPr>
        <p:spPr>
          <a:xfrm>
            <a:off x="8582803" y="4912369"/>
            <a:ext cx="201628" cy="148543"/>
          </a:xfrm>
          <a:custGeom>
            <a:avLst/>
            <a:gdLst>
              <a:gd name="connsiteX0" fmla="*/ 0 w 4130650"/>
              <a:gd name="connsiteY0" fmla="*/ 858316 h 3043122"/>
              <a:gd name="connsiteX1" fmla="*/ 1940966 w 4130650"/>
              <a:gd name="connsiteY1" fmla="*/ 2043378 h 3043122"/>
              <a:gd name="connsiteX2" fmla="*/ 2062887 w 4130650"/>
              <a:gd name="connsiteY2" fmla="*/ 2077516 h 3043122"/>
              <a:gd name="connsiteX3" fmla="*/ 2184807 w 4130650"/>
              <a:gd name="connsiteY3" fmla="*/ 2043378 h 3043122"/>
              <a:gd name="connsiteX4" fmla="*/ 4130650 w 4130650"/>
              <a:gd name="connsiteY4" fmla="*/ 858316 h 3043122"/>
              <a:gd name="connsiteX5" fmla="*/ 4130650 w 4130650"/>
              <a:gd name="connsiteY5" fmla="*/ 2433522 h 3043122"/>
              <a:gd name="connsiteX6" fmla="*/ 3521050 w 4130650"/>
              <a:gd name="connsiteY6" fmla="*/ 3043122 h 3043122"/>
              <a:gd name="connsiteX7" fmla="*/ 609600 w 4130650"/>
              <a:gd name="connsiteY7" fmla="*/ 3043122 h 3043122"/>
              <a:gd name="connsiteX8" fmla="*/ 0 w 4130650"/>
              <a:gd name="connsiteY8" fmla="*/ 2433522 h 3043122"/>
              <a:gd name="connsiteX9" fmla="*/ 609600 w 4130650"/>
              <a:gd name="connsiteY9" fmla="*/ 0 h 3043122"/>
              <a:gd name="connsiteX10" fmla="*/ 3521050 w 4130650"/>
              <a:gd name="connsiteY10" fmla="*/ 0 h 3043122"/>
              <a:gd name="connsiteX11" fmla="*/ 4111142 w 4130650"/>
              <a:gd name="connsiteY11" fmla="*/ 477926 h 3043122"/>
              <a:gd name="connsiteX12" fmla="*/ 2067763 w 4130650"/>
              <a:gd name="connsiteY12" fmla="*/ 1726387 h 3043122"/>
              <a:gd name="connsiteX13" fmla="*/ 19507 w 4130650"/>
              <a:gd name="connsiteY13" fmla="*/ 477926 h 3043122"/>
              <a:gd name="connsiteX14" fmla="*/ 609600 w 4130650"/>
              <a:gd name="connsiteY14" fmla="*/ 0 h 304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30650" h="3043122">
                <a:moveTo>
                  <a:pt x="0" y="858316"/>
                </a:moveTo>
                <a:lnTo>
                  <a:pt x="1940966" y="2043378"/>
                </a:lnTo>
                <a:cubicBezTo>
                  <a:pt x="1979981" y="2067762"/>
                  <a:pt x="2023872" y="2077516"/>
                  <a:pt x="2062887" y="2077516"/>
                </a:cubicBezTo>
                <a:cubicBezTo>
                  <a:pt x="2101901" y="2077516"/>
                  <a:pt x="2145792" y="2067762"/>
                  <a:pt x="2184807" y="2043378"/>
                </a:cubicBezTo>
                <a:lnTo>
                  <a:pt x="4130650" y="858316"/>
                </a:lnTo>
                <a:lnTo>
                  <a:pt x="4130650" y="2433522"/>
                </a:lnTo>
                <a:cubicBezTo>
                  <a:pt x="4130650" y="2770022"/>
                  <a:pt x="3857549" y="3043122"/>
                  <a:pt x="3521050" y="3043122"/>
                </a:cubicBezTo>
                <a:lnTo>
                  <a:pt x="609600" y="3043122"/>
                </a:lnTo>
                <a:cubicBezTo>
                  <a:pt x="273101" y="3043122"/>
                  <a:pt x="0" y="2770022"/>
                  <a:pt x="0" y="2433522"/>
                </a:cubicBezTo>
                <a:close/>
                <a:moveTo>
                  <a:pt x="609600" y="0"/>
                </a:moveTo>
                <a:lnTo>
                  <a:pt x="3521050" y="0"/>
                </a:lnTo>
                <a:cubicBezTo>
                  <a:pt x="3808781" y="0"/>
                  <a:pt x="4052621" y="204826"/>
                  <a:pt x="4111142" y="477926"/>
                </a:cubicBezTo>
                <a:lnTo>
                  <a:pt x="2067763" y="1726387"/>
                </a:lnTo>
                <a:lnTo>
                  <a:pt x="19507" y="477926"/>
                </a:lnTo>
                <a:cubicBezTo>
                  <a:pt x="78029" y="204826"/>
                  <a:pt x="321869" y="0"/>
                  <a:pt x="609600" y="0"/>
                </a:cubicBezTo>
                <a:close/>
              </a:path>
            </a:pathLst>
          </a:custGeom>
          <a:solidFill>
            <a:schemeClr val="bg1"/>
          </a:solidFill>
          <a:ln w="9525" cap="flat">
            <a:noFill/>
            <a:prstDash val="solid"/>
            <a:miter/>
          </a:ln>
        </p:spPr>
        <p:txBody>
          <a:bodyPr rtlCol="0" anchor="ctr"/>
          <a:lstStyle/>
          <a:p>
            <a:endParaRPr lang="fr-FR"/>
          </a:p>
        </p:txBody>
      </p:sp>
      <p:sp>
        <p:nvSpPr>
          <p:cNvPr id="81" name="Graphique 31">
            <a:extLst>
              <a:ext uri="{FF2B5EF4-FFF2-40B4-BE49-F238E27FC236}">
                <a16:creationId xmlns:a16="http://schemas.microsoft.com/office/drawing/2014/main" id="{6A932195-A051-186E-DCE1-2AEB680A6725}"/>
              </a:ext>
            </a:extLst>
          </p:cNvPr>
          <p:cNvSpPr/>
          <p:nvPr userDrawn="1"/>
        </p:nvSpPr>
        <p:spPr>
          <a:xfrm>
            <a:off x="8602624" y="5216312"/>
            <a:ext cx="153232" cy="243162"/>
          </a:xfrm>
          <a:custGeom>
            <a:avLst/>
            <a:gdLst>
              <a:gd name="connsiteX0" fmla="*/ 2221230 w 2324100"/>
              <a:gd name="connsiteY0" fmla="*/ 103251 h 3688080"/>
              <a:gd name="connsiteX1" fmla="*/ 2221230 w 2324100"/>
              <a:gd name="connsiteY1" fmla="*/ 102870 h 3688080"/>
              <a:gd name="connsiteX2" fmla="*/ 1973961 w 2324100"/>
              <a:gd name="connsiteY2" fmla="*/ 0 h 3688080"/>
              <a:gd name="connsiteX3" fmla="*/ 349758 w 2324100"/>
              <a:gd name="connsiteY3" fmla="*/ 0 h 3688080"/>
              <a:gd name="connsiteX4" fmla="*/ 0 w 2324100"/>
              <a:gd name="connsiteY4" fmla="*/ 349758 h 3688080"/>
              <a:gd name="connsiteX5" fmla="*/ 0 w 2324100"/>
              <a:gd name="connsiteY5" fmla="*/ 3337941 h 3688080"/>
              <a:gd name="connsiteX6" fmla="*/ 102870 w 2324100"/>
              <a:gd name="connsiteY6" fmla="*/ 3585210 h 3688080"/>
              <a:gd name="connsiteX7" fmla="*/ 349758 w 2324100"/>
              <a:gd name="connsiteY7" fmla="*/ 3688080 h 3688080"/>
              <a:gd name="connsiteX8" fmla="*/ 1974342 w 2324100"/>
              <a:gd name="connsiteY8" fmla="*/ 3688080 h 3688080"/>
              <a:gd name="connsiteX9" fmla="*/ 2221230 w 2324100"/>
              <a:gd name="connsiteY9" fmla="*/ 3585210 h 3688080"/>
              <a:gd name="connsiteX10" fmla="*/ 2324100 w 2324100"/>
              <a:gd name="connsiteY10" fmla="*/ 3338322 h 3688080"/>
              <a:gd name="connsiteX11" fmla="*/ 2324100 w 2324100"/>
              <a:gd name="connsiteY11" fmla="*/ 350139 h 3688080"/>
              <a:gd name="connsiteX12" fmla="*/ 2221230 w 2324100"/>
              <a:gd name="connsiteY12" fmla="*/ 103251 h 3688080"/>
              <a:gd name="connsiteX13" fmla="*/ 1162050 w 2324100"/>
              <a:gd name="connsiteY13" fmla="*/ 3450717 h 3688080"/>
              <a:gd name="connsiteX14" fmla="*/ 1162050 w 2324100"/>
              <a:gd name="connsiteY14" fmla="*/ 3450717 h 3688080"/>
              <a:gd name="connsiteX15" fmla="*/ 1067562 w 2324100"/>
              <a:gd name="connsiteY15" fmla="*/ 3356229 h 3688080"/>
              <a:gd name="connsiteX16" fmla="*/ 1162050 w 2324100"/>
              <a:gd name="connsiteY16" fmla="*/ 3261741 h 3688080"/>
              <a:gd name="connsiteX17" fmla="*/ 1256538 w 2324100"/>
              <a:gd name="connsiteY17" fmla="*/ 3356229 h 3688080"/>
              <a:gd name="connsiteX18" fmla="*/ 1162050 w 2324100"/>
              <a:gd name="connsiteY18" fmla="*/ 3450717 h 3688080"/>
              <a:gd name="connsiteX19" fmla="*/ 2046351 w 2324100"/>
              <a:gd name="connsiteY19" fmla="*/ 2857500 h 3688080"/>
              <a:gd name="connsiteX20" fmla="*/ 1817751 w 2324100"/>
              <a:gd name="connsiteY20" fmla="*/ 3086100 h 3688080"/>
              <a:gd name="connsiteX21" fmla="*/ 505968 w 2324100"/>
              <a:gd name="connsiteY21" fmla="*/ 3086100 h 3688080"/>
              <a:gd name="connsiteX22" fmla="*/ 277368 w 2324100"/>
              <a:gd name="connsiteY22" fmla="*/ 2857500 h 3688080"/>
              <a:gd name="connsiteX23" fmla="*/ 277368 w 2324100"/>
              <a:gd name="connsiteY23" fmla="*/ 630555 h 3688080"/>
              <a:gd name="connsiteX24" fmla="*/ 505968 w 2324100"/>
              <a:gd name="connsiteY24" fmla="*/ 401955 h 3688080"/>
              <a:gd name="connsiteX25" fmla="*/ 1818132 w 2324100"/>
              <a:gd name="connsiteY25" fmla="*/ 401955 h 3688080"/>
              <a:gd name="connsiteX26" fmla="*/ 2046732 w 2324100"/>
              <a:gd name="connsiteY26" fmla="*/ 630555 h 3688080"/>
              <a:gd name="connsiteX27" fmla="*/ 2046351 w 2324100"/>
              <a:gd name="connsiteY27" fmla="*/ 2857500 h 3688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324100" h="3688080">
                <a:moveTo>
                  <a:pt x="2221230" y="103251"/>
                </a:moveTo>
                <a:lnTo>
                  <a:pt x="2221230" y="102870"/>
                </a:lnTo>
                <a:cubicBezTo>
                  <a:pt x="2155765" y="37062"/>
                  <a:pt x="2066782" y="38"/>
                  <a:pt x="1973961" y="0"/>
                </a:cubicBezTo>
                <a:lnTo>
                  <a:pt x="349758" y="0"/>
                </a:lnTo>
                <a:cubicBezTo>
                  <a:pt x="156848" y="629"/>
                  <a:pt x="629" y="156848"/>
                  <a:pt x="0" y="349758"/>
                </a:cubicBezTo>
                <a:lnTo>
                  <a:pt x="0" y="3337941"/>
                </a:lnTo>
                <a:cubicBezTo>
                  <a:pt x="38" y="3430762"/>
                  <a:pt x="37062" y="3519745"/>
                  <a:pt x="102870" y="3585210"/>
                </a:cubicBezTo>
                <a:cubicBezTo>
                  <a:pt x="168240" y="3650923"/>
                  <a:pt x="257070" y="3687937"/>
                  <a:pt x="349758" y="3688080"/>
                </a:cubicBezTo>
                <a:lnTo>
                  <a:pt x="1974342" y="3688080"/>
                </a:lnTo>
                <a:cubicBezTo>
                  <a:pt x="2067030" y="3687937"/>
                  <a:pt x="2155860" y="3650923"/>
                  <a:pt x="2221230" y="3585210"/>
                </a:cubicBezTo>
                <a:cubicBezTo>
                  <a:pt x="2286943" y="3519840"/>
                  <a:pt x="2323957" y="3431010"/>
                  <a:pt x="2324100" y="3338322"/>
                </a:cubicBezTo>
                <a:lnTo>
                  <a:pt x="2324100" y="350139"/>
                </a:lnTo>
                <a:cubicBezTo>
                  <a:pt x="2323957" y="257451"/>
                  <a:pt x="2286943" y="168621"/>
                  <a:pt x="2221230" y="103251"/>
                </a:cubicBezTo>
                <a:close/>
                <a:moveTo>
                  <a:pt x="1162050" y="3450717"/>
                </a:moveTo>
                <a:lnTo>
                  <a:pt x="1162050" y="3450717"/>
                </a:lnTo>
                <a:cubicBezTo>
                  <a:pt x="1109863" y="3450717"/>
                  <a:pt x="1067562" y="3408416"/>
                  <a:pt x="1067562" y="3356229"/>
                </a:cubicBezTo>
                <a:cubicBezTo>
                  <a:pt x="1067562" y="3304042"/>
                  <a:pt x="1109863" y="3261741"/>
                  <a:pt x="1162050" y="3261741"/>
                </a:cubicBezTo>
                <a:cubicBezTo>
                  <a:pt x="1214238" y="3261741"/>
                  <a:pt x="1256538" y="3304042"/>
                  <a:pt x="1256538" y="3356229"/>
                </a:cubicBezTo>
                <a:cubicBezTo>
                  <a:pt x="1256538" y="3408416"/>
                  <a:pt x="1214238" y="3450717"/>
                  <a:pt x="1162050" y="3450717"/>
                </a:cubicBezTo>
                <a:close/>
                <a:moveTo>
                  <a:pt x="2046351" y="2857500"/>
                </a:moveTo>
                <a:cubicBezTo>
                  <a:pt x="2046351" y="2983754"/>
                  <a:pt x="1944005" y="3086100"/>
                  <a:pt x="1817751" y="3086100"/>
                </a:cubicBezTo>
                <a:lnTo>
                  <a:pt x="505968" y="3086100"/>
                </a:lnTo>
                <a:cubicBezTo>
                  <a:pt x="379714" y="3086100"/>
                  <a:pt x="277368" y="2983754"/>
                  <a:pt x="277368" y="2857500"/>
                </a:cubicBezTo>
                <a:lnTo>
                  <a:pt x="277368" y="630555"/>
                </a:lnTo>
                <a:cubicBezTo>
                  <a:pt x="277368" y="504301"/>
                  <a:pt x="379714" y="401955"/>
                  <a:pt x="505968" y="401955"/>
                </a:cubicBezTo>
                <a:lnTo>
                  <a:pt x="1818132" y="401955"/>
                </a:lnTo>
                <a:cubicBezTo>
                  <a:pt x="1944386" y="401955"/>
                  <a:pt x="2046732" y="504301"/>
                  <a:pt x="2046732" y="630555"/>
                </a:cubicBezTo>
                <a:lnTo>
                  <a:pt x="2046351" y="2857500"/>
                </a:lnTo>
                <a:close/>
              </a:path>
            </a:pathLst>
          </a:custGeom>
          <a:solidFill>
            <a:schemeClr val="bg1"/>
          </a:solidFill>
          <a:ln w="9525" cap="flat">
            <a:noFill/>
            <a:prstDash val="solid"/>
            <a:miter/>
          </a:ln>
        </p:spPr>
        <p:txBody>
          <a:bodyPr rtlCol="0" anchor="ctr"/>
          <a:lstStyle/>
          <a:p>
            <a:endParaRPr lang="fr-FR"/>
          </a:p>
        </p:txBody>
      </p:sp>
      <p:cxnSp>
        <p:nvCxnSpPr>
          <p:cNvPr id="82" name="Connecteur droit 81">
            <a:extLst>
              <a:ext uri="{FF2B5EF4-FFF2-40B4-BE49-F238E27FC236}">
                <a16:creationId xmlns:a16="http://schemas.microsoft.com/office/drawing/2014/main" id="{BB7095DD-8FC1-5AD7-F9CF-E1D190C694CD}"/>
              </a:ext>
            </a:extLst>
          </p:cNvPr>
          <p:cNvCxnSpPr/>
          <p:nvPr userDrawn="1"/>
        </p:nvCxnSpPr>
        <p:spPr>
          <a:xfrm>
            <a:off x="8565764" y="4706672"/>
            <a:ext cx="2253939"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83" name="Espace réservé du texte 4">
            <a:extLst>
              <a:ext uri="{FF2B5EF4-FFF2-40B4-BE49-F238E27FC236}">
                <a16:creationId xmlns:a16="http://schemas.microsoft.com/office/drawing/2014/main" id="{48EAEBB6-9394-695E-C316-9FEB1C3D7B19}"/>
              </a:ext>
            </a:extLst>
          </p:cNvPr>
          <p:cNvSpPr>
            <a:spLocks noGrp="1"/>
          </p:cNvSpPr>
          <p:nvPr>
            <p:ph type="body" sz="quarter" idx="31" hasCustomPrompt="1"/>
          </p:nvPr>
        </p:nvSpPr>
        <p:spPr>
          <a:xfrm>
            <a:off x="8899842" y="490060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a:t>firstname.lastname@ovh.com</a:t>
            </a:r>
          </a:p>
        </p:txBody>
      </p:sp>
      <p:sp>
        <p:nvSpPr>
          <p:cNvPr id="84" name="Espace réservé du texte 4">
            <a:extLst>
              <a:ext uri="{FF2B5EF4-FFF2-40B4-BE49-F238E27FC236}">
                <a16:creationId xmlns:a16="http://schemas.microsoft.com/office/drawing/2014/main" id="{F44C5EFF-1A12-AA97-1E75-44D1468EFDDB}"/>
              </a:ext>
            </a:extLst>
          </p:cNvPr>
          <p:cNvSpPr>
            <a:spLocks noGrp="1"/>
          </p:cNvSpPr>
          <p:nvPr>
            <p:ph type="body" sz="quarter" idx="32" hasCustomPrompt="1"/>
          </p:nvPr>
        </p:nvSpPr>
        <p:spPr>
          <a:xfrm>
            <a:off x="8899842" y="525874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a:t>+33 0 00 00 00 00 </a:t>
            </a:r>
          </a:p>
        </p:txBody>
      </p:sp>
      <p:sp>
        <p:nvSpPr>
          <p:cNvPr id="85" name="Titre 1">
            <a:extLst>
              <a:ext uri="{FF2B5EF4-FFF2-40B4-BE49-F238E27FC236}">
                <a16:creationId xmlns:a16="http://schemas.microsoft.com/office/drawing/2014/main" id="{286E90F2-8666-2DE7-6A14-4464149218D6}"/>
              </a:ext>
            </a:extLst>
          </p:cNvPr>
          <p:cNvSpPr>
            <a:spLocks noGrp="1"/>
          </p:cNvSpPr>
          <p:nvPr>
            <p:ph type="title" hasCustomPrompt="1"/>
          </p:nvPr>
        </p:nvSpPr>
        <p:spPr>
          <a:xfrm>
            <a:off x="1199086" y="1807281"/>
            <a:ext cx="4896914" cy="498598"/>
          </a:xfrm>
        </p:spPr>
        <p:txBody>
          <a:bodyPr wrap="square" tIns="0" bIns="0">
            <a:spAutoFit/>
          </a:bodyPr>
          <a:lstStyle>
            <a:lvl1pPr>
              <a:defRPr sz="3600">
                <a:solidFill>
                  <a:schemeClr val="bg1"/>
                </a:solidFill>
              </a:defRPr>
            </a:lvl1pPr>
          </a:lstStyle>
          <a:p>
            <a:r>
              <a:rPr lang="fr-FR"/>
              <a:t>Contacts</a:t>
            </a:r>
            <a:endParaRPr lang="en-US" dirty="0"/>
          </a:p>
        </p:txBody>
      </p:sp>
      <p:sp>
        <p:nvSpPr>
          <p:cNvPr id="5" name="Ellipse 66">
            <a:extLst>
              <a:ext uri="{FF2B5EF4-FFF2-40B4-BE49-F238E27FC236}">
                <a16:creationId xmlns:a16="http://schemas.microsoft.com/office/drawing/2014/main" id="{D8359374-A9DA-5DDA-F8E4-09D9D7D071B9}"/>
              </a:ext>
            </a:extLst>
          </p:cNvPr>
          <p:cNvSpPr/>
          <p:nvPr userDrawn="1"/>
        </p:nvSpPr>
        <p:spPr>
          <a:xfrm>
            <a:off x="4881074" y="2970785"/>
            <a:ext cx="982090" cy="98209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pour une image  25">
            <a:extLst>
              <a:ext uri="{FF2B5EF4-FFF2-40B4-BE49-F238E27FC236}">
                <a16:creationId xmlns:a16="http://schemas.microsoft.com/office/drawing/2014/main" id="{9D608A80-C72E-6B7A-FFE1-DFE7AB991898}"/>
              </a:ext>
            </a:extLst>
          </p:cNvPr>
          <p:cNvSpPr>
            <a:spLocks noGrp="1"/>
          </p:cNvSpPr>
          <p:nvPr>
            <p:ph type="pic" sz="quarter" idx="23" hasCustomPrompt="1"/>
          </p:nvPr>
        </p:nvSpPr>
        <p:spPr>
          <a:xfrm>
            <a:off x="4947124" y="3037109"/>
            <a:ext cx="848838" cy="849444"/>
          </a:xfrm>
          <a:custGeom>
            <a:avLst/>
            <a:gdLst>
              <a:gd name="connsiteX0" fmla="*/ 885190 w 1770380"/>
              <a:gd name="connsiteY0" fmla="*/ 0 h 1771646"/>
              <a:gd name="connsiteX1" fmla="*/ 1770380 w 1770380"/>
              <a:gd name="connsiteY1" fmla="*/ 885823 h 1771646"/>
              <a:gd name="connsiteX2" fmla="*/ 885190 w 1770380"/>
              <a:gd name="connsiteY2" fmla="*/ 1771646 h 1771646"/>
              <a:gd name="connsiteX3" fmla="*/ 0 w 1770380"/>
              <a:gd name="connsiteY3" fmla="*/ 885823 h 1771646"/>
              <a:gd name="connsiteX4" fmla="*/ 885190 w 1770380"/>
              <a:gd name="connsiteY4" fmla="*/ 0 h 177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0380" h="1771646">
                <a:moveTo>
                  <a:pt x="885190" y="0"/>
                </a:moveTo>
                <a:cubicBezTo>
                  <a:pt x="1374067" y="0"/>
                  <a:pt x="1770380" y="396597"/>
                  <a:pt x="1770380" y="885823"/>
                </a:cubicBezTo>
                <a:cubicBezTo>
                  <a:pt x="1770380" y="1375050"/>
                  <a:pt x="1374067" y="1771646"/>
                  <a:pt x="885190" y="1771646"/>
                </a:cubicBezTo>
                <a:cubicBezTo>
                  <a:pt x="396313" y="1771646"/>
                  <a:pt x="0" y="1375050"/>
                  <a:pt x="0" y="885823"/>
                </a:cubicBezTo>
                <a:cubicBezTo>
                  <a:pt x="0" y="396597"/>
                  <a:pt x="396313" y="0"/>
                  <a:pt x="885190" y="0"/>
                </a:cubicBezTo>
                <a:close/>
              </a:path>
            </a:pathLst>
          </a:custGeom>
          <a:solidFill>
            <a:schemeClr val="bg1"/>
          </a:solidFill>
        </p:spPr>
        <p:txBody>
          <a:bodyPr wrap="square" bIns="468000" anchor="ctr">
            <a:noAutofit/>
          </a:bodyPr>
          <a:lstStyle>
            <a:lvl1pPr marL="0" indent="0" algn="ctr">
              <a:buNone/>
              <a:defRPr sz="1200" b="0">
                <a:solidFill>
                  <a:schemeClr val="bg2"/>
                </a:solidFill>
                <a:latin typeface="+mn-lt"/>
              </a:defRPr>
            </a:lvl1pPr>
          </a:lstStyle>
          <a:p>
            <a:r>
              <a:rPr lang="fr-FR"/>
              <a:t>Picture</a:t>
            </a:r>
          </a:p>
        </p:txBody>
      </p:sp>
      <p:sp>
        <p:nvSpPr>
          <p:cNvPr id="8" name="Espace réservé du texte 4">
            <a:extLst>
              <a:ext uri="{FF2B5EF4-FFF2-40B4-BE49-F238E27FC236}">
                <a16:creationId xmlns:a16="http://schemas.microsoft.com/office/drawing/2014/main" id="{E9A34C82-77CA-3ABA-9883-207652BB0D2B}"/>
              </a:ext>
            </a:extLst>
          </p:cNvPr>
          <p:cNvSpPr>
            <a:spLocks noGrp="1"/>
          </p:cNvSpPr>
          <p:nvPr>
            <p:ph type="body" sz="quarter" idx="24" hasCustomPrompt="1"/>
          </p:nvPr>
        </p:nvSpPr>
        <p:spPr>
          <a:xfrm>
            <a:off x="4893051" y="4086734"/>
            <a:ext cx="2884062" cy="276999"/>
          </a:xfrm>
        </p:spPr>
        <p:txBody>
          <a:bodyPr wrap="square" tIns="0" bIns="0">
            <a:spAutoFit/>
          </a:bodyPr>
          <a:lstStyle>
            <a:lvl1pPr marL="0" indent="0" algn="l">
              <a:lnSpc>
                <a:spcPct val="90000"/>
              </a:lnSpc>
              <a:spcBef>
                <a:spcPts val="0"/>
              </a:spcBef>
              <a:buNone/>
              <a:defRPr sz="2000" b="1">
                <a:solidFill>
                  <a:schemeClr val="bg1"/>
                </a:solidFill>
                <a:latin typeface="+mn-lt"/>
                <a:ea typeface="Source Sans Pro SemiBold" panose="020B0603030403020204" pitchFamily="34" charset="0"/>
              </a:defRPr>
            </a:lvl1pPr>
          </a:lstStyle>
          <a:p>
            <a:pPr lvl="0"/>
            <a:r>
              <a:rPr lang="fr-FR" dirty="0"/>
              <a:t>First </a:t>
            </a:r>
            <a:r>
              <a:rPr lang="fr-FR" dirty="0" err="1"/>
              <a:t>name</a:t>
            </a:r>
            <a:r>
              <a:rPr lang="fr-FR" dirty="0"/>
              <a:t> LAST NAME</a:t>
            </a:r>
          </a:p>
        </p:txBody>
      </p:sp>
      <p:sp>
        <p:nvSpPr>
          <p:cNvPr id="9" name="Espace réservé du texte 4">
            <a:extLst>
              <a:ext uri="{FF2B5EF4-FFF2-40B4-BE49-F238E27FC236}">
                <a16:creationId xmlns:a16="http://schemas.microsoft.com/office/drawing/2014/main" id="{006D05A7-61FC-37F4-5B62-3D63B8E041B5}"/>
              </a:ext>
            </a:extLst>
          </p:cNvPr>
          <p:cNvSpPr>
            <a:spLocks noGrp="1"/>
          </p:cNvSpPr>
          <p:nvPr>
            <p:ph type="body" sz="quarter" idx="25" hasCustomPrompt="1"/>
          </p:nvPr>
        </p:nvSpPr>
        <p:spPr>
          <a:xfrm>
            <a:off x="4893051" y="4374975"/>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err="1"/>
              <a:t>Function</a:t>
            </a:r>
            <a:endParaRPr lang="fr-FR" dirty="0"/>
          </a:p>
        </p:txBody>
      </p:sp>
      <p:sp>
        <p:nvSpPr>
          <p:cNvPr id="10" name="Forme libre : forme 70">
            <a:extLst>
              <a:ext uri="{FF2B5EF4-FFF2-40B4-BE49-F238E27FC236}">
                <a16:creationId xmlns:a16="http://schemas.microsoft.com/office/drawing/2014/main" id="{C3F02683-A4B2-C4D2-EB00-C6A754828E9F}"/>
              </a:ext>
            </a:extLst>
          </p:cNvPr>
          <p:cNvSpPr/>
          <p:nvPr userDrawn="1"/>
        </p:nvSpPr>
        <p:spPr>
          <a:xfrm>
            <a:off x="4876219" y="4912369"/>
            <a:ext cx="201628" cy="148543"/>
          </a:xfrm>
          <a:custGeom>
            <a:avLst/>
            <a:gdLst>
              <a:gd name="connsiteX0" fmla="*/ 0 w 4130650"/>
              <a:gd name="connsiteY0" fmla="*/ 858316 h 3043122"/>
              <a:gd name="connsiteX1" fmla="*/ 1940966 w 4130650"/>
              <a:gd name="connsiteY1" fmla="*/ 2043378 h 3043122"/>
              <a:gd name="connsiteX2" fmla="*/ 2062887 w 4130650"/>
              <a:gd name="connsiteY2" fmla="*/ 2077516 h 3043122"/>
              <a:gd name="connsiteX3" fmla="*/ 2184807 w 4130650"/>
              <a:gd name="connsiteY3" fmla="*/ 2043378 h 3043122"/>
              <a:gd name="connsiteX4" fmla="*/ 4130650 w 4130650"/>
              <a:gd name="connsiteY4" fmla="*/ 858316 h 3043122"/>
              <a:gd name="connsiteX5" fmla="*/ 4130650 w 4130650"/>
              <a:gd name="connsiteY5" fmla="*/ 2433522 h 3043122"/>
              <a:gd name="connsiteX6" fmla="*/ 3521050 w 4130650"/>
              <a:gd name="connsiteY6" fmla="*/ 3043122 h 3043122"/>
              <a:gd name="connsiteX7" fmla="*/ 609600 w 4130650"/>
              <a:gd name="connsiteY7" fmla="*/ 3043122 h 3043122"/>
              <a:gd name="connsiteX8" fmla="*/ 0 w 4130650"/>
              <a:gd name="connsiteY8" fmla="*/ 2433522 h 3043122"/>
              <a:gd name="connsiteX9" fmla="*/ 609600 w 4130650"/>
              <a:gd name="connsiteY9" fmla="*/ 0 h 3043122"/>
              <a:gd name="connsiteX10" fmla="*/ 3521050 w 4130650"/>
              <a:gd name="connsiteY10" fmla="*/ 0 h 3043122"/>
              <a:gd name="connsiteX11" fmla="*/ 4111142 w 4130650"/>
              <a:gd name="connsiteY11" fmla="*/ 477926 h 3043122"/>
              <a:gd name="connsiteX12" fmla="*/ 2067763 w 4130650"/>
              <a:gd name="connsiteY12" fmla="*/ 1726387 h 3043122"/>
              <a:gd name="connsiteX13" fmla="*/ 19507 w 4130650"/>
              <a:gd name="connsiteY13" fmla="*/ 477926 h 3043122"/>
              <a:gd name="connsiteX14" fmla="*/ 609600 w 4130650"/>
              <a:gd name="connsiteY14" fmla="*/ 0 h 304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30650" h="3043122">
                <a:moveTo>
                  <a:pt x="0" y="858316"/>
                </a:moveTo>
                <a:lnTo>
                  <a:pt x="1940966" y="2043378"/>
                </a:lnTo>
                <a:cubicBezTo>
                  <a:pt x="1979981" y="2067762"/>
                  <a:pt x="2023872" y="2077516"/>
                  <a:pt x="2062887" y="2077516"/>
                </a:cubicBezTo>
                <a:cubicBezTo>
                  <a:pt x="2101901" y="2077516"/>
                  <a:pt x="2145792" y="2067762"/>
                  <a:pt x="2184807" y="2043378"/>
                </a:cubicBezTo>
                <a:lnTo>
                  <a:pt x="4130650" y="858316"/>
                </a:lnTo>
                <a:lnTo>
                  <a:pt x="4130650" y="2433522"/>
                </a:lnTo>
                <a:cubicBezTo>
                  <a:pt x="4130650" y="2770022"/>
                  <a:pt x="3857549" y="3043122"/>
                  <a:pt x="3521050" y="3043122"/>
                </a:cubicBezTo>
                <a:lnTo>
                  <a:pt x="609600" y="3043122"/>
                </a:lnTo>
                <a:cubicBezTo>
                  <a:pt x="273101" y="3043122"/>
                  <a:pt x="0" y="2770022"/>
                  <a:pt x="0" y="2433522"/>
                </a:cubicBezTo>
                <a:close/>
                <a:moveTo>
                  <a:pt x="609600" y="0"/>
                </a:moveTo>
                <a:lnTo>
                  <a:pt x="3521050" y="0"/>
                </a:lnTo>
                <a:cubicBezTo>
                  <a:pt x="3808781" y="0"/>
                  <a:pt x="4052621" y="204826"/>
                  <a:pt x="4111142" y="477926"/>
                </a:cubicBezTo>
                <a:lnTo>
                  <a:pt x="2067763" y="1726387"/>
                </a:lnTo>
                <a:lnTo>
                  <a:pt x="19507" y="477926"/>
                </a:lnTo>
                <a:cubicBezTo>
                  <a:pt x="78029" y="204826"/>
                  <a:pt x="321869" y="0"/>
                  <a:pt x="609600" y="0"/>
                </a:cubicBezTo>
                <a:close/>
              </a:path>
            </a:pathLst>
          </a:custGeom>
          <a:solidFill>
            <a:schemeClr val="bg1"/>
          </a:solidFill>
          <a:ln w="9525" cap="flat">
            <a:noFill/>
            <a:prstDash val="solid"/>
            <a:miter/>
          </a:ln>
        </p:spPr>
        <p:txBody>
          <a:bodyPr rtlCol="0" anchor="ctr"/>
          <a:lstStyle/>
          <a:p>
            <a:endParaRPr lang="fr-FR"/>
          </a:p>
        </p:txBody>
      </p:sp>
      <p:sp>
        <p:nvSpPr>
          <p:cNvPr id="11" name="Graphique 31">
            <a:extLst>
              <a:ext uri="{FF2B5EF4-FFF2-40B4-BE49-F238E27FC236}">
                <a16:creationId xmlns:a16="http://schemas.microsoft.com/office/drawing/2014/main" id="{B1FDC9CB-8590-3708-6C8B-0FB99C9E7EAB}"/>
              </a:ext>
            </a:extLst>
          </p:cNvPr>
          <p:cNvSpPr/>
          <p:nvPr userDrawn="1"/>
        </p:nvSpPr>
        <p:spPr>
          <a:xfrm>
            <a:off x="4896040" y="5216312"/>
            <a:ext cx="153232" cy="243162"/>
          </a:xfrm>
          <a:custGeom>
            <a:avLst/>
            <a:gdLst>
              <a:gd name="connsiteX0" fmla="*/ 2221230 w 2324100"/>
              <a:gd name="connsiteY0" fmla="*/ 103251 h 3688080"/>
              <a:gd name="connsiteX1" fmla="*/ 2221230 w 2324100"/>
              <a:gd name="connsiteY1" fmla="*/ 102870 h 3688080"/>
              <a:gd name="connsiteX2" fmla="*/ 1973961 w 2324100"/>
              <a:gd name="connsiteY2" fmla="*/ 0 h 3688080"/>
              <a:gd name="connsiteX3" fmla="*/ 349758 w 2324100"/>
              <a:gd name="connsiteY3" fmla="*/ 0 h 3688080"/>
              <a:gd name="connsiteX4" fmla="*/ 0 w 2324100"/>
              <a:gd name="connsiteY4" fmla="*/ 349758 h 3688080"/>
              <a:gd name="connsiteX5" fmla="*/ 0 w 2324100"/>
              <a:gd name="connsiteY5" fmla="*/ 3337941 h 3688080"/>
              <a:gd name="connsiteX6" fmla="*/ 102870 w 2324100"/>
              <a:gd name="connsiteY6" fmla="*/ 3585210 h 3688080"/>
              <a:gd name="connsiteX7" fmla="*/ 349758 w 2324100"/>
              <a:gd name="connsiteY7" fmla="*/ 3688080 h 3688080"/>
              <a:gd name="connsiteX8" fmla="*/ 1974342 w 2324100"/>
              <a:gd name="connsiteY8" fmla="*/ 3688080 h 3688080"/>
              <a:gd name="connsiteX9" fmla="*/ 2221230 w 2324100"/>
              <a:gd name="connsiteY9" fmla="*/ 3585210 h 3688080"/>
              <a:gd name="connsiteX10" fmla="*/ 2324100 w 2324100"/>
              <a:gd name="connsiteY10" fmla="*/ 3338322 h 3688080"/>
              <a:gd name="connsiteX11" fmla="*/ 2324100 w 2324100"/>
              <a:gd name="connsiteY11" fmla="*/ 350139 h 3688080"/>
              <a:gd name="connsiteX12" fmla="*/ 2221230 w 2324100"/>
              <a:gd name="connsiteY12" fmla="*/ 103251 h 3688080"/>
              <a:gd name="connsiteX13" fmla="*/ 1162050 w 2324100"/>
              <a:gd name="connsiteY13" fmla="*/ 3450717 h 3688080"/>
              <a:gd name="connsiteX14" fmla="*/ 1162050 w 2324100"/>
              <a:gd name="connsiteY14" fmla="*/ 3450717 h 3688080"/>
              <a:gd name="connsiteX15" fmla="*/ 1067562 w 2324100"/>
              <a:gd name="connsiteY15" fmla="*/ 3356229 h 3688080"/>
              <a:gd name="connsiteX16" fmla="*/ 1162050 w 2324100"/>
              <a:gd name="connsiteY16" fmla="*/ 3261741 h 3688080"/>
              <a:gd name="connsiteX17" fmla="*/ 1256538 w 2324100"/>
              <a:gd name="connsiteY17" fmla="*/ 3356229 h 3688080"/>
              <a:gd name="connsiteX18" fmla="*/ 1162050 w 2324100"/>
              <a:gd name="connsiteY18" fmla="*/ 3450717 h 3688080"/>
              <a:gd name="connsiteX19" fmla="*/ 2046351 w 2324100"/>
              <a:gd name="connsiteY19" fmla="*/ 2857500 h 3688080"/>
              <a:gd name="connsiteX20" fmla="*/ 1817751 w 2324100"/>
              <a:gd name="connsiteY20" fmla="*/ 3086100 h 3688080"/>
              <a:gd name="connsiteX21" fmla="*/ 505968 w 2324100"/>
              <a:gd name="connsiteY21" fmla="*/ 3086100 h 3688080"/>
              <a:gd name="connsiteX22" fmla="*/ 277368 w 2324100"/>
              <a:gd name="connsiteY22" fmla="*/ 2857500 h 3688080"/>
              <a:gd name="connsiteX23" fmla="*/ 277368 w 2324100"/>
              <a:gd name="connsiteY23" fmla="*/ 630555 h 3688080"/>
              <a:gd name="connsiteX24" fmla="*/ 505968 w 2324100"/>
              <a:gd name="connsiteY24" fmla="*/ 401955 h 3688080"/>
              <a:gd name="connsiteX25" fmla="*/ 1818132 w 2324100"/>
              <a:gd name="connsiteY25" fmla="*/ 401955 h 3688080"/>
              <a:gd name="connsiteX26" fmla="*/ 2046732 w 2324100"/>
              <a:gd name="connsiteY26" fmla="*/ 630555 h 3688080"/>
              <a:gd name="connsiteX27" fmla="*/ 2046351 w 2324100"/>
              <a:gd name="connsiteY27" fmla="*/ 2857500 h 3688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324100" h="3688080">
                <a:moveTo>
                  <a:pt x="2221230" y="103251"/>
                </a:moveTo>
                <a:lnTo>
                  <a:pt x="2221230" y="102870"/>
                </a:lnTo>
                <a:cubicBezTo>
                  <a:pt x="2155765" y="37062"/>
                  <a:pt x="2066782" y="38"/>
                  <a:pt x="1973961" y="0"/>
                </a:cubicBezTo>
                <a:lnTo>
                  <a:pt x="349758" y="0"/>
                </a:lnTo>
                <a:cubicBezTo>
                  <a:pt x="156848" y="629"/>
                  <a:pt x="629" y="156848"/>
                  <a:pt x="0" y="349758"/>
                </a:cubicBezTo>
                <a:lnTo>
                  <a:pt x="0" y="3337941"/>
                </a:lnTo>
                <a:cubicBezTo>
                  <a:pt x="38" y="3430762"/>
                  <a:pt x="37062" y="3519745"/>
                  <a:pt x="102870" y="3585210"/>
                </a:cubicBezTo>
                <a:cubicBezTo>
                  <a:pt x="168240" y="3650923"/>
                  <a:pt x="257070" y="3687937"/>
                  <a:pt x="349758" y="3688080"/>
                </a:cubicBezTo>
                <a:lnTo>
                  <a:pt x="1974342" y="3688080"/>
                </a:lnTo>
                <a:cubicBezTo>
                  <a:pt x="2067030" y="3687937"/>
                  <a:pt x="2155860" y="3650923"/>
                  <a:pt x="2221230" y="3585210"/>
                </a:cubicBezTo>
                <a:cubicBezTo>
                  <a:pt x="2286943" y="3519840"/>
                  <a:pt x="2323957" y="3431010"/>
                  <a:pt x="2324100" y="3338322"/>
                </a:cubicBezTo>
                <a:lnTo>
                  <a:pt x="2324100" y="350139"/>
                </a:lnTo>
                <a:cubicBezTo>
                  <a:pt x="2323957" y="257451"/>
                  <a:pt x="2286943" y="168621"/>
                  <a:pt x="2221230" y="103251"/>
                </a:cubicBezTo>
                <a:close/>
                <a:moveTo>
                  <a:pt x="1162050" y="3450717"/>
                </a:moveTo>
                <a:lnTo>
                  <a:pt x="1162050" y="3450717"/>
                </a:lnTo>
                <a:cubicBezTo>
                  <a:pt x="1109863" y="3450717"/>
                  <a:pt x="1067562" y="3408416"/>
                  <a:pt x="1067562" y="3356229"/>
                </a:cubicBezTo>
                <a:cubicBezTo>
                  <a:pt x="1067562" y="3304042"/>
                  <a:pt x="1109863" y="3261741"/>
                  <a:pt x="1162050" y="3261741"/>
                </a:cubicBezTo>
                <a:cubicBezTo>
                  <a:pt x="1214238" y="3261741"/>
                  <a:pt x="1256538" y="3304042"/>
                  <a:pt x="1256538" y="3356229"/>
                </a:cubicBezTo>
                <a:cubicBezTo>
                  <a:pt x="1256538" y="3408416"/>
                  <a:pt x="1214238" y="3450717"/>
                  <a:pt x="1162050" y="3450717"/>
                </a:cubicBezTo>
                <a:close/>
                <a:moveTo>
                  <a:pt x="2046351" y="2857500"/>
                </a:moveTo>
                <a:cubicBezTo>
                  <a:pt x="2046351" y="2983754"/>
                  <a:pt x="1944005" y="3086100"/>
                  <a:pt x="1817751" y="3086100"/>
                </a:cubicBezTo>
                <a:lnTo>
                  <a:pt x="505968" y="3086100"/>
                </a:lnTo>
                <a:cubicBezTo>
                  <a:pt x="379714" y="3086100"/>
                  <a:pt x="277368" y="2983754"/>
                  <a:pt x="277368" y="2857500"/>
                </a:cubicBezTo>
                <a:lnTo>
                  <a:pt x="277368" y="630555"/>
                </a:lnTo>
                <a:cubicBezTo>
                  <a:pt x="277368" y="504301"/>
                  <a:pt x="379714" y="401955"/>
                  <a:pt x="505968" y="401955"/>
                </a:cubicBezTo>
                <a:lnTo>
                  <a:pt x="1818132" y="401955"/>
                </a:lnTo>
                <a:cubicBezTo>
                  <a:pt x="1944386" y="401955"/>
                  <a:pt x="2046732" y="504301"/>
                  <a:pt x="2046732" y="630555"/>
                </a:cubicBezTo>
                <a:lnTo>
                  <a:pt x="2046351" y="2857500"/>
                </a:lnTo>
                <a:close/>
              </a:path>
            </a:pathLst>
          </a:custGeom>
          <a:solidFill>
            <a:schemeClr val="bg1"/>
          </a:solidFill>
          <a:ln w="9525" cap="flat">
            <a:noFill/>
            <a:prstDash val="solid"/>
            <a:miter/>
          </a:ln>
        </p:spPr>
        <p:txBody>
          <a:bodyPr rtlCol="0" anchor="ctr"/>
          <a:lstStyle/>
          <a:p>
            <a:endParaRPr lang="fr-FR"/>
          </a:p>
        </p:txBody>
      </p:sp>
      <p:cxnSp>
        <p:nvCxnSpPr>
          <p:cNvPr id="12" name="Connecteur droit 72">
            <a:extLst>
              <a:ext uri="{FF2B5EF4-FFF2-40B4-BE49-F238E27FC236}">
                <a16:creationId xmlns:a16="http://schemas.microsoft.com/office/drawing/2014/main" id="{5D8281C8-DD33-3AAF-B264-530DD044BB3C}"/>
              </a:ext>
            </a:extLst>
          </p:cNvPr>
          <p:cNvCxnSpPr>
            <a:cxnSpLocks/>
          </p:cNvCxnSpPr>
          <p:nvPr userDrawn="1"/>
        </p:nvCxnSpPr>
        <p:spPr>
          <a:xfrm>
            <a:off x="4893051" y="4706672"/>
            <a:ext cx="2253939"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3" name="Espace réservé du texte 4">
            <a:extLst>
              <a:ext uri="{FF2B5EF4-FFF2-40B4-BE49-F238E27FC236}">
                <a16:creationId xmlns:a16="http://schemas.microsoft.com/office/drawing/2014/main" id="{15C6AA5B-D61C-706C-28B7-5E7E5193444B}"/>
              </a:ext>
            </a:extLst>
          </p:cNvPr>
          <p:cNvSpPr>
            <a:spLocks noGrp="1"/>
          </p:cNvSpPr>
          <p:nvPr>
            <p:ph type="body" sz="quarter" idx="26" hasCustomPrompt="1"/>
          </p:nvPr>
        </p:nvSpPr>
        <p:spPr>
          <a:xfrm>
            <a:off x="5193258" y="490060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a:t>firstname.lastname@ovh.com</a:t>
            </a:r>
          </a:p>
        </p:txBody>
      </p:sp>
      <p:sp>
        <p:nvSpPr>
          <p:cNvPr id="14" name="Espace réservé du texte 4">
            <a:extLst>
              <a:ext uri="{FF2B5EF4-FFF2-40B4-BE49-F238E27FC236}">
                <a16:creationId xmlns:a16="http://schemas.microsoft.com/office/drawing/2014/main" id="{396B71E5-3A73-9400-42B4-F20490A41686}"/>
              </a:ext>
            </a:extLst>
          </p:cNvPr>
          <p:cNvSpPr>
            <a:spLocks noGrp="1"/>
          </p:cNvSpPr>
          <p:nvPr>
            <p:ph type="body" sz="quarter" idx="27" hasCustomPrompt="1"/>
          </p:nvPr>
        </p:nvSpPr>
        <p:spPr>
          <a:xfrm>
            <a:off x="5193258" y="5258743"/>
            <a:ext cx="2345150" cy="166199"/>
          </a:xfrm>
        </p:spPr>
        <p:txBody>
          <a:bodyPr wrap="square" tIns="0" bIns="0">
            <a:spAutoFit/>
          </a:bodyPr>
          <a:lstStyle>
            <a:lvl1pPr marL="0" indent="0" algn="l">
              <a:lnSpc>
                <a:spcPct val="90000"/>
              </a:lnSpc>
              <a:spcBef>
                <a:spcPts val="0"/>
              </a:spcBef>
              <a:buNone/>
              <a:defRPr sz="1200" b="0">
                <a:solidFill>
                  <a:schemeClr val="bg1"/>
                </a:solidFill>
                <a:latin typeface="+mn-lt"/>
                <a:ea typeface="Source Sans Pro SemiBold" panose="020B0603030403020204" pitchFamily="34" charset="0"/>
              </a:defRPr>
            </a:lvl1pPr>
          </a:lstStyle>
          <a:p>
            <a:pPr lvl="0"/>
            <a:r>
              <a:rPr lang="fr-FR" dirty="0"/>
              <a:t>+33 0 00 00 00 00 </a:t>
            </a:r>
          </a:p>
        </p:txBody>
      </p:sp>
    </p:spTree>
    <p:extLst>
      <p:ext uri="{BB962C8B-B14F-4D97-AF65-F5344CB8AC3E}">
        <p14:creationId xmlns:p14="http://schemas.microsoft.com/office/powerpoint/2010/main" val="18221822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xt + Free (Whi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E612B-7586-F068-5191-7BA08DB66C09}"/>
              </a:ext>
            </a:extLst>
          </p:cNvPr>
          <p:cNvSpPr>
            <a:spLocks noGrp="1"/>
          </p:cNvSpPr>
          <p:nvPr>
            <p:ph type="title" hasCustomPrompt="1"/>
          </p:nvPr>
        </p:nvSpPr>
        <p:spPr>
          <a:xfrm>
            <a:off x="274638" y="270549"/>
            <a:ext cx="11689338" cy="452432"/>
          </a:xfrm>
        </p:spPr>
        <p:txBody>
          <a:bodyPr/>
          <a:lstStyle>
            <a:lvl1pPr>
              <a:defRPr/>
            </a:lvl1pPr>
          </a:lstStyle>
          <a:p>
            <a:r>
              <a:rPr lang="fr-FR"/>
              <a:t>Title of the slide</a:t>
            </a:r>
            <a:endParaRPr lang="en-US" dirty="0"/>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5984"/>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5984"/>
            <a:ext cx="2743200" cy="365125"/>
          </a:xfrm>
        </p:spPr>
        <p:txBody>
          <a:bodyPr/>
          <a:lstStyle/>
          <a:p>
            <a:fld id="{79AF822A-40E7-450E-BBE0-3EB502F51B07}" type="slidenum">
              <a:rPr lang="en-US" smtClean="0"/>
              <a:t>‹N°›</a:t>
            </a:fld>
            <a:endParaRPr lang="en-US"/>
          </a:p>
        </p:txBody>
      </p:sp>
      <p:sp>
        <p:nvSpPr>
          <p:cNvPr id="7" name="Espace réservé du texte 5">
            <a:extLst>
              <a:ext uri="{FF2B5EF4-FFF2-40B4-BE49-F238E27FC236}">
                <a16:creationId xmlns:a16="http://schemas.microsoft.com/office/drawing/2014/main" id="{4F89B7F0-4CAB-E05B-C1E5-8F59FA8F1832}"/>
              </a:ext>
            </a:extLst>
          </p:cNvPr>
          <p:cNvSpPr>
            <a:spLocks noGrp="1"/>
          </p:cNvSpPr>
          <p:nvPr>
            <p:ph type="body" sz="quarter" idx="13" hasCustomPrompt="1"/>
          </p:nvPr>
        </p:nvSpPr>
        <p:spPr>
          <a:xfrm>
            <a:off x="274638" y="694608"/>
            <a:ext cx="11689338" cy="313932"/>
          </a:xfrm>
        </p:spPr>
        <p:txBody>
          <a:bodyPr wrap="square">
            <a:spAutoFit/>
          </a:bodyPr>
          <a:lstStyle>
            <a:lvl1pPr marL="0" indent="0">
              <a:buNone/>
              <a:defRPr b="0"/>
            </a:lvl1pPr>
          </a:lstStyle>
          <a:p>
            <a:pPr lvl="0"/>
            <a:r>
              <a:rPr lang="fr-FR"/>
              <a:t>Subtitle of the slide</a:t>
            </a:r>
            <a:endParaRPr lang="fr-FR" dirty="0"/>
          </a:p>
        </p:txBody>
      </p:sp>
    </p:spTree>
    <p:extLst>
      <p:ext uri="{BB962C8B-B14F-4D97-AF65-F5344CB8AC3E}">
        <p14:creationId xmlns:p14="http://schemas.microsoft.com/office/powerpoint/2010/main" val="35151479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Txt + Free (With grey bar bottom)">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ED9B7D-3B59-83FA-84BB-4D376D479A5D}"/>
              </a:ext>
            </a:extLst>
          </p:cNvPr>
          <p:cNvSpPr/>
          <p:nvPr userDrawn="1"/>
        </p:nvSpPr>
        <p:spPr>
          <a:xfrm>
            <a:off x="11366500" y="1"/>
            <a:ext cx="8255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Espace réservé du pied de page 2">
            <a:extLst>
              <a:ext uri="{FF2B5EF4-FFF2-40B4-BE49-F238E27FC236}">
                <a16:creationId xmlns:a16="http://schemas.microsoft.com/office/drawing/2014/main" id="{6FB72F35-2046-49EE-87AF-EFBB9368B9C3}"/>
              </a:ext>
            </a:extLst>
          </p:cNvPr>
          <p:cNvSpPr>
            <a:spLocks noGrp="1"/>
          </p:cNvSpPr>
          <p:nvPr>
            <p:ph type="ftr" sz="quarter" idx="10"/>
          </p:nvPr>
        </p:nvSpPr>
        <p:spPr>
          <a:xfrm>
            <a:off x="1511300" y="6385984"/>
            <a:ext cx="7099300" cy="365125"/>
          </a:xfrm>
        </p:spPr>
        <p:txBody>
          <a:bodyPr/>
          <a:lstStyle/>
          <a:p>
            <a:r>
              <a:rPr lang="en-US"/>
              <a:t>Name of the document</a:t>
            </a:r>
            <a:endParaRPr lang="en-US" dirty="0"/>
          </a:p>
        </p:txBody>
      </p:sp>
      <p:sp>
        <p:nvSpPr>
          <p:cNvPr id="5" name="Freeform 1">
            <a:extLst>
              <a:ext uri="{FF2B5EF4-FFF2-40B4-BE49-F238E27FC236}">
                <a16:creationId xmlns:a16="http://schemas.microsoft.com/office/drawing/2014/main" id="{F335B824-2666-3BB0-4247-39FB34FC4D6B}"/>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cxnSp>
        <p:nvCxnSpPr>
          <p:cNvPr id="6" name="Connecteur droit 5">
            <a:extLst>
              <a:ext uri="{FF2B5EF4-FFF2-40B4-BE49-F238E27FC236}">
                <a16:creationId xmlns:a16="http://schemas.microsoft.com/office/drawing/2014/main" id="{28E820E1-A230-1D57-A086-8EDC9355E9BB}"/>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sp>
        <p:nvSpPr>
          <p:cNvPr id="8" name="Espace réservé du numéro de diapositive 5">
            <a:extLst>
              <a:ext uri="{FF2B5EF4-FFF2-40B4-BE49-F238E27FC236}">
                <a16:creationId xmlns:a16="http://schemas.microsoft.com/office/drawing/2014/main" id="{C648071B-F917-CA0F-B58C-5E40B787B085}"/>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rgbClr val="636369"/>
                </a:solidFill>
              </a:defRPr>
            </a:lvl1pPr>
          </a:lstStyle>
          <a:p>
            <a:fld id="{79AF822A-40E7-450E-BBE0-3EB502F51B07}" type="slidenum">
              <a:rPr lang="en-US" smtClean="0"/>
              <a:pPr/>
              <a:t>‹N°›</a:t>
            </a:fld>
            <a:endParaRPr lang="en-US" dirty="0"/>
          </a:p>
        </p:txBody>
      </p:sp>
      <p:sp>
        <p:nvSpPr>
          <p:cNvPr id="9" name="Titre 1">
            <a:extLst>
              <a:ext uri="{FF2B5EF4-FFF2-40B4-BE49-F238E27FC236}">
                <a16:creationId xmlns:a16="http://schemas.microsoft.com/office/drawing/2014/main" id="{4744AC1E-1ABE-477C-F7F2-F89CA137DCE2}"/>
              </a:ext>
            </a:extLst>
          </p:cNvPr>
          <p:cNvSpPr>
            <a:spLocks noGrp="1"/>
          </p:cNvSpPr>
          <p:nvPr>
            <p:ph type="title" hasCustomPrompt="1"/>
          </p:nvPr>
        </p:nvSpPr>
        <p:spPr>
          <a:xfrm>
            <a:off x="274638" y="270549"/>
            <a:ext cx="11689338" cy="452432"/>
          </a:xfrm>
        </p:spPr>
        <p:txBody>
          <a:bodyPr/>
          <a:lstStyle>
            <a:lvl1pPr>
              <a:defRPr/>
            </a:lvl1pPr>
          </a:lstStyle>
          <a:p>
            <a:r>
              <a:rPr lang="fr-FR"/>
              <a:t>Title of the slide</a:t>
            </a:r>
            <a:endParaRPr lang="en-US" dirty="0"/>
          </a:p>
        </p:txBody>
      </p:sp>
      <p:sp>
        <p:nvSpPr>
          <p:cNvPr id="10" name="Espace réservé du texte 5">
            <a:extLst>
              <a:ext uri="{FF2B5EF4-FFF2-40B4-BE49-F238E27FC236}">
                <a16:creationId xmlns:a16="http://schemas.microsoft.com/office/drawing/2014/main" id="{F9EFA56A-EA51-D671-35CA-22ED3F91054B}"/>
              </a:ext>
            </a:extLst>
          </p:cNvPr>
          <p:cNvSpPr>
            <a:spLocks noGrp="1"/>
          </p:cNvSpPr>
          <p:nvPr>
            <p:ph type="body" sz="quarter" idx="13" hasCustomPrompt="1"/>
          </p:nvPr>
        </p:nvSpPr>
        <p:spPr>
          <a:xfrm>
            <a:off x="274638" y="694608"/>
            <a:ext cx="11689338" cy="313932"/>
          </a:xfrm>
        </p:spPr>
        <p:txBody>
          <a:bodyPr wrap="square">
            <a:spAutoFit/>
          </a:bodyPr>
          <a:lstStyle>
            <a:lvl1pPr marL="0" indent="0">
              <a:buNone/>
              <a:defRPr b="0"/>
            </a:lvl1pPr>
          </a:lstStyle>
          <a:p>
            <a:pPr lvl="0"/>
            <a:r>
              <a:rPr lang="fr-FR"/>
              <a:t>Subtitle of the slide</a:t>
            </a:r>
            <a:endParaRPr lang="fr-FR" dirty="0"/>
          </a:p>
        </p:txBody>
      </p:sp>
    </p:spTree>
    <p:extLst>
      <p:ext uri="{BB962C8B-B14F-4D97-AF65-F5344CB8AC3E}">
        <p14:creationId xmlns:p14="http://schemas.microsoft.com/office/powerpoint/2010/main" val="39174902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xt + Free (With grey bar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F2A463-89E1-AA08-71C7-8E0E7CD4BA36}"/>
              </a:ext>
            </a:extLst>
          </p:cNvPr>
          <p:cNvSpPr/>
          <p:nvPr userDrawn="1"/>
        </p:nvSpPr>
        <p:spPr>
          <a:xfrm>
            <a:off x="0" y="5972175"/>
            <a:ext cx="12192000" cy="88582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pied de page 2">
            <a:extLst>
              <a:ext uri="{FF2B5EF4-FFF2-40B4-BE49-F238E27FC236}">
                <a16:creationId xmlns:a16="http://schemas.microsoft.com/office/drawing/2014/main" id="{340ECAC2-ED96-4877-E2F7-E0741545F740}"/>
              </a:ext>
            </a:extLst>
          </p:cNvPr>
          <p:cNvSpPr>
            <a:spLocks noGrp="1"/>
          </p:cNvSpPr>
          <p:nvPr>
            <p:ph type="ftr" sz="quarter" idx="10"/>
          </p:nvPr>
        </p:nvSpPr>
        <p:spPr>
          <a:xfrm>
            <a:off x="1511300" y="6385984"/>
            <a:ext cx="7099300" cy="365125"/>
          </a:xfrm>
        </p:spPr>
        <p:txBody>
          <a:bodyPr/>
          <a:lstStyle/>
          <a:p>
            <a:r>
              <a:rPr lang="en-US"/>
              <a:t>Name of the document</a:t>
            </a:r>
            <a:endParaRPr lang="en-US" dirty="0"/>
          </a:p>
        </p:txBody>
      </p:sp>
      <p:sp>
        <p:nvSpPr>
          <p:cNvPr id="4" name="Espace réservé du numéro de diapositive 3">
            <a:extLst>
              <a:ext uri="{FF2B5EF4-FFF2-40B4-BE49-F238E27FC236}">
                <a16:creationId xmlns:a16="http://schemas.microsoft.com/office/drawing/2014/main" id="{D98E8C08-00A1-B5B1-EF3C-394BC59DEC29}"/>
              </a:ext>
            </a:extLst>
          </p:cNvPr>
          <p:cNvSpPr>
            <a:spLocks noGrp="1"/>
          </p:cNvSpPr>
          <p:nvPr>
            <p:ph type="sldNum" sz="quarter" idx="11"/>
          </p:nvPr>
        </p:nvSpPr>
        <p:spPr>
          <a:xfrm>
            <a:off x="9220776" y="6385984"/>
            <a:ext cx="2743200" cy="365125"/>
          </a:xfrm>
        </p:spPr>
        <p:txBody>
          <a:bodyPr/>
          <a:lstStyle/>
          <a:p>
            <a:fld id="{79AF822A-40E7-450E-BBE0-3EB502F51B07}" type="slidenum">
              <a:rPr lang="en-US" smtClean="0"/>
              <a:t>‹N°›</a:t>
            </a:fld>
            <a:endParaRPr lang="en-US"/>
          </a:p>
        </p:txBody>
      </p:sp>
      <p:sp>
        <p:nvSpPr>
          <p:cNvPr id="6" name="Titre 1">
            <a:extLst>
              <a:ext uri="{FF2B5EF4-FFF2-40B4-BE49-F238E27FC236}">
                <a16:creationId xmlns:a16="http://schemas.microsoft.com/office/drawing/2014/main" id="{FFDD4B49-BDEF-6F3E-F3DF-D4F7DD92E46F}"/>
              </a:ext>
            </a:extLst>
          </p:cNvPr>
          <p:cNvSpPr>
            <a:spLocks noGrp="1"/>
          </p:cNvSpPr>
          <p:nvPr>
            <p:ph type="title" hasCustomPrompt="1"/>
          </p:nvPr>
        </p:nvSpPr>
        <p:spPr>
          <a:xfrm>
            <a:off x="274638" y="270549"/>
            <a:ext cx="11689338" cy="452432"/>
          </a:xfrm>
        </p:spPr>
        <p:txBody>
          <a:bodyPr/>
          <a:lstStyle>
            <a:lvl1pPr>
              <a:defRPr/>
            </a:lvl1pPr>
          </a:lstStyle>
          <a:p>
            <a:r>
              <a:rPr lang="fr-FR"/>
              <a:t>Title of the slide</a:t>
            </a:r>
            <a:endParaRPr lang="en-US" dirty="0"/>
          </a:p>
        </p:txBody>
      </p:sp>
      <p:sp>
        <p:nvSpPr>
          <p:cNvPr id="8" name="Espace réservé du texte 5">
            <a:extLst>
              <a:ext uri="{FF2B5EF4-FFF2-40B4-BE49-F238E27FC236}">
                <a16:creationId xmlns:a16="http://schemas.microsoft.com/office/drawing/2014/main" id="{77334E12-E0F5-EED2-D7CF-D42E6BBC3B0B}"/>
              </a:ext>
            </a:extLst>
          </p:cNvPr>
          <p:cNvSpPr>
            <a:spLocks noGrp="1"/>
          </p:cNvSpPr>
          <p:nvPr>
            <p:ph type="body" sz="quarter" idx="13" hasCustomPrompt="1"/>
          </p:nvPr>
        </p:nvSpPr>
        <p:spPr>
          <a:xfrm>
            <a:off x="274638" y="694608"/>
            <a:ext cx="11689338" cy="313932"/>
          </a:xfrm>
        </p:spPr>
        <p:txBody>
          <a:bodyPr wrap="square">
            <a:spAutoFit/>
          </a:bodyPr>
          <a:lstStyle>
            <a:lvl1pPr marL="0" indent="0">
              <a:buNone/>
              <a:defRPr b="0"/>
            </a:lvl1pPr>
          </a:lstStyle>
          <a:p>
            <a:pPr lvl="0"/>
            <a:r>
              <a:rPr lang="fr-FR"/>
              <a:t>Subtitle of the slide</a:t>
            </a:r>
            <a:endParaRPr lang="fr-FR" dirty="0"/>
          </a:p>
        </p:txBody>
      </p:sp>
      <p:sp>
        <p:nvSpPr>
          <p:cNvPr id="5" name="Freeform 1">
            <a:extLst>
              <a:ext uri="{FF2B5EF4-FFF2-40B4-BE49-F238E27FC236}">
                <a16:creationId xmlns:a16="http://schemas.microsoft.com/office/drawing/2014/main" id="{50D8AA1B-A47A-AA52-22CA-448E6D1A645E}"/>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cxnSp>
        <p:nvCxnSpPr>
          <p:cNvPr id="7" name="Connecteur droit 6">
            <a:extLst>
              <a:ext uri="{FF2B5EF4-FFF2-40B4-BE49-F238E27FC236}">
                <a16:creationId xmlns:a16="http://schemas.microsoft.com/office/drawing/2014/main" id="{034095CD-89C7-C3B5-550E-B3DD0A6B958D}"/>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9048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Txt + Free (Blue)">
    <p:bg>
      <p:bgPr>
        <a:solidFill>
          <a:schemeClr val="tx1"/>
        </a:solidFill>
        <a:effectLst/>
      </p:bgPr>
    </p:bg>
    <p:spTree>
      <p:nvGrpSpPr>
        <p:cNvPr id="1" name=""/>
        <p:cNvGrpSpPr/>
        <p:nvPr/>
      </p:nvGrpSpPr>
      <p:grpSpPr>
        <a:xfrm>
          <a:off x="0" y="0"/>
          <a:ext cx="0" cy="0"/>
          <a:chOff x="0" y="0"/>
          <a:chExt cx="0" cy="0"/>
        </a:xfrm>
      </p:grpSpPr>
      <p:sp>
        <p:nvSpPr>
          <p:cNvPr id="3" name="Freeform 1">
            <a:extLst>
              <a:ext uri="{FF2B5EF4-FFF2-40B4-BE49-F238E27FC236}">
                <a16:creationId xmlns:a16="http://schemas.microsoft.com/office/drawing/2014/main" id="{6CC83162-20EB-0DA9-7286-4EF6795D20E1}"/>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bg1"/>
          </a:solidFill>
          <a:ln w="9525" cap="flat">
            <a:noFill/>
            <a:prstDash val="solid"/>
            <a:miter/>
          </a:ln>
        </p:spPr>
        <p:txBody>
          <a:bodyPr rtlCol="0" anchor="ctr"/>
          <a:lstStyle/>
          <a:p>
            <a:endParaRPr lang="fr-FR"/>
          </a:p>
        </p:txBody>
      </p:sp>
      <p:sp>
        <p:nvSpPr>
          <p:cNvPr id="4" name="Espace réservé du pied de page 3">
            <a:extLst>
              <a:ext uri="{FF2B5EF4-FFF2-40B4-BE49-F238E27FC236}">
                <a16:creationId xmlns:a16="http://schemas.microsoft.com/office/drawing/2014/main" id="{EE11DC54-8995-0943-F664-6368E5429D83}"/>
              </a:ext>
            </a:extLst>
          </p:cNvPr>
          <p:cNvSpPr>
            <a:spLocks noGrp="1"/>
          </p:cNvSpPr>
          <p:nvPr>
            <p:ph type="ftr" sz="quarter" idx="10"/>
          </p:nvPr>
        </p:nvSpPr>
        <p:spPr>
          <a:xfrm>
            <a:off x="1511300" y="6385984"/>
            <a:ext cx="7099300" cy="365125"/>
          </a:xfrm>
        </p:spPr>
        <p:txBody>
          <a:bodyPr/>
          <a:lstStyle>
            <a:lvl1pPr>
              <a:defRPr>
                <a:solidFill>
                  <a:schemeClr val="bg1"/>
                </a:solidFill>
              </a:defRPr>
            </a:lvl1pPr>
          </a:lstStyle>
          <a:p>
            <a:r>
              <a:rPr lang="fr-FR"/>
              <a:t>Name of the document</a:t>
            </a:r>
            <a:endParaRPr lang="en-US" dirty="0"/>
          </a:p>
        </p:txBody>
      </p:sp>
      <p:cxnSp>
        <p:nvCxnSpPr>
          <p:cNvPr id="6" name="Connecteur droit 5">
            <a:extLst>
              <a:ext uri="{FF2B5EF4-FFF2-40B4-BE49-F238E27FC236}">
                <a16:creationId xmlns:a16="http://schemas.microsoft.com/office/drawing/2014/main" id="{511CBAD7-041F-760A-7F7A-4AD850B5A70E}"/>
              </a:ext>
            </a:extLst>
          </p:cNvPr>
          <p:cNvCxnSpPr>
            <a:cxnSpLocks/>
          </p:cNvCxnSpPr>
          <p:nvPr userDrawn="1"/>
        </p:nvCxnSpPr>
        <p:spPr>
          <a:xfrm>
            <a:off x="1506537" y="6436895"/>
            <a:ext cx="0" cy="200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596EB13A-0FAA-514D-5679-586CA7926450}"/>
              </a:ext>
            </a:extLst>
          </p:cNvPr>
          <p:cNvSpPr>
            <a:spLocks noGrp="1"/>
          </p:cNvSpPr>
          <p:nvPr>
            <p:ph type="sldNum" sz="quarter" idx="4"/>
          </p:nvPr>
        </p:nvSpPr>
        <p:spPr>
          <a:xfrm>
            <a:off x="9220776" y="6385984"/>
            <a:ext cx="2743200" cy="365125"/>
          </a:xfrm>
          <a:prstGeom prst="rect">
            <a:avLst/>
          </a:prstGeom>
        </p:spPr>
        <p:txBody>
          <a:bodyPr vert="horz" lIns="91440" tIns="45720" rIns="91440" bIns="45720" rtlCol="0" anchor="ctr"/>
          <a:lstStyle>
            <a:lvl1pPr algn="r">
              <a:defRPr sz="1000">
                <a:solidFill>
                  <a:schemeClr val="bg1"/>
                </a:solidFill>
              </a:defRPr>
            </a:lvl1pPr>
          </a:lstStyle>
          <a:p>
            <a:fld id="{79AF822A-40E7-450E-BBE0-3EB502F51B07}" type="slidenum">
              <a:rPr lang="en-US" smtClean="0"/>
              <a:pPr/>
              <a:t>‹N°›</a:t>
            </a:fld>
            <a:endParaRPr lang="en-US" dirty="0"/>
          </a:p>
        </p:txBody>
      </p:sp>
      <p:sp>
        <p:nvSpPr>
          <p:cNvPr id="8" name="Titre 1">
            <a:extLst>
              <a:ext uri="{FF2B5EF4-FFF2-40B4-BE49-F238E27FC236}">
                <a16:creationId xmlns:a16="http://schemas.microsoft.com/office/drawing/2014/main" id="{E0915C7E-DF5F-052A-107B-F0B8A9A4E946}"/>
              </a:ext>
            </a:extLst>
          </p:cNvPr>
          <p:cNvSpPr>
            <a:spLocks noGrp="1"/>
          </p:cNvSpPr>
          <p:nvPr>
            <p:ph type="title" hasCustomPrompt="1"/>
          </p:nvPr>
        </p:nvSpPr>
        <p:spPr>
          <a:xfrm>
            <a:off x="274637" y="270549"/>
            <a:ext cx="11689331" cy="452432"/>
          </a:xfrm>
        </p:spPr>
        <p:txBody>
          <a:bodyPr/>
          <a:lstStyle>
            <a:lvl1pPr>
              <a:defRPr>
                <a:solidFill>
                  <a:schemeClr val="bg1"/>
                </a:solidFill>
              </a:defRPr>
            </a:lvl1pPr>
          </a:lstStyle>
          <a:p>
            <a:r>
              <a:rPr lang="fr-FR"/>
              <a:t>Title of the slide</a:t>
            </a:r>
            <a:endParaRPr lang="en-US" dirty="0"/>
          </a:p>
        </p:txBody>
      </p:sp>
      <p:sp>
        <p:nvSpPr>
          <p:cNvPr id="9" name="Espace réservé du texte 5">
            <a:extLst>
              <a:ext uri="{FF2B5EF4-FFF2-40B4-BE49-F238E27FC236}">
                <a16:creationId xmlns:a16="http://schemas.microsoft.com/office/drawing/2014/main" id="{46F526D0-6E19-DAF3-5A09-F1BE8DF07355}"/>
              </a:ext>
            </a:extLst>
          </p:cNvPr>
          <p:cNvSpPr>
            <a:spLocks noGrp="1"/>
          </p:cNvSpPr>
          <p:nvPr>
            <p:ph type="body" sz="quarter" idx="13" hasCustomPrompt="1"/>
          </p:nvPr>
        </p:nvSpPr>
        <p:spPr>
          <a:xfrm>
            <a:off x="274637" y="694608"/>
            <a:ext cx="11689331" cy="313932"/>
          </a:xfrm>
        </p:spPr>
        <p:txBody>
          <a:bodyPr wrap="square">
            <a:spAutoFit/>
          </a:bodyPr>
          <a:lstStyle>
            <a:lvl1pPr marL="0" indent="0">
              <a:buNone/>
              <a:defRPr b="0">
                <a:solidFill>
                  <a:schemeClr val="bg1"/>
                </a:solidFill>
              </a:defRPr>
            </a:lvl1pPr>
          </a:lstStyle>
          <a:p>
            <a:pPr lvl="0"/>
            <a:r>
              <a:rPr lang="fr-FR"/>
              <a:t>Subtitle of the slide</a:t>
            </a:r>
            <a:endParaRPr lang="fr-FR" dirty="0"/>
          </a:p>
        </p:txBody>
      </p:sp>
    </p:spTree>
    <p:extLst>
      <p:ext uri="{BB962C8B-B14F-4D97-AF65-F5344CB8AC3E}">
        <p14:creationId xmlns:p14="http://schemas.microsoft.com/office/powerpoint/2010/main" val="8290559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Instructions">
    <p:bg>
      <p:bgPr>
        <a:solidFill>
          <a:schemeClr val="tx1">
            <a:lumMod val="50000"/>
          </a:schemeClr>
        </a:solidFill>
        <a:effectLst/>
      </p:bgPr>
    </p:bg>
    <p:spTree>
      <p:nvGrpSpPr>
        <p:cNvPr id="1" name=""/>
        <p:cNvGrpSpPr/>
        <p:nvPr/>
      </p:nvGrpSpPr>
      <p:grpSpPr>
        <a:xfrm>
          <a:off x="0" y="0"/>
          <a:ext cx="0" cy="0"/>
          <a:chOff x="0" y="0"/>
          <a:chExt cx="0" cy="0"/>
        </a:xfrm>
      </p:grpSpPr>
      <p:sp>
        <p:nvSpPr>
          <p:cNvPr id="53" name="Graphique 6">
            <a:extLst>
              <a:ext uri="{FF2B5EF4-FFF2-40B4-BE49-F238E27FC236}">
                <a16:creationId xmlns:a16="http://schemas.microsoft.com/office/drawing/2014/main" id="{7FC7B554-286D-6E38-97AF-1838C377D748}"/>
              </a:ext>
            </a:extLst>
          </p:cNvPr>
          <p:cNvSpPr/>
          <p:nvPr userDrawn="1"/>
        </p:nvSpPr>
        <p:spPr>
          <a:xfrm flipH="1">
            <a:off x="276225" y="276225"/>
            <a:ext cx="304800" cy="304800"/>
          </a:xfrm>
          <a:custGeom>
            <a:avLst/>
            <a:gdLst>
              <a:gd name="connsiteX0" fmla="*/ 4318000 w 4876800"/>
              <a:gd name="connsiteY0" fmla="*/ 0 h 4876800"/>
              <a:gd name="connsiteX1" fmla="*/ 558800 w 4876800"/>
              <a:gd name="connsiteY1" fmla="*/ 0 h 4876800"/>
              <a:gd name="connsiteX2" fmla="*/ 0 w 4876800"/>
              <a:gd name="connsiteY2" fmla="*/ 558800 h 4876800"/>
              <a:gd name="connsiteX3" fmla="*/ 0 w 4876800"/>
              <a:gd name="connsiteY3" fmla="*/ 3302000 h 4876800"/>
              <a:gd name="connsiteX4" fmla="*/ 558800 w 4876800"/>
              <a:gd name="connsiteY4" fmla="*/ 3860800 h 4876800"/>
              <a:gd name="connsiteX5" fmla="*/ 812800 w 4876800"/>
              <a:gd name="connsiteY5" fmla="*/ 3860800 h 4876800"/>
              <a:gd name="connsiteX6" fmla="*/ 812800 w 4876800"/>
              <a:gd name="connsiteY6" fmla="*/ 4724400 h 4876800"/>
              <a:gd name="connsiteX7" fmla="*/ 906882 w 4876800"/>
              <a:gd name="connsiteY7" fmla="*/ 4865218 h 4876800"/>
              <a:gd name="connsiteX8" fmla="*/ 965200 w 4876800"/>
              <a:gd name="connsiteY8" fmla="*/ 4876800 h 4876800"/>
              <a:gd name="connsiteX9" fmla="*/ 1072896 w 4876800"/>
              <a:gd name="connsiteY9" fmla="*/ 4832096 h 4876800"/>
              <a:gd name="connsiteX10" fmla="*/ 2044192 w 4876800"/>
              <a:gd name="connsiteY10" fmla="*/ 3860800 h 4876800"/>
              <a:gd name="connsiteX11" fmla="*/ 4318000 w 4876800"/>
              <a:gd name="connsiteY11" fmla="*/ 3860800 h 4876800"/>
              <a:gd name="connsiteX12" fmla="*/ 4876800 w 4876800"/>
              <a:gd name="connsiteY12" fmla="*/ 3302000 h 4876800"/>
              <a:gd name="connsiteX13" fmla="*/ 4876800 w 4876800"/>
              <a:gd name="connsiteY13" fmla="*/ 558800 h 4876800"/>
              <a:gd name="connsiteX14" fmla="*/ 4318000 w 4876800"/>
              <a:gd name="connsiteY14" fmla="*/ 0 h 4876800"/>
              <a:gd name="connsiteX15" fmla="*/ 2852928 w 4876800"/>
              <a:gd name="connsiteY15" fmla="*/ 2822651 h 4876800"/>
              <a:gd name="connsiteX16" fmla="*/ 2625344 w 4876800"/>
              <a:gd name="connsiteY16" fmla="*/ 3048203 h 4876800"/>
              <a:gd name="connsiteX17" fmla="*/ 2251456 w 4876800"/>
              <a:gd name="connsiteY17" fmla="*/ 3048203 h 4876800"/>
              <a:gd name="connsiteX18" fmla="*/ 2023872 w 4876800"/>
              <a:gd name="connsiteY18" fmla="*/ 2786075 h 4876800"/>
              <a:gd name="connsiteX19" fmla="*/ 2023872 w 4876800"/>
              <a:gd name="connsiteY19" fmla="*/ 2676347 h 4876800"/>
              <a:gd name="connsiteX20" fmla="*/ 2852928 w 4876800"/>
              <a:gd name="connsiteY20" fmla="*/ 2676347 h 4876800"/>
              <a:gd name="connsiteX21" fmla="*/ 3017520 w 4876800"/>
              <a:gd name="connsiteY21" fmla="*/ 2221179 h 4876800"/>
              <a:gd name="connsiteX22" fmla="*/ 2859024 w 4876800"/>
              <a:gd name="connsiteY22" fmla="*/ 2473147 h 4876800"/>
              <a:gd name="connsiteX23" fmla="*/ 2019808 w 4876800"/>
              <a:gd name="connsiteY23" fmla="*/ 2473147 h 4876800"/>
              <a:gd name="connsiteX24" fmla="*/ 1871472 w 4876800"/>
              <a:gd name="connsiteY24" fmla="*/ 2231339 h 4876800"/>
              <a:gd name="connsiteX25" fmla="*/ 1524000 w 4876800"/>
              <a:gd name="connsiteY25" fmla="*/ 1499819 h 4876800"/>
              <a:gd name="connsiteX26" fmla="*/ 2424176 w 4876800"/>
              <a:gd name="connsiteY26" fmla="*/ 609803 h 4876800"/>
              <a:gd name="connsiteX27" fmla="*/ 3082544 w 4876800"/>
              <a:gd name="connsiteY27" fmla="*/ 873963 h 4876800"/>
              <a:gd name="connsiteX28" fmla="*/ 3352800 w 4876800"/>
              <a:gd name="connsiteY28" fmla="*/ 1518107 h 4876800"/>
              <a:gd name="connsiteX29" fmla="*/ 3017520 w 4876800"/>
              <a:gd name="connsiteY29" fmla="*/ 2221179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76800" h="4876800">
                <a:moveTo>
                  <a:pt x="4318000" y="0"/>
                </a:moveTo>
                <a:lnTo>
                  <a:pt x="558800" y="0"/>
                </a:lnTo>
                <a:cubicBezTo>
                  <a:pt x="250546" y="0"/>
                  <a:pt x="0" y="250546"/>
                  <a:pt x="0" y="558800"/>
                </a:cubicBezTo>
                <a:lnTo>
                  <a:pt x="0" y="3302000"/>
                </a:lnTo>
                <a:cubicBezTo>
                  <a:pt x="0" y="3610255"/>
                  <a:pt x="250546" y="3860800"/>
                  <a:pt x="558800" y="3860800"/>
                </a:cubicBezTo>
                <a:lnTo>
                  <a:pt x="812800" y="3860800"/>
                </a:lnTo>
                <a:lnTo>
                  <a:pt x="812800" y="4724400"/>
                </a:lnTo>
                <a:cubicBezTo>
                  <a:pt x="812800" y="4785970"/>
                  <a:pt x="849986" y="4841647"/>
                  <a:pt x="906882" y="4865218"/>
                </a:cubicBezTo>
                <a:cubicBezTo>
                  <a:pt x="925779" y="4872940"/>
                  <a:pt x="945490" y="4876800"/>
                  <a:pt x="965200" y="4876800"/>
                </a:cubicBezTo>
                <a:cubicBezTo>
                  <a:pt x="1004824" y="4876800"/>
                  <a:pt x="1043838" y="4861357"/>
                  <a:pt x="1072896" y="4832096"/>
                </a:cubicBezTo>
                <a:lnTo>
                  <a:pt x="2044192" y="3860800"/>
                </a:lnTo>
                <a:lnTo>
                  <a:pt x="4318000" y="3860800"/>
                </a:lnTo>
                <a:cubicBezTo>
                  <a:pt x="4626255" y="3860800"/>
                  <a:pt x="4876800" y="3610255"/>
                  <a:pt x="4876800" y="3302000"/>
                </a:cubicBezTo>
                <a:lnTo>
                  <a:pt x="4876800" y="558800"/>
                </a:lnTo>
                <a:cubicBezTo>
                  <a:pt x="4876800" y="250546"/>
                  <a:pt x="4626255" y="0"/>
                  <a:pt x="4318000" y="0"/>
                </a:cubicBezTo>
                <a:close/>
                <a:moveTo>
                  <a:pt x="2852928" y="2822651"/>
                </a:moveTo>
                <a:cubicBezTo>
                  <a:pt x="2852928" y="2946603"/>
                  <a:pt x="2751328" y="3048203"/>
                  <a:pt x="2625344" y="3048203"/>
                </a:cubicBezTo>
                <a:lnTo>
                  <a:pt x="2251456" y="3048203"/>
                </a:lnTo>
                <a:cubicBezTo>
                  <a:pt x="2141728" y="3048203"/>
                  <a:pt x="2023872" y="2966923"/>
                  <a:pt x="2023872" y="2786075"/>
                </a:cubicBezTo>
                <a:lnTo>
                  <a:pt x="2023872" y="2676347"/>
                </a:lnTo>
                <a:lnTo>
                  <a:pt x="2852928" y="2676347"/>
                </a:lnTo>
                <a:close/>
                <a:moveTo>
                  <a:pt x="3017520" y="2221179"/>
                </a:moveTo>
                <a:cubicBezTo>
                  <a:pt x="2932176" y="2290267"/>
                  <a:pt x="2877312" y="2379675"/>
                  <a:pt x="2859024" y="2473147"/>
                </a:cubicBezTo>
                <a:lnTo>
                  <a:pt x="2019808" y="2473147"/>
                </a:lnTo>
                <a:cubicBezTo>
                  <a:pt x="2005584" y="2381707"/>
                  <a:pt x="1954784" y="2296363"/>
                  <a:pt x="1871472" y="2231339"/>
                </a:cubicBezTo>
                <a:cubicBezTo>
                  <a:pt x="1645920" y="2054555"/>
                  <a:pt x="1517904" y="1788363"/>
                  <a:pt x="1524000" y="1499819"/>
                </a:cubicBezTo>
                <a:cubicBezTo>
                  <a:pt x="1534160" y="1016203"/>
                  <a:pt x="1938528" y="615899"/>
                  <a:pt x="2424176" y="609803"/>
                </a:cubicBezTo>
                <a:cubicBezTo>
                  <a:pt x="2670048" y="603707"/>
                  <a:pt x="2905760" y="699211"/>
                  <a:pt x="3082544" y="873963"/>
                </a:cubicBezTo>
                <a:cubicBezTo>
                  <a:pt x="3257296" y="1044651"/>
                  <a:pt x="3352800" y="1274267"/>
                  <a:pt x="3352800" y="1518107"/>
                </a:cubicBezTo>
                <a:cubicBezTo>
                  <a:pt x="3352800" y="1792427"/>
                  <a:pt x="3231083" y="2048459"/>
                  <a:pt x="3017520" y="2221179"/>
                </a:cubicBezTo>
                <a:close/>
              </a:path>
            </a:pathLst>
          </a:custGeom>
          <a:solidFill>
            <a:schemeClr val="accent5"/>
          </a:solidFill>
          <a:ln w="12700" cap="flat" cmpd="sng" algn="ctr">
            <a:noFill/>
            <a:prstDash val="solid"/>
            <a:miter lim="800000"/>
          </a:ln>
          <a:effectLst/>
        </p:spPr>
        <p:txBody>
          <a:bodyPr bIns="576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000" b="0" i="0" u="none" strike="noStrike" kern="0" cap="all" spc="400" normalizeH="0" baseline="0" noProof="0" dirty="0">
              <a:ln>
                <a:noFill/>
              </a:ln>
              <a:solidFill>
                <a:srgbClr val="FFFFFF"/>
              </a:solidFill>
              <a:effectLst/>
              <a:uLnTx/>
              <a:uFillTx/>
              <a:latin typeface="Source Sans Pro" panose="020B0503030403020204" pitchFamily="34" charset="0"/>
              <a:ea typeface="+mn-ea"/>
              <a:cs typeface="+mn-cs"/>
            </a:endParaRPr>
          </a:p>
        </p:txBody>
      </p:sp>
      <p:cxnSp>
        <p:nvCxnSpPr>
          <p:cNvPr id="56" name="Connecteur droit 55">
            <a:extLst>
              <a:ext uri="{FF2B5EF4-FFF2-40B4-BE49-F238E27FC236}">
                <a16:creationId xmlns:a16="http://schemas.microsoft.com/office/drawing/2014/main" id="{F4B3EE14-EACE-EDC7-A531-9E116D7E72CB}"/>
              </a:ext>
            </a:extLst>
          </p:cNvPr>
          <p:cNvCxnSpPr>
            <a:cxnSpLocks/>
          </p:cNvCxnSpPr>
          <p:nvPr userDrawn="1"/>
        </p:nvCxnSpPr>
        <p:spPr>
          <a:xfrm>
            <a:off x="3752850" y="581025"/>
            <a:ext cx="0" cy="5457825"/>
          </a:xfrm>
          <a:prstGeom prst="line">
            <a:avLst/>
          </a:prstGeom>
          <a:noFill/>
          <a:ln w="6350" cap="flat" cmpd="sng" algn="ctr">
            <a:solidFill>
              <a:srgbClr val="000000">
                <a:alpha val="50000"/>
              </a:srgbClr>
            </a:solidFill>
            <a:prstDash val="solid"/>
            <a:miter lim="800000"/>
          </a:ln>
          <a:effectLst/>
        </p:spPr>
      </p:cxnSp>
      <p:pic>
        <p:nvPicPr>
          <p:cNvPr id="35" name="Image 23">
            <a:extLst>
              <a:ext uri="{FF2B5EF4-FFF2-40B4-BE49-F238E27FC236}">
                <a16:creationId xmlns:a16="http://schemas.microsoft.com/office/drawing/2014/main" id="{FAF6B959-FCD5-D28A-DCC2-140F7DCBF7AC}"/>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1575385" y="1008942"/>
            <a:ext cx="220980" cy="218808"/>
          </a:xfrm>
          <a:prstGeom prst="rect">
            <a:avLst/>
          </a:prstGeom>
        </p:spPr>
      </p:pic>
      <p:sp>
        <p:nvSpPr>
          <p:cNvPr id="2" name="Rectangle 1">
            <a:extLst>
              <a:ext uri="{FF2B5EF4-FFF2-40B4-BE49-F238E27FC236}">
                <a16:creationId xmlns:a16="http://schemas.microsoft.com/office/drawing/2014/main" id="{B44021DC-60E9-BCE4-692B-1E6AADF8B250}"/>
              </a:ext>
            </a:extLst>
          </p:cNvPr>
          <p:cNvSpPr/>
          <p:nvPr userDrawn="1"/>
        </p:nvSpPr>
        <p:spPr>
          <a:xfrm>
            <a:off x="10210607" y="523414"/>
            <a:ext cx="1496694" cy="16192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5"/>
              </a:buClr>
            </a:pPr>
            <a:r>
              <a:rPr lang="fr-FR" sz="800" b="1" dirty="0">
                <a:solidFill>
                  <a:schemeClr val="accent5"/>
                </a:solidFill>
                <a:latin typeface="Source Sans Pro" panose="020B0503030403020204" pitchFamily="34" charset="0"/>
              </a:rPr>
              <a:t>"</a:t>
            </a:r>
            <a:r>
              <a:rPr lang="fr-FR" sz="800" b="1" dirty="0" err="1">
                <a:solidFill>
                  <a:schemeClr val="accent5"/>
                </a:solidFill>
                <a:latin typeface="Source Sans Pro" panose="020B0503030403020204" pitchFamily="34" charset="0"/>
              </a:rPr>
              <a:t>Reproduce</a:t>
            </a:r>
            <a:r>
              <a:rPr lang="fr-FR" sz="800" b="1" dirty="0">
                <a:solidFill>
                  <a:schemeClr val="accent5"/>
                </a:solidFill>
                <a:latin typeface="Source Sans Pro" panose="020B0503030403020204" pitchFamily="34" charset="0"/>
              </a:rPr>
              <a:t> </a:t>
            </a:r>
            <a:r>
              <a:rPr lang="fr-FR" sz="800" b="1" dirty="0" err="1">
                <a:solidFill>
                  <a:schemeClr val="accent5"/>
                </a:solidFill>
                <a:latin typeface="Source Sans Pro" panose="020B0503030403020204" pitchFamily="34" charset="0"/>
              </a:rPr>
              <a:t>layout</a:t>
            </a:r>
            <a:r>
              <a:rPr lang="fr-FR" sz="800" b="1" dirty="0">
                <a:solidFill>
                  <a:schemeClr val="accent5"/>
                </a:solidFill>
                <a:latin typeface="Source Sans Pro" panose="020B0503030403020204" pitchFamily="34" charset="0"/>
              </a:rPr>
              <a:t>" </a:t>
            </a:r>
            <a:r>
              <a:rPr lang="fr-FR" sz="800" b="1" dirty="0" err="1">
                <a:solidFill>
                  <a:schemeClr val="accent5"/>
                </a:solidFill>
                <a:latin typeface="Source Sans Pro" panose="020B0503030403020204" pitchFamily="34" charset="0"/>
              </a:rPr>
              <a:t>tool</a:t>
            </a:r>
            <a:endParaRPr lang="fr-FR" sz="800" b="1" dirty="0">
              <a:solidFill>
                <a:schemeClr val="accent5"/>
              </a:solidFill>
              <a:latin typeface="Source Sans Pro" panose="020B0503030403020204" pitchFamily="34" charset="0"/>
            </a:endParaRP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Select the </a:t>
            </a:r>
            <a:r>
              <a:rPr lang="fr-FR" sz="700" dirty="0" err="1">
                <a:solidFill>
                  <a:schemeClr val="bg1"/>
                </a:solidFill>
                <a:latin typeface="Source Sans Pro" panose="020B0503030403020204" pitchFamily="34" charset="0"/>
              </a:rPr>
              <a:t>desired</a:t>
            </a:r>
            <a:r>
              <a:rPr lang="fr-FR" sz="700" dirty="0">
                <a:solidFill>
                  <a:schemeClr val="bg1"/>
                </a:solidFill>
                <a:latin typeface="Source Sans Pro" panose="020B0503030403020204" pitchFamily="34" charset="0"/>
              </a:rPr>
              <a:t> </a:t>
            </a:r>
            <a:r>
              <a:rPr lang="fr-FR" sz="700" dirty="0" err="1">
                <a:solidFill>
                  <a:schemeClr val="bg1"/>
                </a:solidFill>
                <a:latin typeface="Source Sans Pro" panose="020B0503030403020204" pitchFamily="34" charset="0"/>
              </a:rPr>
              <a:t>shape</a:t>
            </a:r>
            <a:r>
              <a:rPr lang="fr-FR" sz="700" dirty="0">
                <a:solidFill>
                  <a:schemeClr val="bg1"/>
                </a:solidFill>
                <a:latin typeface="Source Sans Pro" panose="020B0503030403020204" pitchFamily="34" charset="0"/>
              </a:rPr>
              <a:t> </a:t>
            </a:r>
            <a:br>
              <a:rPr lang="fr-FR" sz="700" dirty="0">
                <a:solidFill>
                  <a:schemeClr val="bg1"/>
                </a:solidFill>
                <a:latin typeface="Source Sans Pro" panose="020B0503030403020204" pitchFamily="34" charset="0"/>
              </a:rPr>
            </a:br>
            <a:r>
              <a:rPr lang="fr-FR" sz="700" dirty="0">
                <a:solidFill>
                  <a:schemeClr val="bg1"/>
                </a:solidFill>
                <a:latin typeface="Source Sans Pro" panose="020B0503030403020204" pitchFamily="34" charset="0"/>
              </a:rPr>
              <a:t>or </a:t>
            </a:r>
            <a:r>
              <a:rPr lang="fr-FR" sz="700" dirty="0" err="1">
                <a:solidFill>
                  <a:schemeClr val="bg1"/>
                </a:solidFill>
                <a:latin typeface="Source Sans Pro" panose="020B0503030403020204" pitchFamily="34" charset="0"/>
              </a:rPr>
              <a:t>text</a:t>
            </a:r>
            <a:endParaRPr lang="fr-FR" sz="700" dirty="0">
              <a:solidFill>
                <a:schemeClr val="bg1"/>
              </a:solidFill>
              <a:latin typeface="Source Sans Pro" panose="020B0503030403020204" pitchFamily="34" charset="0"/>
            </a:endParaRP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Click on the "Copy </a:t>
            </a:r>
            <a:r>
              <a:rPr lang="fr-FR" sz="700" dirty="0" err="1">
                <a:solidFill>
                  <a:schemeClr val="bg1"/>
                </a:solidFill>
                <a:latin typeface="Source Sans Pro" panose="020B0503030403020204" pitchFamily="34" charset="0"/>
              </a:rPr>
              <a:t>layout</a:t>
            </a:r>
            <a:r>
              <a:rPr lang="fr-FR" sz="700" dirty="0">
                <a:solidFill>
                  <a:schemeClr val="bg1"/>
                </a:solidFill>
                <a:latin typeface="Source Sans Pro" panose="020B0503030403020204" pitchFamily="34" charset="0"/>
              </a:rPr>
              <a:t>" </a:t>
            </a:r>
            <a:r>
              <a:rPr lang="fr-FR" sz="700" dirty="0" err="1">
                <a:solidFill>
                  <a:schemeClr val="bg1"/>
                </a:solidFill>
                <a:latin typeface="Source Sans Pro" panose="020B0503030403020204" pitchFamily="34" charset="0"/>
              </a:rPr>
              <a:t>icon</a:t>
            </a:r>
            <a:endParaRPr lang="fr-FR" sz="700" dirty="0">
              <a:solidFill>
                <a:schemeClr val="bg1"/>
              </a:solidFill>
              <a:latin typeface="Source Sans Pro" panose="020B0503030403020204" pitchFamily="34" charset="0"/>
            </a:endParaRPr>
          </a:p>
          <a:p>
            <a:pPr marL="171450" indent="-171450">
              <a:spcAft>
                <a:spcPts val="300"/>
              </a:spcAft>
              <a:buClr>
                <a:schemeClr val="accent5"/>
              </a:buClr>
              <a:buFont typeface="Wingdings 3" panose="05040102010807070707" pitchFamily="18" charset="2"/>
              <a:buChar char=""/>
            </a:pPr>
            <a:r>
              <a:rPr lang="en-US" sz="700" dirty="0">
                <a:solidFill>
                  <a:schemeClr val="bg1"/>
                </a:solidFill>
                <a:latin typeface="Source Sans Pro" panose="020B0503030403020204" pitchFamily="34" charset="0"/>
              </a:rPr>
              <a:t>Click on the shape or select the text you want </a:t>
            </a:r>
            <a:br>
              <a:rPr lang="en-US" sz="700" dirty="0">
                <a:solidFill>
                  <a:schemeClr val="bg1"/>
                </a:solidFill>
                <a:latin typeface="Source Sans Pro" panose="020B0503030403020204" pitchFamily="34" charset="0"/>
              </a:rPr>
            </a:br>
            <a:r>
              <a:rPr lang="en-US" sz="700" dirty="0">
                <a:solidFill>
                  <a:schemeClr val="bg1"/>
                </a:solidFill>
                <a:latin typeface="Source Sans Pro" panose="020B0503030403020204" pitchFamily="34" charset="0"/>
              </a:rPr>
              <a:t>to duplicate</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Changes are </a:t>
            </a:r>
            <a:r>
              <a:rPr lang="fr-FR" sz="700" dirty="0" err="1">
                <a:solidFill>
                  <a:schemeClr val="bg1"/>
                </a:solidFill>
                <a:latin typeface="Source Sans Pro" panose="020B0503030403020204" pitchFamily="34" charset="0"/>
              </a:rPr>
              <a:t>applied</a:t>
            </a:r>
            <a:r>
              <a:rPr lang="fr-FR" sz="700" dirty="0">
                <a:solidFill>
                  <a:schemeClr val="bg1"/>
                </a:solidFill>
                <a:latin typeface="Source Sans Pro" panose="020B0503030403020204" pitchFamily="34" charset="0"/>
              </a:rPr>
              <a:t> </a:t>
            </a:r>
            <a:r>
              <a:rPr lang="fr-FR" sz="700" dirty="0" err="1">
                <a:solidFill>
                  <a:schemeClr val="bg1"/>
                </a:solidFill>
                <a:latin typeface="Source Sans Pro" panose="020B0503030403020204" pitchFamily="34" charset="0"/>
              </a:rPr>
              <a:t>instantly</a:t>
            </a:r>
            <a:r>
              <a:rPr lang="fr-FR" sz="700" dirty="0">
                <a:solidFill>
                  <a:schemeClr val="bg1"/>
                </a:solidFill>
                <a:latin typeface="Source Sans Pro" panose="020B0503030403020204" pitchFamily="34" charset="0"/>
              </a:rPr>
              <a:t>  </a:t>
            </a:r>
          </a:p>
          <a:p>
            <a:pPr marL="171450" indent="-171450">
              <a:spcAft>
                <a:spcPts val="300"/>
              </a:spcAft>
              <a:buClr>
                <a:schemeClr val="accent5"/>
              </a:buClr>
              <a:buFont typeface="Wingdings 3" panose="05040102010807070707" pitchFamily="18" charset="2"/>
              <a:buChar char=""/>
            </a:pPr>
            <a:r>
              <a:rPr lang="en-US" sz="700" dirty="0">
                <a:solidFill>
                  <a:schemeClr val="bg1"/>
                </a:solidFill>
                <a:latin typeface="Source Sans Pro" panose="020B0503030403020204" pitchFamily="34" charset="0"/>
              </a:rPr>
              <a:t>To apply the same formatting to multiple locations in the presentation, double-click </a:t>
            </a:r>
            <a:br>
              <a:rPr lang="en-US" sz="700" dirty="0">
                <a:solidFill>
                  <a:schemeClr val="bg1"/>
                </a:solidFill>
                <a:latin typeface="Source Sans Pro" panose="020B0503030403020204" pitchFamily="34" charset="0"/>
              </a:rPr>
            </a:br>
            <a:r>
              <a:rPr lang="en-US" sz="700" dirty="0">
                <a:solidFill>
                  <a:schemeClr val="bg1"/>
                </a:solidFill>
                <a:latin typeface="Source Sans Pro" panose="020B0503030403020204" pitchFamily="34" charset="0"/>
              </a:rPr>
              <a:t>on the icon</a:t>
            </a:r>
            <a:endParaRPr lang="fr-FR" sz="700" dirty="0">
              <a:solidFill>
                <a:schemeClr val="bg1"/>
              </a:solidFill>
              <a:latin typeface="Source Sans Pro" panose="020B0503030403020204" pitchFamily="34" charset="0"/>
            </a:endParaRPr>
          </a:p>
        </p:txBody>
      </p:sp>
      <p:sp>
        <p:nvSpPr>
          <p:cNvPr id="3" name="TextBox 2">
            <a:extLst>
              <a:ext uri="{FF2B5EF4-FFF2-40B4-BE49-F238E27FC236}">
                <a16:creationId xmlns:a16="http://schemas.microsoft.com/office/drawing/2014/main" id="{26E2A95A-9C91-869D-490F-096801D1B4E5}"/>
              </a:ext>
            </a:extLst>
          </p:cNvPr>
          <p:cNvSpPr txBox="1"/>
          <p:nvPr userDrawn="1"/>
        </p:nvSpPr>
        <p:spPr>
          <a:xfrm>
            <a:off x="484700" y="523414"/>
            <a:ext cx="3439600" cy="390684"/>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80000"/>
              </a:lnSpc>
            </a:pPr>
            <a:r>
              <a:rPr lang="fr-FR" sz="2400" dirty="0">
                <a:solidFill>
                  <a:schemeClr val="bg2"/>
                </a:solidFill>
                <a:latin typeface="Source Sans Pro" panose="020B0503030403020204" pitchFamily="34" charset="0"/>
              </a:rPr>
              <a:t>Instructions</a:t>
            </a:r>
            <a:endParaRPr lang="fr-FR" sz="2400" dirty="0">
              <a:solidFill>
                <a:schemeClr val="bg2"/>
              </a:solidFill>
            </a:endParaRPr>
          </a:p>
        </p:txBody>
      </p:sp>
      <p:sp>
        <p:nvSpPr>
          <p:cNvPr id="13" name="TextBox 2">
            <a:extLst>
              <a:ext uri="{FF2B5EF4-FFF2-40B4-BE49-F238E27FC236}">
                <a16:creationId xmlns:a16="http://schemas.microsoft.com/office/drawing/2014/main" id="{3CAC62D8-19C3-7F45-AF38-40AA6EB22433}"/>
              </a:ext>
            </a:extLst>
          </p:cNvPr>
          <p:cNvSpPr txBox="1"/>
          <p:nvPr userDrawn="1"/>
        </p:nvSpPr>
        <p:spPr>
          <a:xfrm>
            <a:off x="484700" y="837437"/>
            <a:ext cx="3331105" cy="352661"/>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80000"/>
              </a:lnSpc>
            </a:pPr>
            <a:r>
              <a:rPr lang="fr-FR" sz="2000" i="1" dirty="0">
                <a:solidFill>
                  <a:schemeClr val="accent5"/>
                </a:solidFill>
                <a:latin typeface="Source Sans Pro" panose="020B0503030403020204" pitchFamily="34" charset="0"/>
              </a:rPr>
              <a:t>For </a:t>
            </a:r>
            <a:r>
              <a:rPr lang="fr-FR" sz="2000" i="1" dirty="0" err="1">
                <a:solidFill>
                  <a:schemeClr val="accent5"/>
                </a:solidFill>
                <a:latin typeface="Source Sans Pro" panose="020B0503030403020204" pitchFamily="34" charset="0"/>
              </a:rPr>
              <a:t>using</a:t>
            </a:r>
            <a:r>
              <a:rPr lang="fr-FR" sz="2000" i="1" dirty="0">
                <a:solidFill>
                  <a:schemeClr val="accent5"/>
                </a:solidFill>
                <a:latin typeface="Source Sans Pro" panose="020B0503030403020204" pitchFamily="34" charset="0"/>
              </a:rPr>
              <a:t> </a:t>
            </a:r>
            <a:r>
              <a:rPr lang="fr-FR" sz="2000" i="1" dirty="0" err="1">
                <a:solidFill>
                  <a:schemeClr val="accent5"/>
                </a:solidFill>
                <a:latin typeface="Source Sans Pro" panose="020B0503030403020204" pitchFamily="34" charset="0"/>
              </a:rPr>
              <a:t>OVHcloud</a:t>
            </a:r>
            <a:r>
              <a:rPr lang="fr-FR" sz="2000" i="1" dirty="0">
                <a:solidFill>
                  <a:schemeClr val="accent5"/>
                </a:solidFill>
                <a:latin typeface="Source Sans Pro" panose="020B0503030403020204" pitchFamily="34" charset="0"/>
              </a:rPr>
              <a:t> model</a:t>
            </a:r>
          </a:p>
        </p:txBody>
      </p:sp>
      <p:sp>
        <p:nvSpPr>
          <p:cNvPr id="14" name="ZoneTexte 9">
            <a:extLst>
              <a:ext uri="{FF2B5EF4-FFF2-40B4-BE49-F238E27FC236}">
                <a16:creationId xmlns:a16="http://schemas.microsoft.com/office/drawing/2014/main" id="{B7BCA64B-50D4-98C3-CB4E-38855E50A5D3}"/>
              </a:ext>
            </a:extLst>
          </p:cNvPr>
          <p:cNvSpPr txBox="1"/>
          <p:nvPr userDrawn="1"/>
        </p:nvSpPr>
        <p:spPr>
          <a:xfrm>
            <a:off x="571500" y="1261592"/>
            <a:ext cx="2513927" cy="3383234"/>
          </a:xfrm>
          <a:prstGeom prst="rect">
            <a:avLst/>
          </a:prstGeom>
          <a:noFill/>
        </p:spPr>
        <p:txBody>
          <a:bodyPr wrap="square" lIns="0" tIns="0" rIns="0" bIns="0">
            <a:spAutoFit/>
          </a:bodyPr>
          <a:lstStyle/>
          <a:p>
            <a:pPr>
              <a:lnSpc>
                <a:spcPct val="110000"/>
              </a:lnSpc>
              <a:spcBef>
                <a:spcPts val="1200"/>
              </a:spcBef>
            </a:pPr>
            <a:r>
              <a:rPr lang="en-US" sz="1200" dirty="0">
                <a:solidFill>
                  <a:schemeClr val="bg1"/>
                </a:solidFill>
                <a:latin typeface="Source Sans Pro" panose="020B0503030403020204" pitchFamily="34" charset="0"/>
              </a:rPr>
              <a:t>The slide mask serves practical purposes. It incorporates key elements within the mask with the goal of establishing a structured framework, a template, so that the end user can effortlessly create a high-quality presentation without the need to consider design aspects. </a:t>
            </a:r>
          </a:p>
          <a:p>
            <a:pPr>
              <a:lnSpc>
                <a:spcPct val="110000"/>
              </a:lnSpc>
              <a:spcBef>
                <a:spcPts val="1200"/>
              </a:spcBef>
            </a:pPr>
            <a:r>
              <a:rPr lang="en-US" sz="1200" dirty="0">
                <a:solidFill>
                  <a:schemeClr val="bg1"/>
                </a:solidFill>
                <a:latin typeface="Source Sans Pro" panose="020B0503030403020204" pitchFamily="34" charset="0"/>
              </a:rPr>
              <a:t>For greater flexibility in constructing slides and to approach them differently, "blank" slides and graphic elements in toolboxes are provided to simplify your task. You can swiftly access different sections by </a:t>
            </a:r>
            <a:r>
              <a:rPr lang="en-US" sz="1200" dirty="0" err="1">
                <a:solidFill>
                  <a:schemeClr val="bg1"/>
                </a:solidFill>
                <a:latin typeface="Source Sans Pro" panose="020B0503030403020204" pitchFamily="34" charset="0"/>
              </a:rPr>
              <a:t>Ctrl+clicking</a:t>
            </a:r>
            <a:r>
              <a:rPr lang="en-US" sz="1200" dirty="0">
                <a:solidFill>
                  <a:schemeClr val="bg1"/>
                </a:solidFill>
                <a:latin typeface="Source Sans Pro" panose="020B0503030403020204" pitchFamily="34" charset="0"/>
              </a:rPr>
              <a:t> on one of the following buttons</a:t>
            </a:r>
            <a:r>
              <a:rPr lang="fr-FR" sz="1200" dirty="0">
                <a:solidFill>
                  <a:schemeClr val="bg1"/>
                </a:solidFill>
                <a:latin typeface="Source Sans Pro" panose="020B0503030403020204" pitchFamily="34" charset="0"/>
              </a:rPr>
              <a:t>:</a:t>
            </a:r>
          </a:p>
        </p:txBody>
      </p:sp>
      <p:sp>
        <p:nvSpPr>
          <p:cNvPr id="29" name="Rectangle 28">
            <a:extLst>
              <a:ext uri="{FF2B5EF4-FFF2-40B4-BE49-F238E27FC236}">
                <a16:creationId xmlns:a16="http://schemas.microsoft.com/office/drawing/2014/main" id="{9B8B499B-BFB4-E48B-A76A-7BDC8BBE1CE2}"/>
              </a:ext>
            </a:extLst>
          </p:cNvPr>
          <p:cNvSpPr/>
          <p:nvPr userDrawn="1"/>
        </p:nvSpPr>
        <p:spPr>
          <a:xfrm>
            <a:off x="4098291" y="523414"/>
            <a:ext cx="1754954" cy="26811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marL="0" marR="0" lvl="0" indent="0" algn="l" defTabSz="914400" rtl="0" eaLnBrk="1" fontAlgn="auto" latinLnBrk="0" hangingPunct="1">
              <a:lnSpc>
                <a:spcPct val="100000"/>
              </a:lnSpc>
              <a:spcBef>
                <a:spcPts val="0"/>
              </a:spcBef>
              <a:spcAft>
                <a:spcPts val="300"/>
              </a:spcAft>
              <a:buClr>
                <a:schemeClr val="accent5"/>
              </a:buClr>
              <a:buSzTx/>
              <a:buFontTx/>
              <a:buNone/>
              <a:tabLst/>
              <a:defRPr/>
            </a:pPr>
            <a:r>
              <a:rPr kumimoji="0" lang="en-US" sz="800" b="1" i="0" u="none" strike="noStrike" kern="1200" cap="none" spc="0" normalizeH="0" baseline="0" dirty="0">
                <a:ln>
                  <a:noFill/>
                </a:ln>
                <a:solidFill>
                  <a:schemeClr val="accent5"/>
                </a:solidFill>
                <a:effectLst/>
                <a:uLnTx/>
                <a:uFillTx/>
                <a:latin typeface="Source Sans Pro" panose="020B0503030403020204" pitchFamily="34" charset="0"/>
                <a:ea typeface="+mn-ea"/>
                <a:cs typeface="+mn-cs"/>
              </a:rPr>
              <a:t>Provide access </a:t>
            </a:r>
            <a:br>
              <a:rPr kumimoji="0" lang="en-US" sz="800" b="1" i="0" u="none" strike="noStrike" kern="1200" cap="none" spc="0" normalizeH="0" baseline="0" dirty="0">
                <a:ln>
                  <a:noFill/>
                </a:ln>
                <a:solidFill>
                  <a:schemeClr val="accent5"/>
                </a:solidFill>
                <a:effectLst/>
                <a:uLnTx/>
                <a:uFillTx/>
                <a:latin typeface="Source Sans Pro" panose="020B0503030403020204" pitchFamily="34" charset="0"/>
                <a:ea typeface="+mn-ea"/>
                <a:cs typeface="+mn-cs"/>
              </a:rPr>
            </a:br>
            <a:r>
              <a:rPr kumimoji="0" lang="en-US" sz="800" b="1" i="0" u="none" strike="noStrike" kern="1200" cap="none" spc="0" normalizeH="0" baseline="0" dirty="0">
                <a:ln>
                  <a:noFill/>
                </a:ln>
                <a:solidFill>
                  <a:schemeClr val="accent5"/>
                </a:solidFill>
                <a:effectLst/>
                <a:uLnTx/>
                <a:uFillTx/>
                <a:latin typeface="Source Sans Pro" panose="020B0503030403020204" pitchFamily="34" charset="0"/>
                <a:ea typeface="+mn-ea"/>
                <a:cs typeface="+mn-cs"/>
              </a:rPr>
              <a:t>to the PowerPoint model</a:t>
            </a:r>
            <a:r>
              <a:rPr kumimoji="0" lang="fr-FR" sz="800" b="1" i="0" u="none" strike="noStrike" kern="1200" cap="none" spc="0" normalizeH="0" baseline="0" dirty="0">
                <a:ln>
                  <a:noFill/>
                </a:ln>
                <a:solidFill>
                  <a:schemeClr val="accent5"/>
                </a:solidFill>
                <a:effectLst/>
                <a:uLnTx/>
                <a:uFillTx/>
                <a:latin typeface="Source Sans Pro" panose="020B0503030403020204" pitchFamily="34" charset="0"/>
                <a:ea typeface="+mn-ea"/>
                <a:cs typeface="+mn-cs"/>
              </a:rPr>
              <a:t>:</a:t>
            </a:r>
          </a:p>
          <a:p>
            <a:pPr marL="171450" indent="-171450">
              <a:spcAft>
                <a:spcPts val="300"/>
              </a:spcAft>
              <a:buClr>
                <a:schemeClr val="accent5"/>
              </a:buClr>
              <a:buFont typeface="Wingdings 3" panose="05040102010807070707" pitchFamily="18" charset="2"/>
              <a:buChar char=""/>
            </a:pPr>
            <a:r>
              <a:rPr lang="en-US" sz="800" dirty="0">
                <a:solidFill>
                  <a:schemeClr val="bg1"/>
                </a:solidFill>
              </a:rPr>
              <a:t>Once the .pptx is open, save it as .</a:t>
            </a:r>
            <a:r>
              <a:rPr lang="en-US" sz="800" dirty="0" err="1">
                <a:solidFill>
                  <a:schemeClr val="bg1"/>
                </a:solidFill>
              </a:rPr>
              <a:t>potx</a:t>
            </a:r>
            <a:endParaRPr lang="en-US" sz="800" dirty="0">
              <a:solidFill>
                <a:schemeClr val="bg1"/>
              </a:solidFill>
            </a:endParaRPr>
          </a:p>
          <a:p>
            <a:pPr marL="171450" indent="-171450">
              <a:spcAft>
                <a:spcPts val="300"/>
              </a:spcAft>
              <a:buClr>
                <a:schemeClr val="accent5"/>
              </a:buClr>
              <a:buFont typeface="Wingdings 3" panose="05040102010807070707" pitchFamily="18" charset="2"/>
              <a:buChar char=""/>
            </a:pPr>
            <a:r>
              <a:rPr lang="en-US" sz="800" dirty="0">
                <a:solidFill>
                  <a:schemeClr val="bg1"/>
                </a:solidFill>
              </a:rPr>
              <a:t>The end user can then open it from the provided file path</a:t>
            </a:r>
          </a:p>
          <a:p>
            <a:pPr marL="171450" indent="-171450">
              <a:spcAft>
                <a:spcPts val="300"/>
              </a:spcAft>
              <a:buClr>
                <a:schemeClr val="accent5"/>
              </a:buClr>
              <a:buFont typeface="Wingdings 3" panose="05040102010807070707" pitchFamily="18" charset="2"/>
              <a:buChar char=""/>
            </a:pPr>
            <a:r>
              <a:rPr lang="en-US" sz="800" dirty="0">
                <a:solidFill>
                  <a:schemeClr val="bg1"/>
                </a:solidFill>
              </a:rPr>
              <a:t>Once opened, he can go back to "File," then, further down, to "Recent." </a:t>
            </a:r>
            <a:br>
              <a:rPr lang="en-US" sz="800" dirty="0">
                <a:solidFill>
                  <a:schemeClr val="bg1"/>
                </a:solidFill>
              </a:rPr>
            </a:br>
            <a:r>
              <a:rPr lang="en-US" sz="800" dirty="0">
                <a:solidFill>
                  <a:schemeClr val="bg1"/>
                </a:solidFill>
              </a:rPr>
              <a:t>He simply need to pin the currently open file with a click</a:t>
            </a:r>
          </a:p>
          <a:p>
            <a:pPr>
              <a:spcAft>
                <a:spcPts val="300"/>
              </a:spcAft>
              <a:buClr>
                <a:srgbClr val="FF7649"/>
              </a:buClr>
            </a:pPr>
            <a:r>
              <a:rPr lang="en-US" sz="800" dirty="0">
                <a:solidFill>
                  <a:schemeClr val="bg1"/>
                </a:solidFill>
              </a:rPr>
              <a:t>This makes it easy for the end user, in just two clicks, to retrieve the original model, including the toolbox</a:t>
            </a:r>
          </a:p>
          <a:p>
            <a:pPr>
              <a:spcAft>
                <a:spcPts val="300"/>
              </a:spcAft>
              <a:buClr>
                <a:srgbClr val="FF7649"/>
              </a:buClr>
            </a:pPr>
            <a:r>
              <a:rPr lang="en-US" sz="800" dirty="0">
                <a:solidFill>
                  <a:schemeClr val="bg1"/>
                </a:solidFill>
              </a:rPr>
              <a:t>When opening a .</a:t>
            </a:r>
            <a:r>
              <a:rPr lang="en-US" sz="800" dirty="0" err="1">
                <a:solidFill>
                  <a:schemeClr val="bg1"/>
                </a:solidFill>
              </a:rPr>
              <a:t>potx</a:t>
            </a:r>
            <a:r>
              <a:rPr lang="en-US" sz="800" dirty="0">
                <a:solidFill>
                  <a:schemeClr val="bg1"/>
                </a:solidFill>
              </a:rPr>
              <a:t>, PowerPoint prevents file overwriting; the end user cannot "save" (and overwrite the file). PowerPoint will prompt a "Save As" (new document) instead.</a:t>
            </a:r>
            <a:endParaRPr lang="fr-FR" sz="800" dirty="0">
              <a:solidFill>
                <a:schemeClr val="bg1"/>
              </a:solidFill>
            </a:endParaRPr>
          </a:p>
        </p:txBody>
      </p:sp>
      <p:sp>
        <p:nvSpPr>
          <p:cNvPr id="30" name="Rectangle 29">
            <a:extLst>
              <a:ext uri="{FF2B5EF4-FFF2-40B4-BE49-F238E27FC236}">
                <a16:creationId xmlns:a16="http://schemas.microsoft.com/office/drawing/2014/main" id="{1388DF3E-4D07-84C1-D0A2-6514F27FD96A}"/>
              </a:ext>
            </a:extLst>
          </p:cNvPr>
          <p:cNvSpPr/>
          <p:nvPr userDrawn="1"/>
        </p:nvSpPr>
        <p:spPr>
          <a:xfrm>
            <a:off x="6235531" y="1392665"/>
            <a:ext cx="1785617" cy="6420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5"/>
              </a:buClr>
            </a:pPr>
            <a:r>
              <a:rPr lang="fr-FR" sz="800" b="1" dirty="0">
                <a:solidFill>
                  <a:schemeClr val="accent5"/>
                </a:solidFill>
                <a:latin typeface="Source Sans Pro" panose="020B0503030403020204" pitchFamily="34" charset="0"/>
              </a:rPr>
              <a:t>Insert a new slide:</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Click on "Home", "New slide".</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Click on the </a:t>
            </a:r>
            <a:r>
              <a:rPr lang="fr-FR" sz="700" dirty="0" err="1">
                <a:solidFill>
                  <a:schemeClr val="bg1"/>
                </a:solidFill>
                <a:latin typeface="Source Sans Pro" panose="020B0503030403020204" pitchFamily="34" charset="0"/>
              </a:rPr>
              <a:t>arrow</a:t>
            </a:r>
            <a:r>
              <a:rPr lang="fr-FR" sz="700" dirty="0">
                <a:solidFill>
                  <a:schemeClr val="bg1"/>
                </a:solidFill>
                <a:latin typeface="Source Sans Pro" panose="020B0503030403020204" pitchFamily="34" charset="0"/>
              </a:rPr>
              <a:t> </a:t>
            </a:r>
            <a:r>
              <a:rPr lang="fr-FR" sz="700" dirty="0" err="1">
                <a:solidFill>
                  <a:schemeClr val="bg1"/>
                </a:solidFill>
                <a:latin typeface="Source Sans Pro" panose="020B0503030403020204" pitchFamily="34" charset="0"/>
              </a:rPr>
              <a:t>below</a:t>
            </a:r>
            <a:r>
              <a:rPr lang="fr-FR" sz="700" dirty="0">
                <a:solidFill>
                  <a:schemeClr val="bg1"/>
                </a:solidFill>
                <a:latin typeface="Source Sans Pro" panose="020B0503030403020204" pitchFamily="34" charset="0"/>
              </a:rPr>
              <a:t> "New slide" and select the </a:t>
            </a:r>
            <a:r>
              <a:rPr lang="fr-FR" sz="700" dirty="0" err="1">
                <a:solidFill>
                  <a:schemeClr val="bg1"/>
                </a:solidFill>
                <a:latin typeface="Source Sans Pro" panose="020B0503030403020204" pitchFamily="34" charset="0"/>
              </a:rPr>
              <a:t>desired</a:t>
            </a:r>
            <a:r>
              <a:rPr lang="fr-FR" sz="700" dirty="0">
                <a:solidFill>
                  <a:schemeClr val="bg1"/>
                </a:solidFill>
                <a:latin typeface="Source Sans Pro" panose="020B0503030403020204" pitchFamily="34" charset="0"/>
              </a:rPr>
              <a:t> </a:t>
            </a:r>
            <a:r>
              <a:rPr lang="fr-FR" sz="700" dirty="0" err="1">
                <a:solidFill>
                  <a:schemeClr val="bg1"/>
                </a:solidFill>
                <a:latin typeface="Source Sans Pro" panose="020B0503030403020204" pitchFamily="34" charset="0"/>
              </a:rPr>
              <a:t>template</a:t>
            </a:r>
            <a:endParaRPr lang="fr-FR" sz="700" dirty="0">
              <a:solidFill>
                <a:schemeClr val="bg1"/>
              </a:solidFill>
              <a:latin typeface="Source Sans Pro" panose="020B0503030403020204" pitchFamily="34" charset="0"/>
            </a:endParaRPr>
          </a:p>
        </p:txBody>
      </p:sp>
      <p:sp>
        <p:nvSpPr>
          <p:cNvPr id="31" name="Rectangle 30">
            <a:extLst>
              <a:ext uri="{FF2B5EF4-FFF2-40B4-BE49-F238E27FC236}">
                <a16:creationId xmlns:a16="http://schemas.microsoft.com/office/drawing/2014/main" id="{7A4BBD60-5468-BC69-89B8-8E62EE380B6F}"/>
              </a:ext>
            </a:extLst>
          </p:cNvPr>
          <p:cNvSpPr/>
          <p:nvPr userDrawn="1"/>
        </p:nvSpPr>
        <p:spPr>
          <a:xfrm>
            <a:off x="8335925" y="540924"/>
            <a:ext cx="1785617" cy="5343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5"/>
              </a:buClr>
            </a:pPr>
            <a:r>
              <a:rPr lang="fr-FR" sz="800" b="1" dirty="0" err="1">
                <a:solidFill>
                  <a:schemeClr val="accent5"/>
                </a:solidFill>
                <a:latin typeface="Source Sans Pro" panose="020B0503030403020204" pitchFamily="34" charset="0"/>
              </a:rPr>
              <a:t>Modifying</a:t>
            </a:r>
            <a:r>
              <a:rPr lang="fr-FR" sz="800" b="1" dirty="0">
                <a:solidFill>
                  <a:schemeClr val="accent5"/>
                </a:solidFill>
                <a:latin typeface="Source Sans Pro" panose="020B0503030403020204" pitchFamily="34" charset="0"/>
              </a:rPr>
              <a:t> an </a:t>
            </a:r>
            <a:r>
              <a:rPr lang="fr-FR" sz="800" b="1" dirty="0" err="1">
                <a:solidFill>
                  <a:schemeClr val="accent5"/>
                </a:solidFill>
                <a:latin typeface="Source Sans Pro" panose="020B0503030403020204" pitchFamily="34" charset="0"/>
              </a:rPr>
              <a:t>existing</a:t>
            </a:r>
            <a:r>
              <a:rPr lang="fr-FR" sz="800" b="1" dirty="0">
                <a:solidFill>
                  <a:schemeClr val="accent5"/>
                </a:solidFill>
                <a:latin typeface="Source Sans Pro" panose="020B0503030403020204" pitchFamily="34" charset="0"/>
              </a:rPr>
              <a:t> model: </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Click on "Home", "</a:t>
            </a:r>
            <a:r>
              <a:rPr lang="fr-FR" sz="700" dirty="0" err="1">
                <a:solidFill>
                  <a:schemeClr val="bg1"/>
                </a:solidFill>
                <a:latin typeface="Source Sans Pro" panose="020B0503030403020204" pitchFamily="34" charset="0"/>
              </a:rPr>
              <a:t>Layout</a:t>
            </a:r>
            <a:r>
              <a:rPr lang="fr-FR" sz="700" dirty="0">
                <a:solidFill>
                  <a:schemeClr val="bg1"/>
                </a:solidFill>
                <a:latin typeface="Source Sans Pro" panose="020B0503030403020204" pitchFamily="34" charset="0"/>
              </a:rPr>
              <a:t>" </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Select the </a:t>
            </a:r>
            <a:r>
              <a:rPr lang="fr-FR" sz="700" dirty="0" err="1">
                <a:solidFill>
                  <a:schemeClr val="bg1"/>
                </a:solidFill>
                <a:latin typeface="Source Sans Pro" panose="020B0503030403020204" pitchFamily="34" charset="0"/>
              </a:rPr>
              <a:t>desired</a:t>
            </a:r>
            <a:r>
              <a:rPr lang="fr-FR" sz="700" dirty="0">
                <a:solidFill>
                  <a:schemeClr val="bg1"/>
                </a:solidFill>
                <a:latin typeface="Source Sans Pro" panose="020B0503030403020204" pitchFamily="34" charset="0"/>
              </a:rPr>
              <a:t> model</a:t>
            </a:r>
          </a:p>
        </p:txBody>
      </p:sp>
      <p:grpSp>
        <p:nvGrpSpPr>
          <p:cNvPr id="32" name="Groupe 20">
            <a:extLst>
              <a:ext uri="{FF2B5EF4-FFF2-40B4-BE49-F238E27FC236}">
                <a16:creationId xmlns:a16="http://schemas.microsoft.com/office/drawing/2014/main" id="{C815B9F3-C4D7-CE20-C54C-ABBC44CEBB83}"/>
              </a:ext>
            </a:extLst>
          </p:cNvPr>
          <p:cNvGrpSpPr/>
          <p:nvPr userDrawn="1"/>
        </p:nvGrpSpPr>
        <p:grpSpPr>
          <a:xfrm>
            <a:off x="8335925" y="1393340"/>
            <a:ext cx="1785617" cy="1020891"/>
            <a:chOff x="8576115" y="333602"/>
            <a:chExt cx="1785617" cy="1020891"/>
          </a:xfrm>
        </p:grpSpPr>
        <p:sp>
          <p:nvSpPr>
            <p:cNvPr id="33" name="Rectangle 32">
              <a:extLst>
                <a:ext uri="{FF2B5EF4-FFF2-40B4-BE49-F238E27FC236}">
                  <a16:creationId xmlns:a16="http://schemas.microsoft.com/office/drawing/2014/main" id="{BA689C46-0ED7-E94E-6C6A-DFA22324D210}"/>
                </a:ext>
              </a:extLst>
            </p:cNvPr>
            <p:cNvSpPr/>
            <p:nvPr/>
          </p:nvSpPr>
          <p:spPr>
            <a:xfrm>
              <a:off x="8576115" y="333602"/>
              <a:ext cx="1785617" cy="6036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5"/>
                </a:buClr>
              </a:pPr>
              <a:r>
                <a:rPr lang="fr-FR" sz="800" b="1" dirty="0" err="1">
                  <a:solidFill>
                    <a:schemeClr val="accent5"/>
                  </a:solidFill>
                  <a:latin typeface="Source Sans Pro" panose="020B0503030403020204" pitchFamily="34" charset="0"/>
                </a:rPr>
                <a:t>Switching</a:t>
              </a:r>
              <a:r>
                <a:rPr lang="fr-FR" sz="800" b="1" dirty="0">
                  <a:solidFill>
                    <a:schemeClr val="accent5"/>
                  </a:solidFill>
                  <a:latin typeface="Source Sans Pro" panose="020B0503030403020204" pitchFamily="34" charset="0"/>
                </a:rPr>
                <a:t> </a:t>
              </a:r>
              <a:r>
                <a:rPr lang="fr-FR" sz="800" b="1" dirty="0" err="1">
                  <a:solidFill>
                    <a:schemeClr val="accent5"/>
                  </a:solidFill>
                  <a:latin typeface="Source Sans Pro" panose="020B0503030403020204" pitchFamily="34" charset="0"/>
                </a:rPr>
                <a:t>between</a:t>
              </a:r>
              <a:r>
                <a:rPr lang="fr-FR" sz="800" b="1" dirty="0">
                  <a:solidFill>
                    <a:schemeClr val="accent5"/>
                  </a:solidFill>
                  <a:latin typeface="Source Sans Pro" panose="020B0503030403020204" pitchFamily="34" charset="0"/>
                </a:rPr>
                <a:t> </a:t>
              </a:r>
              <a:r>
                <a:rPr lang="fr-FR" sz="800" b="1" dirty="0" err="1">
                  <a:solidFill>
                    <a:schemeClr val="accent5"/>
                  </a:solidFill>
                  <a:latin typeface="Source Sans Pro" panose="020B0503030403020204" pitchFamily="34" charset="0"/>
                </a:rPr>
                <a:t>text</a:t>
              </a:r>
              <a:r>
                <a:rPr lang="fr-FR" sz="800" b="1" dirty="0">
                  <a:solidFill>
                    <a:schemeClr val="accent5"/>
                  </a:solidFill>
                  <a:latin typeface="Source Sans Pro" panose="020B0503030403020204" pitchFamily="34" charset="0"/>
                </a:rPr>
                <a:t> </a:t>
              </a:r>
              <a:r>
                <a:rPr lang="fr-FR" sz="800" b="1" dirty="0" err="1">
                  <a:solidFill>
                    <a:schemeClr val="accent5"/>
                  </a:solidFill>
                  <a:latin typeface="Source Sans Pro" panose="020B0503030403020204" pitchFamily="34" charset="0"/>
                </a:rPr>
                <a:t>levels</a:t>
              </a:r>
              <a:r>
                <a:rPr lang="fr-FR" sz="800" b="1" dirty="0">
                  <a:solidFill>
                    <a:schemeClr val="accent5"/>
                  </a:solidFill>
                  <a:latin typeface="Source Sans Pro" panose="020B0503030403020204" pitchFamily="34" charset="0"/>
                </a:rPr>
                <a:t>:</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Select the </a:t>
              </a:r>
              <a:r>
                <a:rPr lang="fr-FR" sz="700" dirty="0" err="1">
                  <a:solidFill>
                    <a:schemeClr val="bg1"/>
                  </a:solidFill>
                  <a:latin typeface="Source Sans Pro" panose="020B0503030403020204" pitchFamily="34" charset="0"/>
                </a:rPr>
                <a:t>desired</a:t>
              </a:r>
              <a:r>
                <a:rPr lang="fr-FR" sz="700" dirty="0">
                  <a:solidFill>
                    <a:schemeClr val="bg1"/>
                  </a:solidFill>
                  <a:latin typeface="Source Sans Pro" panose="020B0503030403020204" pitchFamily="34" charset="0"/>
                </a:rPr>
                <a:t> line and tab </a:t>
              </a:r>
              <a:r>
                <a:rPr lang="fr-FR" sz="700" dirty="0" err="1">
                  <a:solidFill>
                    <a:schemeClr val="bg1"/>
                  </a:solidFill>
                  <a:latin typeface="Source Sans Pro" panose="020B0503030403020204" pitchFamily="34" charset="0"/>
                </a:rPr>
                <a:t>forward</a:t>
              </a:r>
              <a:r>
                <a:rPr lang="fr-FR" sz="700" dirty="0">
                  <a:solidFill>
                    <a:schemeClr val="bg1"/>
                  </a:solidFill>
                  <a:latin typeface="Source Sans Pro" panose="020B0503030403020204" pitchFamily="34" charset="0"/>
                </a:rPr>
                <a:t> (Tab) or </a:t>
              </a:r>
              <a:r>
                <a:rPr lang="fr-FR" sz="700" dirty="0" err="1">
                  <a:solidFill>
                    <a:schemeClr val="bg1"/>
                  </a:solidFill>
                  <a:latin typeface="Source Sans Pro" panose="020B0503030403020204" pitchFamily="34" charset="0"/>
                </a:rPr>
                <a:t>backward</a:t>
              </a:r>
              <a:r>
                <a:rPr lang="fr-FR" sz="700" dirty="0">
                  <a:solidFill>
                    <a:schemeClr val="bg1"/>
                  </a:solidFill>
                  <a:latin typeface="Source Sans Pro" panose="020B0503030403020204" pitchFamily="34" charset="0"/>
                </a:rPr>
                <a:t> </a:t>
              </a:r>
              <a:br>
                <a:rPr lang="fr-FR" sz="700" dirty="0">
                  <a:solidFill>
                    <a:schemeClr val="bg1"/>
                  </a:solidFill>
                  <a:latin typeface="Source Sans Pro" panose="020B0503030403020204" pitchFamily="34" charset="0"/>
                </a:rPr>
              </a:br>
              <a:r>
                <a:rPr lang="fr-FR" sz="700" dirty="0">
                  <a:solidFill>
                    <a:schemeClr val="bg1"/>
                  </a:solidFill>
                  <a:latin typeface="Source Sans Pro" panose="020B0503030403020204" pitchFamily="34" charset="0"/>
                </a:rPr>
                <a:t>(Shift + Tab)</a:t>
              </a:r>
            </a:p>
          </p:txBody>
        </p:sp>
        <p:pic>
          <p:nvPicPr>
            <p:cNvPr id="34" name="Image 19">
              <a:extLst>
                <a:ext uri="{FF2B5EF4-FFF2-40B4-BE49-F238E27FC236}">
                  <a16:creationId xmlns:a16="http://schemas.microsoft.com/office/drawing/2014/main" id="{CD4E9F7A-C9B8-F682-75EB-972A434AD50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 t="11299" r="5299" b="11538"/>
            <a:stretch/>
          </p:blipFill>
          <p:spPr>
            <a:xfrm>
              <a:off x="8821767" y="1182994"/>
              <a:ext cx="372382" cy="171499"/>
            </a:xfrm>
            <a:prstGeom prst="rect">
              <a:avLst/>
            </a:prstGeom>
          </p:spPr>
        </p:pic>
      </p:grpSp>
      <p:sp>
        <p:nvSpPr>
          <p:cNvPr id="46" name="Rectangle 45">
            <a:extLst>
              <a:ext uri="{FF2B5EF4-FFF2-40B4-BE49-F238E27FC236}">
                <a16:creationId xmlns:a16="http://schemas.microsoft.com/office/drawing/2014/main" id="{6061A6DE-0C6E-44F4-86DA-48442A67621D}"/>
              </a:ext>
            </a:extLst>
          </p:cNvPr>
          <p:cNvSpPr/>
          <p:nvPr userDrawn="1"/>
        </p:nvSpPr>
        <p:spPr>
          <a:xfrm>
            <a:off x="4098290" y="3350434"/>
            <a:ext cx="1785617" cy="12037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5"/>
              </a:buClr>
            </a:pPr>
            <a:r>
              <a:rPr lang="fr-FR" sz="800" b="1" dirty="0">
                <a:solidFill>
                  <a:schemeClr val="accent5"/>
                </a:solidFill>
                <a:latin typeface="Source Sans Pro" panose="020B0503030403020204" pitchFamily="34" charset="0"/>
              </a:rPr>
              <a:t>Change background </a:t>
            </a:r>
            <a:r>
              <a:rPr lang="fr-FR" sz="800" b="1" dirty="0" err="1">
                <a:solidFill>
                  <a:schemeClr val="accent5"/>
                </a:solidFill>
                <a:latin typeface="Source Sans Pro" panose="020B0503030403020204" pitchFamily="34" charset="0"/>
              </a:rPr>
              <a:t>color</a:t>
            </a:r>
            <a:r>
              <a:rPr lang="fr-FR" sz="800" b="1" dirty="0">
                <a:solidFill>
                  <a:schemeClr val="accent5"/>
                </a:solidFill>
                <a:latin typeface="Source Sans Pro" panose="020B0503030403020204" pitchFamily="34" charset="0"/>
              </a:rPr>
              <a:t> </a:t>
            </a:r>
            <a:br>
              <a:rPr lang="fr-FR" sz="800" b="1" dirty="0">
                <a:solidFill>
                  <a:schemeClr val="accent5"/>
                </a:solidFill>
                <a:latin typeface="Source Sans Pro" panose="020B0503030403020204" pitchFamily="34" charset="0"/>
              </a:rPr>
            </a:br>
            <a:r>
              <a:rPr lang="fr-FR" sz="800" b="1" dirty="0">
                <a:solidFill>
                  <a:schemeClr val="accent5"/>
                </a:solidFill>
                <a:latin typeface="Source Sans Pro" panose="020B0503030403020204" pitchFamily="34" charset="0"/>
              </a:rPr>
              <a:t>or image:</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Right-click on the slide </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Click on « Background </a:t>
            </a:r>
            <a:r>
              <a:rPr lang="fr-FR" sz="700" dirty="0" err="1">
                <a:solidFill>
                  <a:schemeClr val="bg1"/>
                </a:solidFill>
                <a:latin typeface="Source Sans Pro" panose="020B0503030403020204" pitchFamily="34" charset="0"/>
              </a:rPr>
              <a:t>formatting</a:t>
            </a:r>
            <a:r>
              <a:rPr lang="fr-FR" sz="700" dirty="0">
                <a:solidFill>
                  <a:schemeClr val="bg1"/>
                </a:solidFill>
                <a:latin typeface="Source Sans Pro" panose="020B0503030403020204" pitchFamily="34" charset="0"/>
              </a:rPr>
              <a:t> » </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Change </a:t>
            </a:r>
            <a:r>
              <a:rPr lang="fr-FR" sz="700" dirty="0" err="1">
                <a:solidFill>
                  <a:schemeClr val="bg1"/>
                </a:solidFill>
                <a:latin typeface="Source Sans Pro" panose="020B0503030403020204" pitchFamily="34" charset="0"/>
              </a:rPr>
              <a:t>color</a:t>
            </a:r>
            <a:endParaRPr lang="fr-FR" sz="700" dirty="0">
              <a:solidFill>
                <a:schemeClr val="bg1"/>
              </a:solidFill>
              <a:latin typeface="Source Sans Pro" panose="020B0503030403020204" pitchFamily="34" charset="0"/>
            </a:endParaRPr>
          </a:p>
          <a:p>
            <a:pPr>
              <a:spcAft>
                <a:spcPts val="300"/>
              </a:spcAft>
              <a:buClr>
                <a:schemeClr val="accent5"/>
              </a:buClr>
            </a:pPr>
            <a:r>
              <a:rPr lang="fr-FR" sz="700" dirty="0">
                <a:solidFill>
                  <a:schemeClr val="bg1"/>
                </a:solidFill>
                <a:latin typeface="Source Sans Pro" panose="020B0503030403020204" pitchFamily="34" charset="0"/>
              </a:rPr>
              <a:t>Or</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Select the </a:t>
            </a:r>
            <a:r>
              <a:rPr lang="fr-FR" sz="700" dirty="0" err="1">
                <a:solidFill>
                  <a:schemeClr val="bg1"/>
                </a:solidFill>
                <a:latin typeface="Source Sans Pro" panose="020B0503030403020204" pitchFamily="34" charset="0"/>
              </a:rPr>
              <a:t>desired</a:t>
            </a:r>
            <a:r>
              <a:rPr lang="fr-FR" sz="700" dirty="0">
                <a:solidFill>
                  <a:schemeClr val="bg1"/>
                </a:solidFill>
                <a:latin typeface="Source Sans Pro" panose="020B0503030403020204" pitchFamily="34" charset="0"/>
              </a:rPr>
              <a:t> image (1920x1080px at 72 dpi)</a:t>
            </a:r>
          </a:p>
        </p:txBody>
      </p:sp>
      <p:grpSp>
        <p:nvGrpSpPr>
          <p:cNvPr id="47" name="Groupe 29">
            <a:extLst>
              <a:ext uri="{FF2B5EF4-FFF2-40B4-BE49-F238E27FC236}">
                <a16:creationId xmlns:a16="http://schemas.microsoft.com/office/drawing/2014/main" id="{0A1B4497-1C4F-F305-BD25-86350628DA72}"/>
              </a:ext>
            </a:extLst>
          </p:cNvPr>
          <p:cNvGrpSpPr/>
          <p:nvPr userDrawn="1"/>
        </p:nvGrpSpPr>
        <p:grpSpPr>
          <a:xfrm>
            <a:off x="6105066" y="3350434"/>
            <a:ext cx="1949091" cy="2372641"/>
            <a:chOff x="6108064" y="2961814"/>
            <a:chExt cx="1949091" cy="2372641"/>
          </a:xfrm>
        </p:grpSpPr>
        <p:sp>
          <p:nvSpPr>
            <p:cNvPr id="48" name="Rectangle 47">
              <a:extLst>
                <a:ext uri="{FF2B5EF4-FFF2-40B4-BE49-F238E27FC236}">
                  <a16:creationId xmlns:a16="http://schemas.microsoft.com/office/drawing/2014/main" id="{9E64D615-1169-4B80-0878-5D7F11EA5588}"/>
                </a:ext>
              </a:extLst>
            </p:cNvPr>
            <p:cNvSpPr/>
            <p:nvPr/>
          </p:nvSpPr>
          <p:spPr>
            <a:xfrm>
              <a:off x="6108064" y="2961814"/>
              <a:ext cx="1949091" cy="12622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0" numCol="2" rtlCol="0" anchor="t">
              <a:noAutofit/>
            </a:bodyPr>
            <a:lstStyle/>
            <a:p>
              <a:pPr>
                <a:spcAft>
                  <a:spcPts val="300"/>
                </a:spcAft>
                <a:buClr>
                  <a:schemeClr val="accent5"/>
                </a:buClr>
              </a:pPr>
              <a:r>
                <a:rPr lang="fr-FR" sz="800" b="1" dirty="0" err="1">
                  <a:solidFill>
                    <a:schemeClr val="accent5"/>
                  </a:solidFill>
                  <a:latin typeface="Source Sans Pro" panose="020B0503030403020204" pitchFamily="34" charset="0"/>
                </a:rPr>
                <a:t>Changing</a:t>
              </a:r>
              <a:r>
                <a:rPr lang="fr-FR" sz="800" b="1" dirty="0">
                  <a:solidFill>
                    <a:schemeClr val="accent5"/>
                  </a:solidFill>
                  <a:latin typeface="Source Sans Pro" panose="020B0503030403020204" pitchFamily="34" charset="0"/>
                </a:rPr>
                <a:t> an image:</a:t>
              </a:r>
            </a:p>
            <a:p>
              <a:pPr>
                <a:spcAft>
                  <a:spcPts val="300"/>
                </a:spcAft>
                <a:buClr>
                  <a:schemeClr val="accent5"/>
                </a:buClr>
              </a:pPr>
              <a:r>
                <a:rPr lang="fr-FR" sz="800" b="1" dirty="0">
                  <a:solidFill>
                    <a:schemeClr val="bg1"/>
                  </a:solidFill>
                  <a:latin typeface="Source Sans Pro" panose="020B0503030403020204" pitchFamily="34" charset="0"/>
                </a:rPr>
                <a:t>Method #01</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Right-click on image</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Change image</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Select </a:t>
              </a:r>
              <a:r>
                <a:rPr lang="fr-FR" sz="700" dirty="0" err="1">
                  <a:solidFill>
                    <a:schemeClr val="bg1"/>
                  </a:solidFill>
                  <a:latin typeface="Source Sans Pro" panose="020B0503030403020204" pitchFamily="34" charset="0"/>
                </a:rPr>
                <a:t>desired</a:t>
              </a:r>
              <a:r>
                <a:rPr lang="fr-FR" sz="700" dirty="0">
                  <a:solidFill>
                    <a:schemeClr val="bg1"/>
                  </a:solidFill>
                  <a:latin typeface="Source Sans Pro" panose="020B0503030403020204" pitchFamily="34" charset="0"/>
                </a:rPr>
                <a:t> source</a:t>
              </a:r>
            </a:p>
            <a:p>
              <a:pPr marL="171450" indent="-171450">
                <a:spcAft>
                  <a:spcPts val="300"/>
                </a:spcAft>
                <a:buClr>
                  <a:schemeClr val="accent5"/>
                </a:buClr>
                <a:buFont typeface="Wingdings 3" panose="05040102010807070707" pitchFamily="18" charset="2"/>
                <a:buChar char=""/>
              </a:pPr>
              <a:endParaRPr lang="fr-FR" sz="700" dirty="0">
                <a:solidFill>
                  <a:schemeClr val="bg1"/>
                </a:solidFill>
                <a:latin typeface="Source Sans Pro" panose="020B0503030403020204" pitchFamily="34" charset="0"/>
              </a:endParaRPr>
            </a:p>
            <a:p>
              <a:pPr marL="171450" indent="-171450">
                <a:spcAft>
                  <a:spcPts val="300"/>
                </a:spcAft>
                <a:buClr>
                  <a:schemeClr val="accent5"/>
                </a:buClr>
                <a:buFont typeface="Wingdings 3" panose="05040102010807070707" pitchFamily="18" charset="2"/>
                <a:buChar char=""/>
              </a:pPr>
              <a:endParaRPr lang="fr-FR" sz="700" dirty="0">
                <a:solidFill>
                  <a:schemeClr val="bg1"/>
                </a:solidFill>
                <a:latin typeface="Source Sans Pro" panose="020B0503030403020204" pitchFamily="34" charset="0"/>
              </a:endParaRPr>
            </a:p>
            <a:p>
              <a:pPr marL="171450" indent="-171450">
                <a:spcAft>
                  <a:spcPts val="300"/>
                </a:spcAft>
                <a:buClr>
                  <a:schemeClr val="accent5"/>
                </a:buClr>
                <a:buFont typeface="Wingdings 3" panose="05040102010807070707" pitchFamily="18" charset="2"/>
                <a:buChar char=""/>
              </a:pPr>
              <a:endParaRPr lang="fr-FR" sz="700" dirty="0">
                <a:solidFill>
                  <a:schemeClr val="bg1"/>
                </a:solidFill>
                <a:latin typeface="Source Sans Pro" panose="020B0503030403020204" pitchFamily="34" charset="0"/>
              </a:endParaRPr>
            </a:p>
            <a:p>
              <a:pPr>
                <a:spcBef>
                  <a:spcPts val="300"/>
                </a:spcBef>
                <a:spcAft>
                  <a:spcPts val="300"/>
                </a:spcAft>
                <a:buClr>
                  <a:schemeClr val="accent5"/>
                </a:buClr>
              </a:pPr>
              <a:r>
                <a:rPr lang="fr-FR" sz="800" b="1" dirty="0">
                  <a:solidFill>
                    <a:schemeClr val="bg1">
                      <a:lumMod val="95000"/>
                      <a:alpha val="0"/>
                    </a:schemeClr>
                  </a:solidFill>
                  <a:latin typeface="Source Sans Pro" panose="020B0503030403020204" pitchFamily="34" charset="0"/>
                </a:rPr>
                <a:t>Changer une image:</a:t>
              </a:r>
            </a:p>
            <a:p>
              <a:pPr>
                <a:spcAft>
                  <a:spcPts val="300"/>
                </a:spcAft>
                <a:buClr>
                  <a:schemeClr val="accent5"/>
                </a:buClr>
              </a:pPr>
              <a:r>
                <a:rPr lang="fr-FR" sz="800" b="1" dirty="0" err="1">
                  <a:solidFill>
                    <a:schemeClr val="bg1"/>
                  </a:solidFill>
                  <a:latin typeface="Source Sans Pro" panose="020B0503030403020204" pitchFamily="34" charset="0"/>
                </a:rPr>
                <a:t>Methode</a:t>
              </a:r>
              <a:r>
                <a:rPr lang="fr-FR" sz="800" b="1" dirty="0">
                  <a:solidFill>
                    <a:schemeClr val="bg1"/>
                  </a:solidFill>
                  <a:latin typeface="Source Sans Pro" panose="020B0503030403020204" pitchFamily="34" charset="0"/>
                </a:rPr>
                <a:t> #02</a:t>
              </a:r>
            </a:p>
            <a:p>
              <a:pPr marL="171450" indent="-171450">
                <a:spcAft>
                  <a:spcPts val="300"/>
                </a:spcAft>
                <a:buClr>
                  <a:schemeClr val="accent5"/>
                </a:buClr>
                <a:buFont typeface="Wingdings 3" panose="05040102010807070707" pitchFamily="18" charset="2"/>
                <a:buChar char=""/>
              </a:pPr>
              <a:r>
                <a:rPr lang="fr-FR" sz="700" dirty="0" err="1">
                  <a:solidFill>
                    <a:schemeClr val="bg1"/>
                  </a:solidFill>
                  <a:latin typeface="Source Sans Pro" panose="020B0503030403020204" pitchFamily="34" charset="0"/>
                </a:rPr>
                <a:t>Delete</a:t>
              </a:r>
              <a:r>
                <a:rPr lang="fr-FR" sz="700" dirty="0">
                  <a:solidFill>
                    <a:schemeClr val="bg1"/>
                  </a:solidFill>
                  <a:latin typeface="Source Sans Pro" panose="020B0503030403020204" pitchFamily="34" charset="0"/>
                </a:rPr>
                <a:t> </a:t>
              </a:r>
              <a:r>
                <a:rPr lang="fr-FR" sz="700" dirty="0" err="1">
                  <a:solidFill>
                    <a:schemeClr val="bg1"/>
                  </a:solidFill>
                  <a:latin typeface="Source Sans Pro" panose="020B0503030403020204" pitchFamily="34" charset="0"/>
                </a:rPr>
                <a:t>existing</a:t>
              </a:r>
              <a:r>
                <a:rPr lang="fr-FR" sz="700" dirty="0">
                  <a:solidFill>
                    <a:schemeClr val="bg1"/>
                  </a:solidFill>
                  <a:latin typeface="Source Sans Pro" panose="020B0503030403020204" pitchFamily="34" charset="0"/>
                </a:rPr>
                <a:t> image</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Click on the </a:t>
              </a:r>
              <a:r>
                <a:rPr lang="fr-FR" sz="700" dirty="0" err="1">
                  <a:solidFill>
                    <a:schemeClr val="bg1"/>
                  </a:solidFill>
                  <a:latin typeface="Source Sans Pro" panose="020B0503030403020204" pitchFamily="34" charset="0"/>
                </a:rPr>
                <a:t>icon</a:t>
              </a:r>
              <a:r>
                <a:rPr lang="fr-FR" sz="700" dirty="0">
                  <a:solidFill>
                    <a:schemeClr val="bg1"/>
                  </a:solidFill>
                  <a:latin typeface="Source Sans Pro" panose="020B0503030403020204" pitchFamily="34" charset="0"/>
                </a:rPr>
                <a:t> </a:t>
              </a:r>
              <a:br>
                <a:rPr lang="fr-FR" sz="700" dirty="0">
                  <a:solidFill>
                    <a:schemeClr val="bg1"/>
                  </a:solidFill>
                  <a:latin typeface="Source Sans Pro" panose="020B0503030403020204" pitchFamily="34" charset="0"/>
                </a:rPr>
              </a:br>
              <a:r>
                <a:rPr lang="fr-FR" sz="700" dirty="0">
                  <a:solidFill>
                    <a:schemeClr val="bg1"/>
                  </a:solidFill>
                  <a:latin typeface="Source Sans Pro" panose="020B0503030403020204" pitchFamily="34" charset="0"/>
                </a:rPr>
                <a:t>in the middle</a:t>
              </a:r>
              <a:br>
                <a:rPr lang="fr-FR" sz="700" dirty="0">
                  <a:solidFill>
                    <a:schemeClr val="bg1"/>
                  </a:solidFill>
                  <a:latin typeface="Source Sans Pro" panose="020B0503030403020204" pitchFamily="34" charset="0"/>
                </a:rPr>
              </a:br>
              <a:r>
                <a:rPr lang="fr-FR" sz="700" dirty="0">
                  <a:solidFill>
                    <a:schemeClr val="bg1"/>
                  </a:solidFill>
                  <a:latin typeface="Source Sans Pro" panose="020B0503030403020204" pitchFamily="34" charset="0"/>
                </a:rPr>
                <a:t>of the block </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Select the </a:t>
              </a:r>
              <a:r>
                <a:rPr lang="fr-FR" sz="700" dirty="0" err="1">
                  <a:solidFill>
                    <a:schemeClr val="bg1"/>
                  </a:solidFill>
                  <a:latin typeface="Source Sans Pro" panose="020B0503030403020204" pitchFamily="34" charset="0"/>
                </a:rPr>
                <a:t>desired</a:t>
              </a:r>
              <a:r>
                <a:rPr lang="fr-FR" sz="700" dirty="0">
                  <a:solidFill>
                    <a:schemeClr val="bg1"/>
                  </a:solidFill>
                  <a:latin typeface="Source Sans Pro" panose="020B0503030403020204" pitchFamily="34" charset="0"/>
                </a:rPr>
                <a:t> image on </a:t>
              </a:r>
              <a:r>
                <a:rPr lang="fr-FR" sz="700" dirty="0" err="1">
                  <a:solidFill>
                    <a:schemeClr val="bg1"/>
                  </a:solidFill>
                  <a:latin typeface="Source Sans Pro" panose="020B0503030403020204" pitchFamily="34" charset="0"/>
                </a:rPr>
                <a:t>your</a:t>
              </a:r>
              <a:r>
                <a:rPr lang="fr-FR" sz="700" dirty="0">
                  <a:solidFill>
                    <a:schemeClr val="bg1"/>
                  </a:solidFill>
                  <a:latin typeface="Source Sans Pro" panose="020B0503030403020204" pitchFamily="34" charset="0"/>
                </a:rPr>
                <a:t> computer</a:t>
              </a:r>
            </a:p>
          </p:txBody>
        </p:sp>
        <p:sp>
          <p:nvSpPr>
            <p:cNvPr id="49" name="Rectangle 48">
              <a:extLst>
                <a:ext uri="{FF2B5EF4-FFF2-40B4-BE49-F238E27FC236}">
                  <a16:creationId xmlns:a16="http://schemas.microsoft.com/office/drawing/2014/main" id="{39360B77-5DFE-0A02-0D93-8D14C9CBC1D5}"/>
                </a:ext>
              </a:extLst>
            </p:cNvPr>
            <p:cNvSpPr/>
            <p:nvPr/>
          </p:nvSpPr>
          <p:spPr>
            <a:xfrm>
              <a:off x="6108065" y="4302209"/>
              <a:ext cx="1843839" cy="3343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numCol="1" rtlCol="0" anchor="t">
              <a:spAutoFit/>
            </a:bodyPr>
            <a:lstStyle/>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Right-click on the image, </a:t>
              </a:r>
              <a:r>
                <a:rPr lang="fr-FR" sz="700" dirty="0" err="1">
                  <a:solidFill>
                    <a:schemeClr val="bg1"/>
                  </a:solidFill>
                  <a:latin typeface="Source Sans Pro" panose="020B0503030403020204" pitchFamily="34" charset="0"/>
                </a:rPr>
                <a:t>then</a:t>
              </a:r>
              <a:r>
                <a:rPr lang="fr-FR" sz="700" dirty="0">
                  <a:solidFill>
                    <a:schemeClr val="bg1"/>
                  </a:solidFill>
                  <a:latin typeface="Source Sans Pro" panose="020B0503030403020204" pitchFamily="34" charset="0"/>
                </a:rPr>
                <a:t> select "Background" if </a:t>
              </a:r>
              <a:r>
                <a:rPr lang="fr-FR" sz="700" dirty="0" err="1">
                  <a:solidFill>
                    <a:schemeClr val="bg1"/>
                  </a:solidFill>
                  <a:latin typeface="Source Sans Pro" panose="020B0503030403020204" pitchFamily="34" charset="0"/>
                </a:rPr>
                <a:t>required</a:t>
              </a:r>
              <a:endParaRPr lang="fr-FR" sz="700" dirty="0">
                <a:solidFill>
                  <a:schemeClr val="bg1"/>
                </a:solidFill>
                <a:latin typeface="Source Sans Pro" panose="020B0503030403020204" pitchFamily="34" charset="0"/>
              </a:endParaRPr>
            </a:p>
          </p:txBody>
        </p:sp>
        <p:sp>
          <p:nvSpPr>
            <p:cNvPr id="50" name="Rectangle 49">
              <a:extLst>
                <a:ext uri="{FF2B5EF4-FFF2-40B4-BE49-F238E27FC236}">
                  <a16:creationId xmlns:a16="http://schemas.microsoft.com/office/drawing/2014/main" id="{15AC5460-70F4-7961-CCD7-D5351F89FE0B}"/>
                </a:ext>
              </a:extLst>
            </p:cNvPr>
            <p:cNvSpPr/>
            <p:nvPr/>
          </p:nvSpPr>
          <p:spPr>
            <a:xfrm>
              <a:off x="6108065" y="4638504"/>
              <a:ext cx="1843841" cy="6959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numCol="1" rtlCol="0" anchor="t">
              <a:spAutoFit/>
            </a:bodyPr>
            <a:lstStyle/>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To </a:t>
              </a:r>
              <a:r>
                <a:rPr lang="fr-FR" sz="700" dirty="0" err="1">
                  <a:solidFill>
                    <a:schemeClr val="bg1"/>
                  </a:solidFill>
                  <a:latin typeface="Source Sans Pro" panose="020B0503030403020204" pitchFamily="34" charset="0"/>
                </a:rPr>
                <a:t>crop</a:t>
              </a:r>
              <a:r>
                <a:rPr lang="fr-FR" sz="700" dirty="0">
                  <a:solidFill>
                    <a:schemeClr val="bg1"/>
                  </a:solidFill>
                  <a:latin typeface="Source Sans Pro" panose="020B0503030403020204" pitchFamily="34" charset="0"/>
                </a:rPr>
                <a:t> the image, in "Image </a:t>
              </a:r>
              <a:r>
                <a:rPr lang="fr-FR" sz="700" dirty="0" err="1">
                  <a:solidFill>
                    <a:schemeClr val="bg1"/>
                  </a:solidFill>
                  <a:latin typeface="Source Sans Pro" panose="020B0503030403020204" pitchFamily="34" charset="0"/>
                </a:rPr>
                <a:t>tools</a:t>
              </a:r>
              <a:r>
                <a:rPr lang="fr-FR" sz="700" dirty="0">
                  <a:solidFill>
                    <a:schemeClr val="bg1"/>
                  </a:solidFill>
                  <a:latin typeface="Source Sans Pro" panose="020B0503030403020204" pitchFamily="34" charset="0"/>
                </a:rPr>
                <a:t>", click on the </a:t>
              </a:r>
              <a:r>
                <a:rPr lang="fr-FR" sz="700" dirty="0" err="1">
                  <a:solidFill>
                    <a:schemeClr val="bg1"/>
                  </a:solidFill>
                  <a:latin typeface="Source Sans Pro" panose="020B0503030403020204" pitchFamily="34" charset="0"/>
                </a:rPr>
                <a:t>arrow</a:t>
              </a:r>
              <a:r>
                <a:rPr lang="fr-FR" sz="700" dirty="0">
                  <a:solidFill>
                    <a:schemeClr val="bg1"/>
                  </a:solidFill>
                  <a:latin typeface="Source Sans Pro" panose="020B0503030403020204" pitchFamily="34" charset="0"/>
                </a:rPr>
                <a:t> </a:t>
              </a:r>
              <a:r>
                <a:rPr lang="fr-FR" sz="700" dirty="0" err="1">
                  <a:solidFill>
                    <a:schemeClr val="bg1"/>
                  </a:solidFill>
                  <a:latin typeface="Source Sans Pro" panose="020B0503030403020204" pitchFamily="34" charset="0"/>
                </a:rPr>
                <a:t>below</a:t>
              </a:r>
              <a:r>
                <a:rPr lang="fr-FR" sz="700" dirty="0">
                  <a:solidFill>
                    <a:schemeClr val="bg1"/>
                  </a:solidFill>
                  <a:latin typeface="Source Sans Pro" panose="020B0503030403020204" pitchFamily="34" charset="0"/>
                </a:rPr>
                <a:t> the tab </a:t>
              </a:r>
              <a:br>
                <a:rPr lang="fr-FR" sz="700" dirty="0">
                  <a:solidFill>
                    <a:schemeClr val="bg1"/>
                  </a:solidFill>
                  <a:latin typeface="Source Sans Pro" panose="020B0503030403020204" pitchFamily="34" charset="0"/>
                </a:rPr>
              </a:br>
              <a:r>
                <a:rPr lang="fr-FR" sz="700" dirty="0">
                  <a:solidFill>
                    <a:schemeClr val="bg1"/>
                  </a:solidFill>
                  <a:latin typeface="Source Sans Pro" panose="020B0503030403020204" pitchFamily="34" charset="0"/>
                </a:rPr>
                <a:t>and </a:t>
              </a:r>
              <a:r>
                <a:rPr lang="fr-FR" sz="700" dirty="0" err="1">
                  <a:solidFill>
                    <a:schemeClr val="bg1"/>
                  </a:solidFill>
                  <a:latin typeface="Source Sans Pro" panose="020B0503030403020204" pitchFamily="34" charset="0"/>
                </a:rPr>
                <a:t>choose</a:t>
              </a:r>
              <a:r>
                <a:rPr lang="fr-FR" sz="700" dirty="0">
                  <a:solidFill>
                    <a:schemeClr val="bg1"/>
                  </a:solidFill>
                  <a:latin typeface="Source Sans Pro" panose="020B0503030403020204" pitchFamily="34" charset="0"/>
                </a:rPr>
                <a:t> the </a:t>
              </a:r>
              <a:r>
                <a:rPr lang="fr-FR" sz="700" dirty="0" err="1">
                  <a:solidFill>
                    <a:schemeClr val="bg1"/>
                  </a:solidFill>
                  <a:latin typeface="Source Sans Pro" panose="020B0503030403020204" pitchFamily="34" charset="0"/>
                </a:rPr>
                <a:t>desired</a:t>
              </a:r>
              <a:r>
                <a:rPr lang="fr-FR" sz="700" dirty="0">
                  <a:solidFill>
                    <a:schemeClr val="bg1"/>
                  </a:solidFill>
                  <a:latin typeface="Source Sans Pro" panose="020B0503030403020204" pitchFamily="34" charset="0"/>
                </a:rPr>
                <a:t> option. </a:t>
              </a:r>
            </a:p>
            <a:p>
              <a:pPr marL="171450" indent="-171450">
                <a:spcAft>
                  <a:spcPts val="300"/>
                </a:spcAft>
                <a:buClr>
                  <a:schemeClr val="accent5"/>
                </a:buClr>
                <a:buFont typeface="Wingdings 3" panose="05040102010807070707" pitchFamily="18" charset="2"/>
                <a:buChar char=""/>
              </a:pPr>
              <a:r>
                <a:rPr lang="fr-FR" sz="700" dirty="0" err="1">
                  <a:solidFill>
                    <a:schemeClr val="bg1"/>
                  </a:solidFill>
                  <a:latin typeface="Source Sans Pro" panose="020B0503030403020204" pitchFamily="34" charset="0"/>
                </a:rPr>
                <a:t>Then</a:t>
              </a:r>
              <a:r>
                <a:rPr lang="fr-FR" sz="700" dirty="0">
                  <a:solidFill>
                    <a:schemeClr val="bg1"/>
                  </a:solidFill>
                  <a:latin typeface="Source Sans Pro" panose="020B0503030403020204" pitchFamily="34" charset="0"/>
                </a:rPr>
                <a:t> </a:t>
              </a:r>
              <a:r>
                <a:rPr lang="fr-FR" sz="700" dirty="0" err="1">
                  <a:solidFill>
                    <a:schemeClr val="bg1"/>
                  </a:solidFill>
                  <a:latin typeface="Source Sans Pro" panose="020B0503030403020204" pitchFamily="34" charset="0"/>
                </a:rPr>
                <a:t>adjust</a:t>
              </a:r>
              <a:r>
                <a:rPr lang="fr-FR" sz="700" dirty="0">
                  <a:solidFill>
                    <a:schemeClr val="bg1"/>
                  </a:solidFill>
                  <a:latin typeface="Source Sans Pro" panose="020B0503030403020204" pitchFamily="34" charset="0"/>
                </a:rPr>
                <a:t> (move, </a:t>
              </a:r>
              <a:r>
                <a:rPr lang="fr-FR" sz="700" dirty="0" err="1">
                  <a:solidFill>
                    <a:schemeClr val="bg1"/>
                  </a:solidFill>
                  <a:latin typeface="Source Sans Pro" panose="020B0503030403020204" pitchFamily="34" charset="0"/>
                </a:rPr>
                <a:t>enlarge</a:t>
              </a:r>
              <a:r>
                <a:rPr lang="fr-FR" sz="700" dirty="0">
                  <a:solidFill>
                    <a:schemeClr val="bg1"/>
                  </a:solidFill>
                  <a:latin typeface="Source Sans Pro" panose="020B0503030403020204" pitchFamily="34" charset="0"/>
                </a:rPr>
                <a:t> or </a:t>
              </a:r>
              <a:r>
                <a:rPr lang="fr-FR" sz="700" dirty="0" err="1">
                  <a:solidFill>
                    <a:schemeClr val="bg1"/>
                  </a:solidFill>
                  <a:latin typeface="Source Sans Pro" panose="020B0503030403020204" pitchFamily="34" charset="0"/>
                </a:rPr>
                <a:t>shrink</a:t>
              </a:r>
              <a:r>
                <a:rPr lang="fr-FR" sz="700" dirty="0">
                  <a:solidFill>
                    <a:schemeClr val="bg1"/>
                  </a:solidFill>
                  <a:latin typeface="Source Sans Pro" panose="020B0503030403020204" pitchFamily="34" charset="0"/>
                </a:rPr>
                <a:t>) the image as </a:t>
              </a:r>
              <a:r>
                <a:rPr lang="fr-FR" sz="700" dirty="0" err="1">
                  <a:solidFill>
                    <a:schemeClr val="bg1"/>
                  </a:solidFill>
                  <a:latin typeface="Source Sans Pro" panose="020B0503030403020204" pitchFamily="34" charset="0"/>
                </a:rPr>
                <a:t>required</a:t>
              </a:r>
              <a:r>
                <a:rPr lang="fr-FR" sz="700" dirty="0">
                  <a:solidFill>
                    <a:schemeClr val="bg1"/>
                  </a:solidFill>
                  <a:latin typeface="Source Sans Pro" panose="020B0503030403020204" pitchFamily="34" charset="0"/>
                </a:rPr>
                <a:t>.</a:t>
              </a:r>
            </a:p>
          </p:txBody>
        </p:sp>
      </p:grpSp>
      <p:sp>
        <p:nvSpPr>
          <p:cNvPr id="54" name="Rectangle 53">
            <a:extLst>
              <a:ext uri="{FF2B5EF4-FFF2-40B4-BE49-F238E27FC236}">
                <a16:creationId xmlns:a16="http://schemas.microsoft.com/office/drawing/2014/main" id="{32ADE921-84F9-D470-7E36-9ABD6DAE3961}"/>
              </a:ext>
            </a:extLst>
          </p:cNvPr>
          <p:cNvSpPr/>
          <p:nvPr userDrawn="1"/>
        </p:nvSpPr>
        <p:spPr>
          <a:xfrm>
            <a:off x="8303796" y="3350434"/>
            <a:ext cx="1785617" cy="22194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a:spcAft>
                <a:spcPts val="300"/>
              </a:spcAft>
              <a:buClr>
                <a:schemeClr val="accent5"/>
              </a:buClr>
            </a:pPr>
            <a:r>
              <a:rPr lang="fr-FR" sz="800" b="1" dirty="0" err="1">
                <a:solidFill>
                  <a:schemeClr val="accent5"/>
                </a:solidFill>
                <a:latin typeface="Source Sans Pro" panose="020B0503030403020204" pitchFamily="34" charset="0"/>
              </a:rPr>
              <a:t>Changing</a:t>
            </a:r>
            <a:r>
              <a:rPr lang="fr-FR" sz="800" b="1" dirty="0">
                <a:solidFill>
                  <a:schemeClr val="accent5"/>
                </a:solidFill>
                <a:latin typeface="Source Sans Pro" panose="020B0503030403020204" pitchFamily="34" charset="0"/>
              </a:rPr>
              <a:t> the </a:t>
            </a:r>
            <a:r>
              <a:rPr lang="fr-FR" sz="800" b="1" dirty="0" err="1">
                <a:solidFill>
                  <a:schemeClr val="accent5"/>
                </a:solidFill>
                <a:latin typeface="Source Sans Pro" panose="020B0503030403020204" pitchFamily="34" charset="0"/>
              </a:rPr>
              <a:t>footer</a:t>
            </a:r>
            <a:r>
              <a:rPr lang="fr-FR" sz="800" b="1" dirty="0">
                <a:solidFill>
                  <a:schemeClr val="accent5"/>
                </a:solidFill>
                <a:latin typeface="Source Sans Pro" panose="020B0503030403020204" pitchFamily="34" charset="0"/>
              </a:rPr>
              <a:t> : </a:t>
            </a:r>
          </a:p>
          <a:p>
            <a:pPr>
              <a:spcAft>
                <a:spcPts val="300"/>
              </a:spcAft>
              <a:buClr>
                <a:schemeClr val="accent5"/>
              </a:buClr>
            </a:pPr>
            <a:r>
              <a:rPr lang="fr-FR" sz="800" b="1" dirty="0">
                <a:solidFill>
                  <a:schemeClr val="bg1"/>
                </a:solidFill>
                <a:latin typeface="Source Sans Pro" panose="020B0503030403020204" pitchFamily="34" charset="0"/>
              </a:rPr>
              <a:t>The </a:t>
            </a:r>
            <a:r>
              <a:rPr lang="fr-FR" sz="800" b="1" dirty="0" err="1">
                <a:solidFill>
                  <a:schemeClr val="bg1"/>
                </a:solidFill>
                <a:latin typeface="Source Sans Pro" panose="020B0503030403020204" pitchFamily="34" charset="0"/>
              </a:rPr>
              <a:t>footer</a:t>
            </a:r>
            <a:endParaRPr lang="fr-FR" sz="800" b="1" dirty="0">
              <a:solidFill>
                <a:schemeClr val="bg1"/>
              </a:solidFill>
              <a:latin typeface="Source Sans Pro" panose="020B0503030403020204" pitchFamily="34" charset="0"/>
            </a:endParaRP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Click on "Insert "</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Click on "Header and </a:t>
            </a:r>
            <a:r>
              <a:rPr lang="fr-FR" sz="700" dirty="0" err="1">
                <a:solidFill>
                  <a:schemeClr val="bg1"/>
                </a:solidFill>
                <a:latin typeface="Source Sans Pro" panose="020B0503030403020204" pitchFamily="34" charset="0"/>
              </a:rPr>
              <a:t>footer</a:t>
            </a:r>
            <a:r>
              <a:rPr lang="fr-FR" sz="700" dirty="0">
                <a:solidFill>
                  <a:schemeClr val="bg1"/>
                </a:solidFill>
                <a:latin typeface="Source Sans Pro" panose="020B0503030403020204" pitchFamily="34" charset="0"/>
              </a:rPr>
              <a:t>".</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Enter the </a:t>
            </a:r>
            <a:r>
              <a:rPr lang="fr-FR" sz="700" dirty="0" err="1">
                <a:solidFill>
                  <a:schemeClr val="bg1"/>
                </a:solidFill>
                <a:latin typeface="Source Sans Pro" panose="020B0503030403020204" pitchFamily="34" charset="0"/>
              </a:rPr>
              <a:t>desired</a:t>
            </a:r>
            <a:r>
              <a:rPr lang="fr-FR" sz="700" dirty="0">
                <a:solidFill>
                  <a:schemeClr val="bg1"/>
                </a:solidFill>
                <a:latin typeface="Source Sans Pro" panose="020B0503030403020204" pitchFamily="34" charset="0"/>
              </a:rPr>
              <a:t> </a:t>
            </a:r>
            <a:r>
              <a:rPr lang="fr-FR" sz="700" dirty="0" err="1">
                <a:solidFill>
                  <a:schemeClr val="bg1"/>
                </a:solidFill>
                <a:latin typeface="Source Sans Pro" panose="020B0503030403020204" pitchFamily="34" charset="0"/>
              </a:rPr>
              <a:t>text</a:t>
            </a:r>
            <a:r>
              <a:rPr lang="fr-FR" sz="700" dirty="0">
                <a:solidFill>
                  <a:schemeClr val="bg1"/>
                </a:solidFill>
                <a:latin typeface="Source Sans Pro" panose="020B0503030403020204" pitchFamily="34" charset="0"/>
              </a:rPr>
              <a:t> in the "</a:t>
            </a:r>
            <a:r>
              <a:rPr lang="fr-FR" sz="700" dirty="0" err="1">
                <a:solidFill>
                  <a:schemeClr val="bg1"/>
                </a:solidFill>
                <a:latin typeface="Source Sans Pro" panose="020B0503030403020204" pitchFamily="34" charset="0"/>
              </a:rPr>
              <a:t>Footer</a:t>
            </a:r>
            <a:r>
              <a:rPr lang="fr-FR" sz="700" dirty="0">
                <a:solidFill>
                  <a:schemeClr val="bg1"/>
                </a:solidFill>
                <a:latin typeface="Source Sans Pro" panose="020B0503030403020204" pitchFamily="34" charset="0"/>
              </a:rPr>
              <a:t>" box</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Click on "Apply </a:t>
            </a:r>
            <a:r>
              <a:rPr lang="fr-FR" sz="700" dirty="0" err="1">
                <a:solidFill>
                  <a:schemeClr val="bg1"/>
                </a:solidFill>
                <a:latin typeface="Source Sans Pro" panose="020B0503030403020204" pitchFamily="34" charset="0"/>
              </a:rPr>
              <a:t>everywhere</a:t>
            </a:r>
            <a:r>
              <a:rPr lang="fr-FR" sz="700" dirty="0">
                <a:solidFill>
                  <a:schemeClr val="bg1"/>
                </a:solidFill>
                <a:latin typeface="Source Sans Pro" panose="020B0503030403020204" pitchFamily="34" charset="0"/>
              </a:rPr>
              <a:t> "</a:t>
            </a:r>
          </a:p>
          <a:p>
            <a:pPr>
              <a:spcAft>
                <a:spcPts val="300"/>
              </a:spcAft>
              <a:buClr>
                <a:schemeClr val="accent5"/>
              </a:buClr>
            </a:pPr>
            <a:r>
              <a:rPr lang="fr-FR" sz="800" b="1" dirty="0">
                <a:solidFill>
                  <a:schemeClr val="bg1"/>
                </a:solidFill>
                <a:latin typeface="Source Sans Pro" panose="020B0503030403020204" pitchFamily="34" charset="0"/>
              </a:rPr>
              <a:t>Pagination</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Select "Slide </a:t>
            </a:r>
            <a:r>
              <a:rPr lang="fr-FR" sz="700" dirty="0" err="1">
                <a:solidFill>
                  <a:schemeClr val="bg1"/>
                </a:solidFill>
                <a:latin typeface="Source Sans Pro" panose="020B0503030403020204" pitchFamily="34" charset="0"/>
              </a:rPr>
              <a:t>number</a:t>
            </a:r>
            <a:r>
              <a:rPr lang="fr-FR" sz="700" dirty="0">
                <a:solidFill>
                  <a:schemeClr val="bg1"/>
                </a:solidFill>
                <a:latin typeface="Source Sans Pro" panose="020B0503030403020204" pitchFamily="34" charset="0"/>
              </a:rPr>
              <a:t>”</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Click on "Apply </a:t>
            </a:r>
            <a:r>
              <a:rPr lang="fr-FR" sz="700" dirty="0" err="1">
                <a:solidFill>
                  <a:schemeClr val="bg1"/>
                </a:solidFill>
                <a:latin typeface="Source Sans Pro" panose="020B0503030403020204" pitchFamily="34" charset="0"/>
              </a:rPr>
              <a:t>everywhere</a:t>
            </a:r>
            <a:r>
              <a:rPr lang="fr-FR" sz="700" dirty="0">
                <a:solidFill>
                  <a:schemeClr val="bg1"/>
                </a:solidFill>
                <a:latin typeface="Source Sans Pro" panose="020B0503030403020204" pitchFamily="34" charset="0"/>
              </a:rPr>
              <a:t>”</a:t>
            </a:r>
          </a:p>
          <a:p>
            <a:pPr>
              <a:spcAft>
                <a:spcPts val="300"/>
              </a:spcAft>
              <a:buClr>
                <a:schemeClr val="accent5"/>
              </a:buClr>
            </a:pPr>
            <a:r>
              <a:rPr lang="fr-FR" sz="800" b="1" dirty="0">
                <a:solidFill>
                  <a:schemeClr val="bg1"/>
                </a:solidFill>
                <a:latin typeface="Source Sans Pro" panose="020B0503030403020204" pitchFamily="34" charset="0"/>
              </a:rPr>
              <a:t>Date</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Select "Date and Time", </a:t>
            </a:r>
            <a:br>
              <a:rPr lang="fr-FR" sz="700" dirty="0">
                <a:solidFill>
                  <a:schemeClr val="bg1"/>
                </a:solidFill>
                <a:latin typeface="Source Sans Pro" panose="020B0503030403020204" pitchFamily="34" charset="0"/>
              </a:rPr>
            </a:br>
            <a:r>
              <a:rPr lang="fr-FR" sz="700" dirty="0" err="1">
                <a:solidFill>
                  <a:schemeClr val="bg1"/>
                </a:solidFill>
                <a:latin typeface="Source Sans Pro" panose="020B0503030403020204" pitchFamily="34" charset="0"/>
              </a:rPr>
              <a:t>then</a:t>
            </a:r>
            <a:r>
              <a:rPr lang="fr-FR" sz="700" dirty="0">
                <a:solidFill>
                  <a:schemeClr val="bg1"/>
                </a:solidFill>
                <a:latin typeface="Source Sans Pro" panose="020B0503030403020204" pitchFamily="34" charset="0"/>
              </a:rPr>
              <a:t> "</a:t>
            </a:r>
            <a:r>
              <a:rPr lang="fr-FR" sz="700" dirty="0" err="1">
                <a:solidFill>
                  <a:schemeClr val="bg1"/>
                </a:solidFill>
                <a:latin typeface="Source Sans Pro" panose="020B0503030403020204" pitchFamily="34" charset="0"/>
              </a:rPr>
              <a:t>Automatic</a:t>
            </a:r>
            <a:r>
              <a:rPr lang="fr-FR" sz="700" dirty="0">
                <a:solidFill>
                  <a:schemeClr val="bg1"/>
                </a:solidFill>
                <a:latin typeface="Source Sans Pro" panose="020B0503030403020204" pitchFamily="34" charset="0"/>
              </a:rPr>
              <a:t> Update" </a:t>
            </a:r>
            <a:br>
              <a:rPr lang="fr-FR" sz="700" dirty="0">
                <a:solidFill>
                  <a:schemeClr val="bg1"/>
                </a:solidFill>
                <a:latin typeface="Source Sans Pro" panose="020B0503030403020204" pitchFamily="34" charset="0"/>
              </a:rPr>
            </a:br>
            <a:r>
              <a:rPr lang="fr-FR" sz="700" dirty="0">
                <a:solidFill>
                  <a:schemeClr val="bg1"/>
                </a:solidFill>
                <a:latin typeface="Source Sans Pro" panose="020B0503030403020204" pitchFamily="34" charset="0"/>
              </a:rPr>
              <a:t>and the </a:t>
            </a:r>
            <a:r>
              <a:rPr lang="fr-FR" sz="700" dirty="0" err="1">
                <a:solidFill>
                  <a:schemeClr val="bg1"/>
                </a:solidFill>
                <a:latin typeface="Source Sans Pro" panose="020B0503030403020204" pitchFamily="34" charset="0"/>
              </a:rPr>
              <a:t>desired</a:t>
            </a:r>
            <a:r>
              <a:rPr lang="fr-FR" sz="700" dirty="0">
                <a:solidFill>
                  <a:schemeClr val="bg1"/>
                </a:solidFill>
                <a:latin typeface="Source Sans Pro" panose="020B0503030403020204" pitchFamily="34" charset="0"/>
              </a:rPr>
              <a:t> format. </a:t>
            </a:r>
          </a:p>
          <a:p>
            <a:pPr marL="171450" indent="-171450">
              <a:spcAft>
                <a:spcPts val="300"/>
              </a:spcAft>
              <a:buClr>
                <a:schemeClr val="accent5"/>
              </a:buClr>
              <a:buFont typeface="Wingdings 3" panose="05040102010807070707" pitchFamily="18" charset="2"/>
              <a:buChar char=""/>
            </a:pPr>
            <a:r>
              <a:rPr lang="fr-FR" sz="700" dirty="0">
                <a:solidFill>
                  <a:schemeClr val="bg1"/>
                </a:solidFill>
                <a:latin typeface="Source Sans Pro" panose="020B0503030403020204" pitchFamily="34" charset="0"/>
              </a:rPr>
              <a:t>Click on "Apply </a:t>
            </a:r>
            <a:r>
              <a:rPr lang="fr-FR" sz="700" dirty="0" err="1">
                <a:solidFill>
                  <a:schemeClr val="bg1"/>
                </a:solidFill>
                <a:latin typeface="Source Sans Pro" panose="020B0503030403020204" pitchFamily="34" charset="0"/>
              </a:rPr>
              <a:t>everywhere</a:t>
            </a:r>
            <a:r>
              <a:rPr lang="fr-FR" sz="700" dirty="0">
                <a:solidFill>
                  <a:schemeClr val="bg1"/>
                </a:solidFill>
                <a:latin typeface="Source Sans Pro" panose="020B0503030403020204" pitchFamily="34" charset="0"/>
              </a:rPr>
              <a:t> "</a:t>
            </a:r>
          </a:p>
        </p:txBody>
      </p:sp>
      <p:sp>
        <p:nvSpPr>
          <p:cNvPr id="37" name="ZoneTexte 36">
            <a:extLst>
              <a:ext uri="{FF2B5EF4-FFF2-40B4-BE49-F238E27FC236}">
                <a16:creationId xmlns:a16="http://schemas.microsoft.com/office/drawing/2014/main" id="{E22E4D3C-DB43-4077-FA8B-53FFCA522AE2}"/>
              </a:ext>
            </a:extLst>
          </p:cNvPr>
          <p:cNvSpPr txBox="1"/>
          <p:nvPr userDrawn="1"/>
        </p:nvSpPr>
        <p:spPr>
          <a:xfrm>
            <a:off x="6198685" y="544891"/>
            <a:ext cx="1750221"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
                <a:schemeClr val="accent5"/>
              </a:buClr>
              <a:buSzTx/>
              <a:buFontTx/>
              <a:buNone/>
              <a:tabLst/>
              <a:defRPr/>
            </a:pPr>
            <a:r>
              <a:rPr kumimoji="0" lang="fr-FR" sz="800" b="1" i="0" u="none" strike="noStrike" kern="1200" cap="none" spc="0" normalizeH="0" baseline="0" noProof="0" dirty="0">
                <a:ln>
                  <a:noFill/>
                </a:ln>
                <a:solidFill>
                  <a:schemeClr val="accent5"/>
                </a:solidFill>
                <a:effectLst/>
                <a:uLnTx/>
                <a:uFillTx/>
                <a:latin typeface="Source Sans Pro" panose="020B0503030403020204" pitchFamily="34" charset="0"/>
                <a:ea typeface="+mn-ea"/>
                <a:cs typeface="+mn-cs"/>
              </a:rPr>
              <a:t>Header Menu </a:t>
            </a:r>
            <a:r>
              <a:rPr kumimoji="0" lang="fr-FR" sz="800" b="1" i="0" u="none" strike="noStrike" kern="1200" cap="none" spc="0" normalizeH="0" baseline="0" noProof="0" dirty="0" err="1">
                <a:ln>
                  <a:noFill/>
                </a:ln>
                <a:solidFill>
                  <a:schemeClr val="accent5"/>
                </a:solidFill>
                <a:effectLst/>
                <a:uLnTx/>
                <a:uFillTx/>
                <a:latin typeface="Source Sans Pro" panose="020B0503030403020204" pitchFamily="34" charset="0"/>
                <a:ea typeface="+mn-ea"/>
                <a:cs typeface="+mn-cs"/>
              </a:rPr>
              <a:t>is</a:t>
            </a:r>
            <a:r>
              <a:rPr kumimoji="0" lang="fr-FR" sz="800" b="1" i="0" u="none" strike="noStrike" kern="1200" cap="none" spc="0" normalizeH="0" baseline="0" noProof="0" dirty="0">
                <a:ln>
                  <a:noFill/>
                </a:ln>
                <a:solidFill>
                  <a:schemeClr val="accent5"/>
                </a:solidFill>
                <a:effectLst/>
                <a:uLnTx/>
                <a:uFillTx/>
                <a:latin typeface="Source Sans Pro" panose="020B0503030403020204" pitchFamily="34" charset="0"/>
                <a:ea typeface="+mn-ea"/>
                <a:cs typeface="+mn-cs"/>
              </a:rPr>
              <a:t> </a:t>
            </a:r>
            <a:r>
              <a:rPr kumimoji="0" lang="fr-FR" sz="800" b="1" i="0" u="none" strike="noStrike" kern="1200" cap="none" spc="0" normalizeH="0" baseline="0" noProof="0" dirty="0" err="1">
                <a:ln>
                  <a:noFill/>
                </a:ln>
                <a:solidFill>
                  <a:schemeClr val="accent5"/>
                </a:solidFill>
                <a:effectLst/>
                <a:uLnTx/>
                <a:uFillTx/>
                <a:latin typeface="Source Sans Pro" panose="020B0503030403020204" pitchFamily="34" charset="0"/>
                <a:ea typeface="+mn-ea"/>
                <a:cs typeface="+mn-cs"/>
              </a:rPr>
              <a:t>optional</a:t>
            </a:r>
            <a:endParaRPr kumimoji="0" lang="fr-FR" sz="800" b="1" i="0" u="none" strike="noStrike" kern="1200" cap="none" spc="0" normalizeH="0" baseline="0" noProof="0" dirty="0">
              <a:ln>
                <a:noFill/>
              </a:ln>
              <a:solidFill>
                <a:schemeClr val="accent5"/>
              </a:solidFill>
              <a:effectLst/>
              <a:uLnTx/>
              <a:uFillTx/>
              <a:latin typeface="Source Sans Pro" panose="020B0503030403020204" pitchFamily="34" charset="0"/>
              <a:ea typeface="+mn-ea"/>
              <a:cs typeface="+mn-cs"/>
            </a:endParaRPr>
          </a:p>
          <a:p>
            <a:pPr marL="171450" marR="0" lvl="0" indent="-171450" algn="l" defTabSz="914400" rtl="0" eaLnBrk="1" fontAlgn="auto" latinLnBrk="0" hangingPunct="1">
              <a:lnSpc>
                <a:spcPct val="100000"/>
              </a:lnSpc>
              <a:spcBef>
                <a:spcPts val="0"/>
              </a:spcBef>
              <a:spcAft>
                <a:spcPts val="300"/>
              </a:spcAft>
              <a:buClr>
                <a:schemeClr val="accent5"/>
              </a:buClr>
              <a:buSzTx/>
              <a:buFont typeface="Wingdings 3" panose="05040102010807070707" pitchFamily="18" charset="2"/>
              <a:buChar char=""/>
              <a:tabLst/>
              <a:defRPr/>
            </a:pPr>
            <a:r>
              <a:rPr kumimoji="0" lang="fr-FR" sz="700" b="0" i="0" u="none" strike="noStrike" kern="1200" cap="none" spc="0" normalizeH="0" baseline="0" noProof="0" dirty="0" err="1">
                <a:ln>
                  <a:noFill/>
                </a:ln>
                <a:solidFill>
                  <a:prstClr val="white"/>
                </a:solidFill>
                <a:effectLst/>
                <a:uLnTx/>
                <a:uFillTx/>
                <a:latin typeface="Source Sans Pro" panose="020B0503030403020204" pitchFamily="34" charset="0"/>
                <a:ea typeface="+mn-ea"/>
                <a:cs typeface="+mn-cs"/>
              </a:rPr>
              <a:t>It’s</a:t>
            </a:r>
            <a:r>
              <a:rPr kumimoji="0" lang="fr-FR" sz="700" b="0"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 an </a:t>
            </a:r>
            <a:r>
              <a:rPr kumimoji="0" lang="fr-FR" sz="700" b="0" i="0" u="none" strike="noStrike" kern="1200" cap="none" spc="0" normalizeH="0" baseline="0" noProof="0" dirty="0" err="1">
                <a:ln>
                  <a:noFill/>
                </a:ln>
                <a:solidFill>
                  <a:prstClr val="white"/>
                </a:solidFill>
                <a:effectLst/>
                <a:uLnTx/>
                <a:uFillTx/>
                <a:latin typeface="Source Sans Pro" panose="020B0503030403020204" pitchFamily="34" charset="0"/>
                <a:ea typeface="+mn-ea"/>
                <a:cs typeface="+mn-cs"/>
              </a:rPr>
              <a:t>additional</a:t>
            </a:r>
            <a:r>
              <a:rPr kumimoji="0" lang="fr-FR" sz="700" b="0"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 </a:t>
            </a:r>
            <a:r>
              <a:rPr kumimoji="0" lang="fr-FR" sz="700" b="0" i="0" u="none" strike="noStrike" kern="1200" cap="none" spc="0" normalizeH="0" baseline="0" noProof="0" dirty="0" err="1">
                <a:ln>
                  <a:noFill/>
                </a:ln>
                <a:solidFill>
                  <a:prstClr val="white"/>
                </a:solidFill>
                <a:effectLst/>
                <a:uLnTx/>
                <a:uFillTx/>
                <a:latin typeface="Source Sans Pro" panose="020B0503030403020204" pitchFamily="34" charset="0"/>
                <a:ea typeface="+mn-ea"/>
                <a:cs typeface="+mn-cs"/>
              </a:rPr>
              <a:t>tool</a:t>
            </a:r>
            <a:r>
              <a:rPr kumimoji="0" lang="fr-FR" sz="700" b="0"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 for long and </a:t>
            </a:r>
            <a:r>
              <a:rPr kumimoji="0" lang="fr-FR" sz="700" b="0" i="0" u="none" strike="noStrike" kern="1200" cap="none" spc="0" normalizeH="0" baseline="0" noProof="0" dirty="0" err="1">
                <a:ln>
                  <a:noFill/>
                </a:ln>
                <a:solidFill>
                  <a:prstClr val="white"/>
                </a:solidFill>
                <a:effectLst/>
                <a:uLnTx/>
                <a:uFillTx/>
                <a:latin typeface="Source Sans Pro" panose="020B0503030403020204" pitchFamily="34" charset="0"/>
                <a:ea typeface="+mn-ea"/>
                <a:cs typeface="+mn-cs"/>
              </a:rPr>
              <a:t>complex</a:t>
            </a:r>
            <a:r>
              <a:rPr kumimoji="0" lang="fr-FR" sz="700" b="0"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 </a:t>
            </a:r>
            <a:r>
              <a:rPr kumimoji="0" lang="fr-FR" sz="700" b="0" i="0" u="none" strike="noStrike" kern="1200" cap="none" spc="0" normalizeH="0" baseline="0" noProof="0" dirty="0" err="1">
                <a:ln>
                  <a:noFill/>
                </a:ln>
                <a:solidFill>
                  <a:prstClr val="white"/>
                </a:solidFill>
                <a:effectLst/>
                <a:uLnTx/>
                <a:uFillTx/>
                <a:latin typeface="Source Sans Pro" panose="020B0503030403020204" pitchFamily="34" charset="0"/>
                <a:ea typeface="+mn-ea"/>
                <a:cs typeface="+mn-cs"/>
              </a:rPr>
              <a:t>presentation</a:t>
            </a:r>
            <a:endParaRPr kumimoji="0" lang="fr-FR" sz="700" b="0"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endParaRPr>
          </a:p>
          <a:p>
            <a:pPr marL="171450" marR="0" lvl="0" indent="-171450" algn="l" defTabSz="914400" rtl="0" eaLnBrk="1" fontAlgn="auto" latinLnBrk="0" hangingPunct="1">
              <a:lnSpc>
                <a:spcPct val="100000"/>
              </a:lnSpc>
              <a:spcBef>
                <a:spcPts val="0"/>
              </a:spcBef>
              <a:spcAft>
                <a:spcPts val="300"/>
              </a:spcAft>
              <a:buClr>
                <a:schemeClr val="accent5"/>
              </a:buClr>
              <a:buSzTx/>
              <a:buFont typeface="Wingdings 3" panose="05040102010807070707" pitchFamily="18" charset="2"/>
              <a:buChar char=""/>
              <a:tabLst/>
              <a:defRPr/>
            </a:pPr>
            <a:r>
              <a:rPr kumimoji="0" lang="fr-FR" sz="700" b="0"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If </a:t>
            </a:r>
            <a:r>
              <a:rPr kumimoji="0" lang="fr-FR" sz="700" b="0" i="0" u="none" strike="noStrike" kern="1200" cap="none" spc="0" normalizeH="0" baseline="0" noProof="0" dirty="0" err="1">
                <a:ln>
                  <a:noFill/>
                </a:ln>
                <a:solidFill>
                  <a:prstClr val="white"/>
                </a:solidFill>
                <a:effectLst/>
                <a:uLnTx/>
                <a:uFillTx/>
                <a:latin typeface="Source Sans Pro" panose="020B0503030403020204" pitchFamily="34" charset="0"/>
                <a:ea typeface="+mn-ea"/>
                <a:cs typeface="+mn-cs"/>
              </a:rPr>
              <a:t>you</a:t>
            </a:r>
            <a:r>
              <a:rPr kumimoji="0" lang="fr-FR" sz="700" b="0"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 use </a:t>
            </a:r>
            <a:r>
              <a:rPr kumimoji="0" lang="fr-FR" sz="700" b="0" i="0" u="none" strike="noStrike" kern="1200" cap="none" spc="0" normalizeH="0" baseline="0" noProof="0" dirty="0" err="1">
                <a:ln>
                  <a:noFill/>
                </a:ln>
                <a:solidFill>
                  <a:prstClr val="white"/>
                </a:solidFill>
                <a:effectLst/>
                <a:uLnTx/>
                <a:uFillTx/>
                <a:latin typeface="Source Sans Pro" panose="020B0503030403020204" pitchFamily="34" charset="0"/>
                <a:ea typeface="+mn-ea"/>
                <a:cs typeface="+mn-cs"/>
              </a:rPr>
              <a:t>it</a:t>
            </a:r>
            <a:r>
              <a:rPr kumimoji="0" lang="fr-FR" sz="700" b="0"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 </a:t>
            </a:r>
            <a:r>
              <a:rPr kumimoji="0" lang="fr-FR" sz="700" b="0" i="0" u="none" strike="noStrike" kern="1200" cap="none" spc="0" normalizeH="0" baseline="0" noProof="0" dirty="0" err="1">
                <a:ln>
                  <a:noFill/>
                </a:ln>
                <a:solidFill>
                  <a:prstClr val="white"/>
                </a:solidFill>
                <a:effectLst/>
                <a:uLnTx/>
                <a:uFillTx/>
                <a:latin typeface="Source Sans Pro" panose="020B0503030403020204" pitchFamily="34" charset="0"/>
                <a:ea typeface="+mn-ea"/>
                <a:cs typeface="+mn-cs"/>
              </a:rPr>
              <a:t>we</a:t>
            </a:r>
            <a:r>
              <a:rPr kumimoji="0" lang="fr-FR" sz="700" b="0"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 </a:t>
            </a:r>
            <a:r>
              <a:rPr kumimoji="0" lang="fr-FR" sz="700" b="0" i="0" u="none" strike="noStrike" kern="1200" cap="none" spc="0" normalizeH="0" baseline="0" noProof="0" dirty="0" err="1">
                <a:ln>
                  <a:noFill/>
                </a:ln>
                <a:solidFill>
                  <a:prstClr val="white"/>
                </a:solidFill>
                <a:effectLst/>
                <a:uLnTx/>
                <a:uFillTx/>
                <a:latin typeface="Source Sans Pro" panose="020B0503030403020204" pitchFamily="34" charset="0"/>
                <a:ea typeface="+mn-ea"/>
                <a:cs typeface="+mn-cs"/>
              </a:rPr>
              <a:t>recommand</a:t>
            </a:r>
            <a:r>
              <a:rPr kumimoji="0" lang="fr-FR" sz="700" b="0"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 </a:t>
            </a:r>
            <a:r>
              <a:rPr kumimoji="0" lang="fr-FR" sz="700" b="0" i="0" u="none" strike="noStrike" kern="1200" cap="none" spc="0" normalizeH="0" baseline="0" noProof="0" dirty="0" err="1">
                <a:ln>
                  <a:noFill/>
                </a:ln>
                <a:solidFill>
                  <a:prstClr val="white"/>
                </a:solidFill>
                <a:effectLst/>
                <a:uLnTx/>
                <a:uFillTx/>
                <a:latin typeface="Source Sans Pro" panose="020B0503030403020204" pitchFamily="34" charset="0"/>
                <a:ea typeface="+mn-ea"/>
                <a:cs typeface="+mn-cs"/>
              </a:rPr>
              <a:t>you</a:t>
            </a:r>
            <a:r>
              <a:rPr kumimoji="0" lang="fr-FR" sz="700" b="0"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 </a:t>
            </a:r>
            <a:r>
              <a:rPr kumimoji="0" lang="fr-FR" sz="700" b="0" i="0" u="none" strike="noStrike" kern="1200" cap="none" spc="0" normalizeH="0" baseline="0" noProof="0" dirty="0" err="1">
                <a:ln>
                  <a:noFill/>
                </a:ln>
                <a:solidFill>
                  <a:prstClr val="white"/>
                </a:solidFill>
                <a:effectLst/>
                <a:uLnTx/>
                <a:uFillTx/>
                <a:latin typeface="Source Sans Pro" panose="020B0503030403020204" pitchFamily="34" charset="0"/>
                <a:ea typeface="+mn-ea"/>
                <a:cs typeface="+mn-cs"/>
              </a:rPr>
              <a:t>add</a:t>
            </a:r>
            <a:r>
              <a:rPr kumimoji="0" lang="fr-FR" sz="700" b="0"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 </a:t>
            </a:r>
            <a:r>
              <a:rPr kumimoji="0" lang="fr-FR" sz="700" b="0" i="0" u="none" strike="noStrike" kern="1200" cap="none" spc="0" normalizeH="0" baseline="0" noProof="0" dirty="0" err="1">
                <a:ln>
                  <a:noFill/>
                </a:ln>
                <a:solidFill>
                  <a:prstClr val="white"/>
                </a:solidFill>
                <a:effectLst/>
                <a:uLnTx/>
                <a:uFillTx/>
                <a:latin typeface="Source Sans Pro" panose="020B0503030403020204" pitchFamily="34" charset="0"/>
                <a:ea typeface="+mn-ea"/>
                <a:cs typeface="+mn-cs"/>
              </a:rPr>
              <a:t>link</a:t>
            </a:r>
            <a:r>
              <a:rPr kumimoji="0" lang="fr-FR" sz="700" b="0"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 </a:t>
            </a:r>
            <a:r>
              <a:rPr kumimoji="0" lang="fr-FR" sz="700" b="0" i="0" u="none" strike="noStrike" kern="1200" cap="none" spc="0" normalizeH="0" baseline="0" noProof="0" dirty="0" err="1">
                <a:ln>
                  <a:noFill/>
                </a:ln>
                <a:solidFill>
                  <a:prstClr val="white"/>
                </a:solidFill>
                <a:effectLst/>
                <a:uLnTx/>
                <a:uFillTx/>
                <a:latin typeface="Source Sans Pro" panose="020B0503030403020204" pitchFamily="34" charset="0"/>
                <a:ea typeface="+mn-ea"/>
                <a:cs typeface="+mn-cs"/>
              </a:rPr>
              <a:t>towards</a:t>
            </a:r>
            <a:r>
              <a:rPr kumimoji="0" lang="fr-FR" sz="700" b="0"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 the slide in the menu to </a:t>
            </a:r>
            <a:r>
              <a:rPr kumimoji="0" lang="fr-FR" sz="700" b="0" i="0" u="none" strike="noStrike" kern="1200" cap="none" spc="0" normalizeH="0" baseline="0" noProof="0" dirty="0" err="1">
                <a:ln>
                  <a:noFill/>
                </a:ln>
                <a:solidFill>
                  <a:prstClr val="white"/>
                </a:solidFill>
                <a:effectLst/>
                <a:uLnTx/>
                <a:uFillTx/>
                <a:latin typeface="Source Sans Pro" panose="020B0503030403020204" pitchFamily="34" charset="0"/>
                <a:ea typeface="+mn-ea"/>
                <a:cs typeface="+mn-cs"/>
              </a:rPr>
              <a:t>falicitate</a:t>
            </a:r>
            <a:r>
              <a:rPr kumimoji="0" lang="fr-FR" sz="700" b="0"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 the navigation</a:t>
            </a:r>
          </a:p>
        </p:txBody>
      </p:sp>
    </p:spTree>
    <p:extLst>
      <p:ext uri="{BB962C8B-B14F-4D97-AF65-F5344CB8AC3E}">
        <p14:creationId xmlns:p14="http://schemas.microsoft.com/office/powerpoint/2010/main" val="3398411318"/>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image" Target="../media/image1.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2.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92.xml"/><Relationship Id="rId21" Type="http://schemas.openxmlformats.org/officeDocument/2006/relationships/slideLayout" Target="../slideLayouts/slideLayout87.xml"/><Relationship Id="rId42" Type="http://schemas.openxmlformats.org/officeDocument/2006/relationships/slideLayout" Target="../slideLayouts/slideLayout108.xml"/><Relationship Id="rId47" Type="http://schemas.openxmlformats.org/officeDocument/2006/relationships/slideLayout" Target="../slideLayouts/slideLayout113.xml"/><Relationship Id="rId63" Type="http://schemas.openxmlformats.org/officeDocument/2006/relationships/slideLayout" Target="../slideLayouts/slideLayout129.xml"/><Relationship Id="rId68" Type="http://schemas.openxmlformats.org/officeDocument/2006/relationships/theme" Target="../theme/theme2.xml"/><Relationship Id="rId7" Type="http://schemas.openxmlformats.org/officeDocument/2006/relationships/slideLayout" Target="../slideLayouts/slideLayout73.xml"/><Relationship Id="rId2" Type="http://schemas.openxmlformats.org/officeDocument/2006/relationships/slideLayout" Target="../slideLayouts/slideLayout68.xml"/><Relationship Id="rId16" Type="http://schemas.openxmlformats.org/officeDocument/2006/relationships/slideLayout" Target="../slideLayouts/slideLayout82.xml"/><Relationship Id="rId29" Type="http://schemas.openxmlformats.org/officeDocument/2006/relationships/slideLayout" Target="../slideLayouts/slideLayout95.xml"/><Relationship Id="rId11" Type="http://schemas.openxmlformats.org/officeDocument/2006/relationships/slideLayout" Target="../slideLayouts/slideLayout77.xml"/><Relationship Id="rId24" Type="http://schemas.openxmlformats.org/officeDocument/2006/relationships/slideLayout" Target="../slideLayouts/slideLayout90.xml"/><Relationship Id="rId32" Type="http://schemas.openxmlformats.org/officeDocument/2006/relationships/slideLayout" Target="../slideLayouts/slideLayout98.xml"/><Relationship Id="rId37" Type="http://schemas.openxmlformats.org/officeDocument/2006/relationships/slideLayout" Target="../slideLayouts/slideLayout103.xml"/><Relationship Id="rId40" Type="http://schemas.openxmlformats.org/officeDocument/2006/relationships/slideLayout" Target="../slideLayouts/slideLayout106.xml"/><Relationship Id="rId45" Type="http://schemas.openxmlformats.org/officeDocument/2006/relationships/slideLayout" Target="../slideLayouts/slideLayout111.xml"/><Relationship Id="rId53" Type="http://schemas.openxmlformats.org/officeDocument/2006/relationships/slideLayout" Target="../slideLayouts/slideLayout119.xml"/><Relationship Id="rId58" Type="http://schemas.openxmlformats.org/officeDocument/2006/relationships/slideLayout" Target="../slideLayouts/slideLayout124.xml"/><Relationship Id="rId66" Type="http://schemas.openxmlformats.org/officeDocument/2006/relationships/slideLayout" Target="../slideLayouts/slideLayout132.xml"/><Relationship Id="rId5" Type="http://schemas.openxmlformats.org/officeDocument/2006/relationships/slideLayout" Target="../slideLayouts/slideLayout71.xml"/><Relationship Id="rId61" Type="http://schemas.openxmlformats.org/officeDocument/2006/relationships/slideLayout" Target="../slideLayouts/slideLayout127.xml"/><Relationship Id="rId19" Type="http://schemas.openxmlformats.org/officeDocument/2006/relationships/slideLayout" Target="../slideLayouts/slideLayout85.xml"/><Relationship Id="rId14" Type="http://schemas.openxmlformats.org/officeDocument/2006/relationships/slideLayout" Target="../slideLayouts/slideLayout80.xml"/><Relationship Id="rId22" Type="http://schemas.openxmlformats.org/officeDocument/2006/relationships/slideLayout" Target="../slideLayouts/slideLayout88.xml"/><Relationship Id="rId27" Type="http://schemas.openxmlformats.org/officeDocument/2006/relationships/slideLayout" Target="../slideLayouts/slideLayout93.xml"/><Relationship Id="rId30" Type="http://schemas.openxmlformats.org/officeDocument/2006/relationships/slideLayout" Target="../slideLayouts/slideLayout96.xml"/><Relationship Id="rId35" Type="http://schemas.openxmlformats.org/officeDocument/2006/relationships/slideLayout" Target="../slideLayouts/slideLayout101.xml"/><Relationship Id="rId43" Type="http://schemas.openxmlformats.org/officeDocument/2006/relationships/slideLayout" Target="../slideLayouts/slideLayout109.xml"/><Relationship Id="rId48" Type="http://schemas.openxmlformats.org/officeDocument/2006/relationships/slideLayout" Target="../slideLayouts/slideLayout114.xml"/><Relationship Id="rId56" Type="http://schemas.openxmlformats.org/officeDocument/2006/relationships/slideLayout" Target="../slideLayouts/slideLayout122.xml"/><Relationship Id="rId64" Type="http://schemas.openxmlformats.org/officeDocument/2006/relationships/slideLayout" Target="../slideLayouts/slideLayout130.xml"/><Relationship Id="rId69" Type="http://schemas.openxmlformats.org/officeDocument/2006/relationships/image" Target="../media/image1.svg"/><Relationship Id="rId8" Type="http://schemas.openxmlformats.org/officeDocument/2006/relationships/slideLayout" Target="../slideLayouts/slideLayout74.xml"/><Relationship Id="rId51" Type="http://schemas.openxmlformats.org/officeDocument/2006/relationships/slideLayout" Target="../slideLayouts/slideLayout117.xml"/><Relationship Id="rId3" Type="http://schemas.openxmlformats.org/officeDocument/2006/relationships/slideLayout" Target="../slideLayouts/slideLayout69.xml"/><Relationship Id="rId12" Type="http://schemas.openxmlformats.org/officeDocument/2006/relationships/slideLayout" Target="../slideLayouts/slideLayout78.xml"/><Relationship Id="rId17" Type="http://schemas.openxmlformats.org/officeDocument/2006/relationships/slideLayout" Target="../slideLayouts/slideLayout83.xml"/><Relationship Id="rId25" Type="http://schemas.openxmlformats.org/officeDocument/2006/relationships/slideLayout" Target="../slideLayouts/slideLayout91.xml"/><Relationship Id="rId33" Type="http://schemas.openxmlformats.org/officeDocument/2006/relationships/slideLayout" Target="../slideLayouts/slideLayout99.xml"/><Relationship Id="rId38" Type="http://schemas.openxmlformats.org/officeDocument/2006/relationships/slideLayout" Target="../slideLayouts/slideLayout104.xml"/><Relationship Id="rId46" Type="http://schemas.openxmlformats.org/officeDocument/2006/relationships/slideLayout" Target="../slideLayouts/slideLayout112.xml"/><Relationship Id="rId59" Type="http://schemas.openxmlformats.org/officeDocument/2006/relationships/slideLayout" Target="../slideLayouts/slideLayout125.xml"/><Relationship Id="rId67" Type="http://schemas.openxmlformats.org/officeDocument/2006/relationships/slideLayout" Target="../slideLayouts/slideLayout133.xml"/><Relationship Id="rId20" Type="http://schemas.openxmlformats.org/officeDocument/2006/relationships/slideLayout" Target="../slideLayouts/slideLayout86.xml"/><Relationship Id="rId41" Type="http://schemas.openxmlformats.org/officeDocument/2006/relationships/slideLayout" Target="../slideLayouts/slideLayout107.xml"/><Relationship Id="rId54" Type="http://schemas.openxmlformats.org/officeDocument/2006/relationships/slideLayout" Target="../slideLayouts/slideLayout120.xml"/><Relationship Id="rId62" Type="http://schemas.openxmlformats.org/officeDocument/2006/relationships/slideLayout" Target="../slideLayouts/slideLayout128.xml"/><Relationship Id="rId70" Type="http://schemas.openxmlformats.org/officeDocument/2006/relationships/image" Target="../media/image2.svg"/><Relationship Id="rId1" Type="http://schemas.openxmlformats.org/officeDocument/2006/relationships/slideLayout" Target="../slideLayouts/slideLayout67.xml"/><Relationship Id="rId6" Type="http://schemas.openxmlformats.org/officeDocument/2006/relationships/slideLayout" Target="../slideLayouts/slideLayout72.xml"/><Relationship Id="rId15" Type="http://schemas.openxmlformats.org/officeDocument/2006/relationships/slideLayout" Target="../slideLayouts/slideLayout81.xml"/><Relationship Id="rId23" Type="http://schemas.openxmlformats.org/officeDocument/2006/relationships/slideLayout" Target="../slideLayouts/slideLayout89.xml"/><Relationship Id="rId28" Type="http://schemas.openxmlformats.org/officeDocument/2006/relationships/slideLayout" Target="../slideLayouts/slideLayout94.xml"/><Relationship Id="rId36" Type="http://schemas.openxmlformats.org/officeDocument/2006/relationships/slideLayout" Target="../slideLayouts/slideLayout102.xml"/><Relationship Id="rId49" Type="http://schemas.openxmlformats.org/officeDocument/2006/relationships/slideLayout" Target="../slideLayouts/slideLayout115.xml"/><Relationship Id="rId57" Type="http://schemas.openxmlformats.org/officeDocument/2006/relationships/slideLayout" Target="../slideLayouts/slideLayout123.xml"/><Relationship Id="rId10" Type="http://schemas.openxmlformats.org/officeDocument/2006/relationships/slideLayout" Target="../slideLayouts/slideLayout76.xml"/><Relationship Id="rId31" Type="http://schemas.openxmlformats.org/officeDocument/2006/relationships/slideLayout" Target="../slideLayouts/slideLayout97.xml"/><Relationship Id="rId44" Type="http://schemas.openxmlformats.org/officeDocument/2006/relationships/slideLayout" Target="../slideLayouts/slideLayout110.xml"/><Relationship Id="rId52" Type="http://schemas.openxmlformats.org/officeDocument/2006/relationships/slideLayout" Target="../slideLayouts/slideLayout118.xml"/><Relationship Id="rId60" Type="http://schemas.openxmlformats.org/officeDocument/2006/relationships/slideLayout" Target="../slideLayouts/slideLayout126.xml"/><Relationship Id="rId65" Type="http://schemas.openxmlformats.org/officeDocument/2006/relationships/slideLayout" Target="../slideLayouts/slideLayout131.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3" Type="http://schemas.openxmlformats.org/officeDocument/2006/relationships/slideLayout" Target="../slideLayouts/slideLayout79.xml"/><Relationship Id="rId18" Type="http://schemas.openxmlformats.org/officeDocument/2006/relationships/slideLayout" Target="../slideLayouts/slideLayout84.xml"/><Relationship Id="rId39" Type="http://schemas.openxmlformats.org/officeDocument/2006/relationships/slideLayout" Target="../slideLayouts/slideLayout105.xml"/><Relationship Id="rId34" Type="http://schemas.openxmlformats.org/officeDocument/2006/relationships/slideLayout" Target="../slideLayouts/slideLayout100.xml"/><Relationship Id="rId50" Type="http://schemas.openxmlformats.org/officeDocument/2006/relationships/slideLayout" Target="../slideLayouts/slideLayout116.xml"/><Relationship Id="rId55" Type="http://schemas.openxmlformats.org/officeDocument/2006/relationships/slideLayout" Target="../slideLayouts/slideLayout1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933BDBC1-9ABE-BDC8-4A1E-72E4FE0ABF87}"/>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sp>
        <p:nvSpPr>
          <p:cNvPr id="3" name="Espace réservé du titre 2">
            <a:extLst>
              <a:ext uri="{FF2B5EF4-FFF2-40B4-BE49-F238E27FC236}">
                <a16:creationId xmlns:a16="http://schemas.microsoft.com/office/drawing/2014/main" id="{5CB34389-8586-0075-8C37-0666FAFCEFDC}"/>
              </a:ext>
            </a:extLst>
          </p:cNvPr>
          <p:cNvSpPr>
            <a:spLocks noGrp="1"/>
          </p:cNvSpPr>
          <p:nvPr>
            <p:ph type="title"/>
          </p:nvPr>
        </p:nvSpPr>
        <p:spPr>
          <a:xfrm>
            <a:off x="731838" y="542925"/>
            <a:ext cx="11117836" cy="452432"/>
          </a:xfrm>
          <a:prstGeom prst="rect">
            <a:avLst/>
          </a:prstGeom>
        </p:spPr>
        <p:txBody>
          <a:bodyPr vert="horz" lIns="0" tIns="45720" rIns="0" bIns="45720" rtlCol="0" anchor="t">
            <a:spAutoFit/>
          </a:bodyPr>
          <a:lstStyle/>
          <a:p>
            <a:r>
              <a:rPr lang="fr-FR"/>
              <a:t>Title of the slide</a:t>
            </a:r>
            <a:endParaRPr lang="en-US" dirty="0"/>
          </a:p>
        </p:txBody>
      </p:sp>
      <p:sp>
        <p:nvSpPr>
          <p:cNvPr id="4" name="Espace réservé du texte 3">
            <a:extLst>
              <a:ext uri="{FF2B5EF4-FFF2-40B4-BE49-F238E27FC236}">
                <a16:creationId xmlns:a16="http://schemas.microsoft.com/office/drawing/2014/main" id="{1F7C5570-D3D0-42C3-9EBA-55A772E5ACB8}"/>
              </a:ext>
            </a:extLst>
          </p:cNvPr>
          <p:cNvSpPr>
            <a:spLocks noGrp="1"/>
          </p:cNvSpPr>
          <p:nvPr>
            <p:ph type="body" idx="1"/>
          </p:nvPr>
        </p:nvSpPr>
        <p:spPr>
          <a:xfrm>
            <a:off x="507423" y="1501372"/>
            <a:ext cx="11342251" cy="4351338"/>
          </a:xfrm>
          <a:prstGeom prst="rect">
            <a:avLst/>
          </a:prstGeom>
        </p:spPr>
        <p:txBody>
          <a:bodyPr vert="horz" lIns="0" tIns="45720" rIns="0" bIns="45720" rtlCol="0">
            <a:normAutofit/>
          </a:bodyPr>
          <a:lstStyle/>
          <a:p>
            <a:pPr lvl="0"/>
            <a:r>
              <a:rPr lang="fr-FR" dirty="0"/>
              <a:t>Click </a:t>
            </a:r>
            <a:r>
              <a:rPr lang="fr-FR" dirty="0" err="1"/>
              <a:t>here</a:t>
            </a:r>
            <a:r>
              <a:rPr lang="fr-FR" dirty="0"/>
              <a:t> to </a:t>
            </a:r>
            <a:r>
              <a:rPr lang="fr-FR" dirty="0" err="1"/>
              <a:t>add</a:t>
            </a:r>
            <a:r>
              <a:rPr lang="fr-FR" dirty="0"/>
              <a:t> </a:t>
            </a:r>
            <a:r>
              <a:rPr lang="fr-FR" dirty="0" err="1"/>
              <a:t>your</a:t>
            </a:r>
            <a:r>
              <a:rPr lang="fr-FR" dirty="0"/>
              <a:t> 01 </a:t>
            </a:r>
            <a:r>
              <a:rPr lang="fr-FR" dirty="0" err="1"/>
              <a:t>level</a:t>
            </a:r>
            <a:r>
              <a:rPr lang="fr-FR" dirty="0"/>
              <a:t> </a:t>
            </a:r>
            <a:r>
              <a:rPr lang="fr-FR" dirty="0" err="1"/>
              <a:t>text</a:t>
            </a:r>
            <a:endParaRPr lang="fr-FR" dirty="0"/>
          </a:p>
          <a:p>
            <a:pPr lvl="1"/>
            <a:r>
              <a:rPr lang="fr-FR" dirty="0"/>
              <a:t>Click </a:t>
            </a:r>
            <a:r>
              <a:rPr lang="fr-FR" dirty="0" err="1"/>
              <a:t>here</a:t>
            </a:r>
            <a:r>
              <a:rPr lang="fr-FR" dirty="0"/>
              <a:t> to </a:t>
            </a:r>
            <a:r>
              <a:rPr lang="fr-FR" dirty="0" err="1"/>
              <a:t>add</a:t>
            </a:r>
            <a:r>
              <a:rPr lang="fr-FR" dirty="0"/>
              <a:t> </a:t>
            </a:r>
            <a:r>
              <a:rPr lang="fr-FR" dirty="0" err="1"/>
              <a:t>your</a:t>
            </a:r>
            <a:r>
              <a:rPr lang="fr-FR" dirty="0"/>
              <a:t> 02 </a:t>
            </a:r>
            <a:r>
              <a:rPr lang="fr-FR" dirty="0" err="1"/>
              <a:t>level</a:t>
            </a:r>
            <a:r>
              <a:rPr lang="fr-FR" dirty="0"/>
              <a:t> </a:t>
            </a:r>
            <a:r>
              <a:rPr lang="fr-FR" dirty="0" err="1"/>
              <a:t>text</a:t>
            </a:r>
            <a:endParaRPr lang="fr-FR" dirty="0"/>
          </a:p>
          <a:p>
            <a:pPr lvl="2"/>
            <a:r>
              <a:rPr lang="fr-FR" dirty="0"/>
              <a:t>Click </a:t>
            </a:r>
            <a:r>
              <a:rPr lang="fr-FR" dirty="0" err="1"/>
              <a:t>here</a:t>
            </a:r>
            <a:r>
              <a:rPr lang="fr-FR" dirty="0"/>
              <a:t> to </a:t>
            </a:r>
            <a:r>
              <a:rPr lang="fr-FR" dirty="0" err="1"/>
              <a:t>add</a:t>
            </a:r>
            <a:r>
              <a:rPr lang="fr-FR" dirty="0"/>
              <a:t> </a:t>
            </a:r>
            <a:r>
              <a:rPr lang="fr-FR" dirty="0" err="1"/>
              <a:t>your</a:t>
            </a:r>
            <a:r>
              <a:rPr lang="fr-FR" dirty="0"/>
              <a:t> 03 </a:t>
            </a:r>
            <a:r>
              <a:rPr lang="fr-FR" dirty="0" err="1"/>
              <a:t>level</a:t>
            </a:r>
            <a:r>
              <a:rPr lang="fr-FR" dirty="0"/>
              <a:t> </a:t>
            </a:r>
            <a:r>
              <a:rPr lang="fr-FR" dirty="0" err="1"/>
              <a:t>text</a:t>
            </a:r>
            <a:endParaRPr lang="fr-FR" dirty="0"/>
          </a:p>
        </p:txBody>
      </p:sp>
      <p:sp>
        <p:nvSpPr>
          <p:cNvPr id="5" name="Espace réservé du pied de page 4">
            <a:extLst>
              <a:ext uri="{FF2B5EF4-FFF2-40B4-BE49-F238E27FC236}">
                <a16:creationId xmlns:a16="http://schemas.microsoft.com/office/drawing/2014/main" id="{74F29B53-0375-DEC0-2076-BE41410AD0A6}"/>
              </a:ext>
            </a:extLst>
          </p:cNvPr>
          <p:cNvSpPr>
            <a:spLocks noGrp="1"/>
          </p:cNvSpPr>
          <p:nvPr>
            <p:ph type="ftr" sz="quarter" idx="3"/>
          </p:nvPr>
        </p:nvSpPr>
        <p:spPr>
          <a:xfrm>
            <a:off x="1511300" y="6383401"/>
            <a:ext cx="7099300" cy="365125"/>
          </a:xfrm>
          <a:prstGeom prst="rect">
            <a:avLst/>
          </a:prstGeom>
        </p:spPr>
        <p:txBody>
          <a:bodyPr vert="horz" lIns="91440" tIns="45720" rIns="91440" bIns="45720" rtlCol="0" anchor="ctr"/>
          <a:lstStyle>
            <a:lvl1pPr algn="l">
              <a:defRPr sz="1000">
                <a:solidFill>
                  <a:srgbClr val="636369"/>
                </a:solidFill>
              </a:defRPr>
            </a:lvl1pPr>
          </a:lstStyle>
          <a:p>
            <a:r>
              <a:rPr lang="fr-FR"/>
              <a:t>Name of the document</a:t>
            </a:r>
            <a:endParaRPr lang="en-US" dirty="0"/>
          </a:p>
        </p:txBody>
      </p:sp>
      <p:sp>
        <p:nvSpPr>
          <p:cNvPr id="6" name="Espace réservé du numéro de diapositive 5">
            <a:extLst>
              <a:ext uri="{FF2B5EF4-FFF2-40B4-BE49-F238E27FC236}">
                <a16:creationId xmlns:a16="http://schemas.microsoft.com/office/drawing/2014/main" id="{F8914547-F39B-F4D0-2BCD-4F15A5D1CC78}"/>
              </a:ext>
            </a:extLst>
          </p:cNvPr>
          <p:cNvSpPr>
            <a:spLocks noGrp="1"/>
          </p:cNvSpPr>
          <p:nvPr>
            <p:ph type="sldNum" sz="quarter" idx="4"/>
          </p:nvPr>
        </p:nvSpPr>
        <p:spPr>
          <a:xfrm>
            <a:off x="9220776" y="6383401"/>
            <a:ext cx="2743200" cy="365125"/>
          </a:xfrm>
          <a:prstGeom prst="rect">
            <a:avLst/>
          </a:prstGeom>
        </p:spPr>
        <p:txBody>
          <a:bodyPr vert="horz" lIns="91440" tIns="45720" rIns="91440" bIns="45720" rtlCol="0" anchor="ctr"/>
          <a:lstStyle>
            <a:lvl1pPr algn="r">
              <a:defRPr sz="1000">
                <a:solidFill>
                  <a:srgbClr val="636369"/>
                </a:solidFill>
              </a:defRPr>
            </a:lvl1pPr>
          </a:lstStyle>
          <a:p>
            <a:fld id="{79AF822A-40E7-450E-BBE0-3EB502F51B07}" type="slidenum">
              <a:rPr lang="en-US" smtClean="0"/>
              <a:pPr/>
              <a:t>‹N°›</a:t>
            </a:fld>
            <a:endParaRPr lang="en-US" dirty="0"/>
          </a:p>
        </p:txBody>
      </p:sp>
      <p:cxnSp>
        <p:nvCxnSpPr>
          <p:cNvPr id="10" name="Connecteur droit 9">
            <a:extLst>
              <a:ext uri="{FF2B5EF4-FFF2-40B4-BE49-F238E27FC236}">
                <a16:creationId xmlns:a16="http://schemas.microsoft.com/office/drawing/2014/main" id="{9BE356E8-9C86-EA17-5197-32FD298D2078}"/>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0722138"/>
      </p:ext>
    </p:extLst>
  </p:cSld>
  <p:clrMap bg1="lt1" tx1="dk1" bg2="lt2" tx2="dk2" accent1="accent1" accent2="accent2" accent3="accent3" accent4="accent4" accent5="accent5" accent6="accent6" hlink="hlink" folHlink="folHlink"/>
  <p:sldLayoutIdLst>
    <p:sldLayoutId id="2147483650" r:id="rId1"/>
    <p:sldLayoutId id="2147483702" r:id="rId2"/>
    <p:sldLayoutId id="2147483674" r:id="rId3"/>
    <p:sldLayoutId id="2147483656" r:id="rId4"/>
    <p:sldLayoutId id="2147483727" r:id="rId5"/>
    <p:sldLayoutId id="2147483729" r:id="rId6"/>
    <p:sldLayoutId id="2147483657" r:id="rId7"/>
    <p:sldLayoutId id="2147483730" r:id="rId8"/>
    <p:sldLayoutId id="2147483731" r:id="rId9"/>
    <p:sldLayoutId id="2147483665" r:id="rId10"/>
    <p:sldLayoutId id="2147483666" r:id="rId11"/>
    <p:sldLayoutId id="2147483659" r:id="rId12"/>
    <p:sldLayoutId id="2147483675" r:id="rId13"/>
    <p:sldLayoutId id="2147483676" r:id="rId14"/>
    <p:sldLayoutId id="2147483721" r:id="rId15"/>
    <p:sldLayoutId id="2147483722" r:id="rId16"/>
    <p:sldLayoutId id="2147483723" r:id="rId17"/>
    <p:sldLayoutId id="2147483724" r:id="rId18"/>
    <p:sldLayoutId id="2147483725" r:id="rId19"/>
    <p:sldLayoutId id="2147483677" r:id="rId20"/>
    <p:sldLayoutId id="2147483667" r:id="rId21"/>
    <p:sldLayoutId id="2147483685" r:id="rId22"/>
    <p:sldLayoutId id="2147483686" r:id="rId23"/>
    <p:sldLayoutId id="2147483687" r:id="rId24"/>
    <p:sldLayoutId id="2147483692" r:id="rId25"/>
    <p:sldLayoutId id="2147483693" r:id="rId26"/>
    <p:sldLayoutId id="2147483700" r:id="rId27"/>
    <p:sldLayoutId id="2147483696" r:id="rId28"/>
    <p:sldLayoutId id="2147483701" r:id="rId29"/>
    <p:sldLayoutId id="2147483712" r:id="rId30"/>
    <p:sldLayoutId id="2147483708" r:id="rId31"/>
    <p:sldLayoutId id="2147483718" r:id="rId32"/>
    <p:sldLayoutId id="2147483699" r:id="rId33"/>
    <p:sldLayoutId id="2147483709" r:id="rId34"/>
    <p:sldLayoutId id="2147483703" r:id="rId35"/>
    <p:sldLayoutId id="2147483704" r:id="rId36"/>
    <p:sldLayoutId id="2147483705" r:id="rId37"/>
    <p:sldLayoutId id="2147483706" r:id="rId38"/>
    <p:sldLayoutId id="2147483707" r:id="rId39"/>
    <p:sldLayoutId id="2147483710" r:id="rId40"/>
    <p:sldLayoutId id="2147483711" r:id="rId41"/>
    <p:sldLayoutId id="2147483713" r:id="rId42"/>
    <p:sldLayoutId id="2147483714" r:id="rId43"/>
    <p:sldLayoutId id="2147483720" r:id="rId44"/>
    <p:sldLayoutId id="2147483715" r:id="rId45"/>
    <p:sldLayoutId id="2147483716" r:id="rId46"/>
    <p:sldLayoutId id="2147483717" r:id="rId47"/>
    <p:sldLayoutId id="2147483719" r:id="rId48"/>
    <p:sldLayoutId id="2147483698" r:id="rId49"/>
    <p:sldLayoutId id="2147483678" r:id="rId50"/>
    <p:sldLayoutId id="2147483679" r:id="rId51"/>
    <p:sldLayoutId id="2147483680" r:id="rId52"/>
    <p:sldLayoutId id="2147483681" r:id="rId53"/>
    <p:sldLayoutId id="2147483682" r:id="rId54"/>
    <p:sldLayoutId id="2147483695" r:id="rId55"/>
    <p:sldLayoutId id="2147483684" r:id="rId56"/>
    <p:sldLayoutId id="2147483683" r:id="rId57"/>
    <p:sldLayoutId id="2147483688" r:id="rId58"/>
    <p:sldLayoutId id="2147483691" r:id="rId59"/>
    <p:sldLayoutId id="2147483690" r:id="rId60"/>
    <p:sldLayoutId id="2147483689" r:id="rId61"/>
    <p:sldLayoutId id="2147483694" r:id="rId62"/>
    <p:sldLayoutId id="2147483672" r:id="rId63"/>
    <p:sldLayoutId id="2147483697" r:id="rId64"/>
    <p:sldLayoutId id="2147483652" r:id="rId65"/>
    <p:sldLayoutId id="2147483664" r:id="rId66"/>
  </p:sldLayoutIdLst>
  <p:hf hdr="0"/>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Source Sans Pro" panose="020B0503030403020204" pitchFamily="34" charset="0"/>
        <a:buChar char=" "/>
        <a:defRPr sz="1600" b="1" kern="1200">
          <a:solidFill>
            <a:schemeClr val="tx1"/>
          </a:solidFill>
          <a:latin typeface="+mn-lt"/>
          <a:ea typeface="+mn-ea"/>
          <a:cs typeface="+mn-cs"/>
        </a:defRPr>
      </a:lvl1pPr>
      <a:lvl2pPr marL="447675" indent="-204788" algn="l" defTabSz="914400" rtl="0" eaLnBrk="1" latinLnBrk="0" hangingPunct="1">
        <a:lnSpc>
          <a:spcPct val="90000"/>
        </a:lnSpc>
        <a:spcBef>
          <a:spcPts val="500"/>
        </a:spcBef>
        <a:buClr>
          <a:schemeClr val="tx1"/>
        </a:buClr>
        <a:buFontTx/>
        <a:buBlip>
          <a:blip>
            <a:extLst>
              <a:ext uri="{96DAC541-7B7A-43D3-8B79-37D633B846F1}">
                <asvg:svgBlip xmlns:asvg="http://schemas.microsoft.com/office/drawing/2016/SVG/main" r:embed="rId68"/>
              </a:ext>
            </a:extLst>
          </a:blip>
        </a:buBlip>
        <a:defRPr sz="1400" b="0" kern="1200">
          <a:solidFill>
            <a:srgbClr val="636369"/>
          </a:solidFill>
          <a:latin typeface="+mn-lt"/>
          <a:ea typeface="+mn-ea"/>
          <a:cs typeface="+mn-cs"/>
        </a:defRPr>
      </a:lvl2pPr>
      <a:lvl3pPr marL="714375" indent="-250825" algn="l" defTabSz="914400" rtl="0" eaLnBrk="1" latinLnBrk="0" hangingPunct="1">
        <a:lnSpc>
          <a:spcPct val="90000"/>
        </a:lnSpc>
        <a:spcBef>
          <a:spcPts val="500"/>
        </a:spcBef>
        <a:buClr>
          <a:schemeClr val="accent2"/>
        </a:buClr>
        <a:buFontTx/>
        <a:buBlip>
          <a:blip>
            <a:extLst>
              <a:ext uri="{96DAC541-7B7A-43D3-8B79-37D633B846F1}">
                <asvg:svgBlip xmlns:asvg="http://schemas.microsoft.com/office/drawing/2016/SVG/main" r:embed="rId69"/>
              </a:ext>
            </a:extLst>
          </a:blip>
        </a:buBlip>
        <a:defRPr sz="1200" kern="1200">
          <a:solidFill>
            <a:srgbClr val="636369"/>
          </a:solidFill>
          <a:latin typeface="+mn-lt"/>
          <a:ea typeface="+mn-ea"/>
          <a:cs typeface="+mn-cs"/>
        </a:defRPr>
      </a:lvl3pPr>
      <a:lvl4pPr marL="895350" indent="-152400" algn="l" defTabSz="914400" rtl="0" eaLnBrk="1" latinLnBrk="0" hangingPunct="1">
        <a:lnSpc>
          <a:spcPct val="90000"/>
        </a:lnSpc>
        <a:spcBef>
          <a:spcPts val="500"/>
        </a:spcBef>
        <a:buFont typeface="Arial" panose="020B0604020202020204" pitchFamily="34" charset="0"/>
        <a:buChar char="•"/>
        <a:defRPr sz="1100" kern="1200">
          <a:solidFill>
            <a:srgbClr val="636369"/>
          </a:solidFill>
          <a:latin typeface="+mn-lt"/>
          <a:ea typeface="+mn-ea"/>
          <a:cs typeface="+mn-cs"/>
        </a:defRPr>
      </a:lvl4pPr>
      <a:lvl5pPr marL="1076325" indent="-139700" algn="l" defTabSz="914400" rtl="0" eaLnBrk="1" latinLnBrk="0" hangingPunct="1">
        <a:lnSpc>
          <a:spcPct val="90000"/>
        </a:lnSpc>
        <a:spcBef>
          <a:spcPts val="500"/>
        </a:spcBef>
        <a:buFont typeface="Arial" panose="020B0604020202020204" pitchFamily="34" charset="0"/>
        <a:buChar char="•"/>
        <a:defRPr sz="1000" kern="1200">
          <a:solidFill>
            <a:srgbClr val="636369"/>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56" userDrawn="1">
          <p15:clr>
            <a:srgbClr val="F26B43"/>
          </p15:clr>
        </p15:guide>
        <p15:guide id="2" pos="3840" userDrawn="1">
          <p15:clr>
            <a:srgbClr val="F26B43"/>
          </p15:clr>
        </p15:guide>
        <p15:guide id="3" pos="46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933BDBC1-9ABE-BDC8-4A1E-72E4FE0ABF87}"/>
              </a:ext>
            </a:extLst>
          </p:cNvPr>
          <p:cNvSpPr/>
          <p:nvPr userDrawn="1"/>
        </p:nvSpPr>
        <p:spPr>
          <a:xfrm>
            <a:off x="342324" y="6452382"/>
            <a:ext cx="982090" cy="155470"/>
          </a:xfrm>
          <a:custGeom>
            <a:avLst/>
            <a:gdLst>
              <a:gd name="connsiteX0" fmla="*/ 2739695 w 2838756"/>
              <a:gd name="connsiteY0" fmla="*/ 203359 h 449390"/>
              <a:gd name="connsiteX1" fmla="*/ 2668353 w 2838756"/>
              <a:gd name="connsiteY1" fmla="*/ 295371 h 449390"/>
              <a:gd name="connsiteX2" fmla="*/ 2739695 w 2838756"/>
              <a:gd name="connsiteY2" fmla="*/ 387859 h 449390"/>
              <a:gd name="connsiteX3" fmla="*/ 2806370 w 2838756"/>
              <a:gd name="connsiteY3" fmla="*/ 317564 h 449390"/>
              <a:gd name="connsiteX4" fmla="*/ 2806370 w 2838756"/>
              <a:gd name="connsiteY4" fmla="*/ 247841 h 449390"/>
              <a:gd name="connsiteX5" fmla="*/ 2739695 w 2838756"/>
              <a:gd name="connsiteY5" fmla="*/ 203359 h 449390"/>
              <a:gd name="connsiteX6" fmla="*/ 2250682 w 2838756"/>
              <a:gd name="connsiteY6" fmla="*/ 203359 h 449390"/>
              <a:gd name="connsiteX7" fmla="*/ 2177434 w 2838756"/>
              <a:gd name="connsiteY7" fmla="*/ 295371 h 449390"/>
              <a:gd name="connsiteX8" fmla="*/ 2250682 w 2838756"/>
              <a:gd name="connsiteY8" fmla="*/ 387859 h 449390"/>
              <a:gd name="connsiteX9" fmla="*/ 2324405 w 2838756"/>
              <a:gd name="connsiteY9" fmla="*/ 295371 h 449390"/>
              <a:gd name="connsiteX10" fmla="*/ 2324024 w 2838756"/>
              <a:gd name="connsiteY10" fmla="*/ 295371 h 449390"/>
              <a:gd name="connsiteX11" fmla="*/ 2250682 w 2838756"/>
              <a:gd name="connsiteY11" fmla="*/ 203359 h 449390"/>
              <a:gd name="connsiteX12" fmla="*/ 2574718 w 2838756"/>
              <a:gd name="connsiteY12" fmla="*/ 177070 h 449390"/>
              <a:gd name="connsiteX13" fmla="*/ 2574817 w 2838756"/>
              <a:gd name="connsiteY13" fmla="*/ 177071 h 449390"/>
              <a:gd name="connsiteX14" fmla="*/ 2590535 w 2838756"/>
              <a:gd name="connsiteY14" fmla="*/ 193165 h 449390"/>
              <a:gd name="connsiteX15" fmla="*/ 2590533 w 2838756"/>
              <a:gd name="connsiteY15" fmla="*/ 193264 h 449390"/>
              <a:gd name="connsiteX16" fmla="*/ 2590533 w 2838756"/>
              <a:gd name="connsiteY16" fmla="*/ 325185 h 449390"/>
              <a:gd name="connsiteX17" fmla="*/ 2496426 w 2838756"/>
              <a:gd name="connsiteY17" fmla="*/ 417196 h 449390"/>
              <a:gd name="connsiteX18" fmla="*/ 2402415 w 2838756"/>
              <a:gd name="connsiteY18" fmla="*/ 325185 h 449390"/>
              <a:gd name="connsiteX19" fmla="*/ 2402415 w 2838756"/>
              <a:gd name="connsiteY19" fmla="*/ 193264 h 449390"/>
              <a:gd name="connsiteX20" fmla="*/ 2418031 w 2838756"/>
              <a:gd name="connsiteY20" fmla="*/ 177071 h 449390"/>
              <a:gd name="connsiteX21" fmla="*/ 2418607 w 2838756"/>
              <a:gd name="connsiteY21" fmla="*/ 177071 h 449390"/>
              <a:gd name="connsiteX22" fmla="*/ 2434800 w 2838756"/>
              <a:gd name="connsiteY22" fmla="*/ 193264 h 449390"/>
              <a:gd name="connsiteX23" fmla="*/ 2434800 w 2838756"/>
              <a:gd name="connsiteY23" fmla="*/ 325185 h 449390"/>
              <a:gd name="connsiteX24" fmla="*/ 2496426 w 2838756"/>
              <a:gd name="connsiteY24" fmla="*/ 386335 h 449390"/>
              <a:gd name="connsiteX25" fmla="*/ 2558149 w 2838756"/>
              <a:gd name="connsiteY25" fmla="*/ 325185 h 449390"/>
              <a:gd name="connsiteX26" fmla="*/ 2558149 w 2838756"/>
              <a:gd name="connsiteY26" fmla="*/ 193264 h 449390"/>
              <a:gd name="connsiteX27" fmla="*/ 2574718 w 2838756"/>
              <a:gd name="connsiteY27" fmla="*/ 177070 h 449390"/>
              <a:gd name="connsiteX28" fmla="*/ 2250682 w 2838756"/>
              <a:gd name="connsiteY28" fmla="*/ 174022 h 449390"/>
              <a:gd name="connsiteX29" fmla="*/ 2356885 w 2838756"/>
              <a:gd name="connsiteY29" fmla="*/ 295371 h 449390"/>
              <a:gd name="connsiteX30" fmla="*/ 2250682 w 2838756"/>
              <a:gd name="connsiteY30" fmla="*/ 417196 h 449390"/>
              <a:gd name="connsiteX31" fmla="*/ 2144573 w 2838756"/>
              <a:gd name="connsiteY31" fmla="*/ 295371 h 449390"/>
              <a:gd name="connsiteX32" fmla="*/ 2250682 w 2838756"/>
              <a:gd name="connsiteY32" fmla="*/ 174022 h 449390"/>
              <a:gd name="connsiteX33" fmla="*/ 1920070 w 2838756"/>
              <a:gd name="connsiteY33" fmla="*/ 174022 h 449390"/>
              <a:gd name="connsiteX34" fmla="*/ 1997889 w 2838756"/>
              <a:gd name="connsiteY34" fmla="*/ 208884 h 449390"/>
              <a:gd name="connsiteX35" fmla="*/ 2001413 w 2838756"/>
              <a:gd name="connsiteY35" fmla="*/ 218409 h 449390"/>
              <a:gd name="connsiteX36" fmla="*/ 1987322 w 2838756"/>
              <a:gd name="connsiteY36" fmla="*/ 233077 h 449390"/>
              <a:gd name="connsiteX37" fmla="*/ 1986745 w 2838756"/>
              <a:gd name="connsiteY37" fmla="*/ 233077 h 449390"/>
              <a:gd name="connsiteX38" fmla="*/ 1974648 w 2838756"/>
              <a:gd name="connsiteY38" fmla="*/ 226981 h 449390"/>
              <a:gd name="connsiteX39" fmla="*/ 1920070 w 2838756"/>
              <a:gd name="connsiteY39" fmla="*/ 203645 h 449390"/>
              <a:gd name="connsiteX40" fmla="*/ 1848727 w 2838756"/>
              <a:gd name="connsiteY40" fmla="*/ 295657 h 449390"/>
              <a:gd name="connsiteX41" fmla="*/ 1920070 w 2838756"/>
              <a:gd name="connsiteY41" fmla="*/ 388144 h 449390"/>
              <a:gd name="connsiteX42" fmla="*/ 1978648 w 2838756"/>
              <a:gd name="connsiteY42" fmla="*/ 366427 h 449390"/>
              <a:gd name="connsiteX43" fmla="*/ 1988173 w 2838756"/>
              <a:gd name="connsiteY43" fmla="*/ 362903 h 449390"/>
              <a:gd name="connsiteX44" fmla="*/ 2002842 w 2838756"/>
              <a:gd name="connsiteY44" fmla="*/ 377572 h 449390"/>
              <a:gd name="connsiteX45" fmla="*/ 1996269 w 2838756"/>
              <a:gd name="connsiteY45" fmla="*/ 390145 h 449390"/>
              <a:gd name="connsiteX46" fmla="*/ 1920069 w 2838756"/>
              <a:gd name="connsiteY46" fmla="*/ 417481 h 449390"/>
              <a:gd name="connsiteX47" fmla="*/ 1815866 w 2838756"/>
              <a:gd name="connsiteY47" fmla="*/ 295657 h 449390"/>
              <a:gd name="connsiteX48" fmla="*/ 1920070 w 2838756"/>
              <a:gd name="connsiteY48" fmla="*/ 174022 h 449390"/>
              <a:gd name="connsiteX49" fmla="*/ 1026624 w 2838756"/>
              <a:gd name="connsiteY49" fmla="*/ 94584 h 449390"/>
              <a:gd name="connsiteX50" fmla="*/ 904228 w 2838756"/>
              <a:gd name="connsiteY50" fmla="*/ 240792 h 449390"/>
              <a:gd name="connsiteX51" fmla="*/ 1026624 w 2838756"/>
              <a:gd name="connsiteY51" fmla="*/ 386334 h 449390"/>
              <a:gd name="connsiteX52" fmla="*/ 1148925 w 2838756"/>
              <a:gd name="connsiteY52" fmla="*/ 240792 h 449390"/>
              <a:gd name="connsiteX53" fmla="*/ 1026624 w 2838756"/>
              <a:gd name="connsiteY53" fmla="*/ 94584 h 449390"/>
              <a:gd name="connsiteX54" fmla="*/ 1220456 w 2838756"/>
              <a:gd name="connsiteY54" fmla="*/ 66295 h 449390"/>
              <a:gd name="connsiteX55" fmla="*/ 1220743 w 2838756"/>
              <a:gd name="connsiteY55" fmla="*/ 66295 h 449390"/>
              <a:gd name="connsiteX56" fmla="*/ 1236936 w 2838756"/>
              <a:gd name="connsiteY56" fmla="*/ 77439 h 449390"/>
              <a:gd name="connsiteX57" fmla="*/ 1339520 w 2838756"/>
              <a:gd name="connsiteY57" fmla="*/ 349473 h 449390"/>
              <a:gd name="connsiteX58" fmla="*/ 1442199 w 2838756"/>
              <a:gd name="connsiteY58" fmla="*/ 77439 h 449390"/>
              <a:gd name="connsiteX59" fmla="*/ 1458392 w 2838756"/>
              <a:gd name="connsiteY59" fmla="*/ 66295 h 449390"/>
              <a:gd name="connsiteX60" fmla="*/ 1475538 w 2838756"/>
              <a:gd name="connsiteY60" fmla="*/ 83248 h 449390"/>
              <a:gd name="connsiteX61" fmla="*/ 1475537 w 2838756"/>
              <a:gd name="connsiteY61" fmla="*/ 83535 h 449390"/>
              <a:gd name="connsiteX62" fmla="*/ 1474013 w 2838756"/>
              <a:gd name="connsiteY62" fmla="*/ 91060 h 449390"/>
              <a:gd name="connsiteX63" fmla="*/ 1355712 w 2838756"/>
              <a:gd name="connsiteY63" fmla="*/ 403003 h 449390"/>
              <a:gd name="connsiteX64" fmla="*/ 1334391 w 2838756"/>
              <a:gd name="connsiteY64" fmla="*/ 413972 h 449390"/>
              <a:gd name="connsiteX65" fmla="*/ 1323423 w 2838756"/>
              <a:gd name="connsiteY65" fmla="*/ 403003 h 449390"/>
              <a:gd name="connsiteX66" fmla="*/ 1205122 w 2838756"/>
              <a:gd name="connsiteY66" fmla="*/ 91060 h 449390"/>
              <a:gd name="connsiteX67" fmla="*/ 1203598 w 2838756"/>
              <a:gd name="connsiteY67" fmla="*/ 83535 h 449390"/>
              <a:gd name="connsiteX68" fmla="*/ 1220456 w 2838756"/>
              <a:gd name="connsiteY68" fmla="*/ 66295 h 449390"/>
              <a:gd name="connsiteX69" fmla="*/ 1528883 w 2838756"/>
              <a:gd name="connsiteY69" fmla="*/ 64681 h 449390"/>
              <a:gd name="connsiteX70" fmla="*/ 1547356 w 2838756"/>
              <a:gd name="connsiteY70" fmla="*/ 80593 h 449390"/>
              <a:gd name="connsiteX71" fmla="*/ 1547356 w 2838756"/>
              <a:gd name="connsiteY71" fmla="*/ 83154 h 449390"/>
              <a:gd name="connsiteX72" fmla="*/ 1547356 w 2838756"/>
              <a:gd name="connsiteY72" fmla="*/ 220505 h 449390"/>
              <a:gd name="connsiteX73" fmla="*/ 1723378 w 2838756"/>
              <a:gd name="connsiteY73" fmla="*/ 220505 h 449390"/>
              <a:gd name="connsiteX74" fmla="*/ 1723378 w 2838756"/>
              <a:gd name="connsiteY74" fmla="*/ 83535 h 449390"/>
              <a:gd name="connsiteX75" fmla="*/ 1739290 w 2838756"/>
              <a:gd name="connsiteY75" fmla="*/ 65062 h 449390"/>
              <a:gd name="connsiteX76" fmla="*/ 1757763 w 2838756"/>
              <a:gd name="connsiteY76" fmla="*/ 80974 h 449390"/>
              <a:gd name="connsiteX77" fmla="*/ 1757763 w 2838756"/>
              <a:gd name="connsiteY77" fmla="*/ 83535 h 449390"/>
              <a:gd name="connsiteX78" fmla="*/ 1757763 w 2838756"/>
              <a:gd name="connsiteY78" fmla="*/ 397860 h 449390"/>
              <a:gd name="connsiteX79" fmla="*/ 1741851 w 2838756"/>
              <a:gd name="connsiteY79" fmla="*/ 416333 h 449390"/>
              <a:gd name="connsiteX80" fmla="*/ 1723378 w 2838756"/>
              <a:gd name="connsiteY80" fmla="*/ 400421 h 449390"/>
              <a:gd name="connsiteX81" fmla="*/ 1723378 w 2838756"/>
              <a:gd name="connsiteY81" fmla="*/ 397860 h 449390"/>
              <a:gd name="connsiteX82" fmla="*/ 1723378 w 2838756"/>
              <a:gd name="connsiteY82" fmla="*/ 251842 h 449390"/>
              <a:gd name="connsiteX83" fmla="*/ 1547356 w 2838756"/>
              <a:gd name="connsiteY83" fmla="*/ 251842 h 449390"/>
              <a:gd name="connsiteX84" fmla="*/ 1547356 w 2838756"/>
              <a:gd name="connsiteY84" fmla="*/ 397479 h 449390"/>
              <a:gd name="connsiteX85" fmla="*/ 1531444 w 2838756"/>
              <a:gd name="connsiteY85" fmla="*/ 415952 h 449390"/>
              <a:gd name="connsiteX86" fmla="*/ 1512970 w 2838756"/>
              <a:gd name="connsiteY86" fmla="*/ 400040 h 449390"/>
              <a:gd name="connsiteX87" fmla="*/ 1512970 w 2838756"/>
              <a:gd name="connsiteY87" fmla="*/ 397479 h 449390"/>
              <a:gd name="connsiteX88" fmla="*/ 1512970 w 2838756"/>
              <a:gd name="connsiteY88" fmla="*/ 83154 h 449390"/>
              <a:gd name="connsiteX89" fmla="*/ 1528883 w 2838756"/>
              <a:gd name="connsiteY89" fmla="*/ 64681 h 449390"/>
              <a:gd name="connsiteX90" fmla="*/ 1026624 w 2838756"/>
              <a:gd name="connsiteY90" fmla="*/ 63246 h 449390"/>
              <a:gd name="connsiteX91" fmla="*/ 1184358 w 2838756"/>
              <a:gd name="connsiteY91" fmla="*/ 240792 h 449390"/>
              <a:gd name="connsiteX92" fmla="*/ 1026624 w 2838756"/>
              <a:gd name="connsiteY92" fmla="*/ 417672 h 449390"/>
              <a:gd name="connsiteX93" fmla="*/ 868795 w 2838756"/>
              <a:gd name="connsiteY93" fmla="*/ 240792 h 449390"/>
              <a:gd name="connsiteX94" fmla="*/ 1026624 w 2838756"/>
              <a:gd name="connsiteY94" fmla="*/ 63246 h 449390"/>
              <a:gd name="connsiteX95" fmla="*/ 2065135 w 2838756"/>
              <a:gd name="connsiteY95" fmla="*/ 50674 h 449390"/>
              <a:gd name="connsiteX96" fmla="*/ 2081327 w 2838756"/>
              <a:gd name="connsiteY96" fmla="*/ 66772 h 449390"/>
              <a:gd name="connsiteX97" fmla="*/ 2081327 w 2838756"/>
              <a:gd name="connsiteY97" fmla="*/ 356046 h 449390"/>
              <a:gd name="connsiteX98" fmla="*/ 2101520 w 2838756"/>
              <a:gd name="connsiteY98" fmla="*/ 384621 h 449390"/>
              <a:gd name="connsiteX99" fmla="*/ 2117916 w 2838756"/>
              <a:gd name="connsiteY99" fmla="*/ 398609 h 449390"/>
              <a:gd name="connsiteX100" fmla="*/ 2103928 w 2838756"/>
              <a:gd name="connsiteY100" fmla="*/ 415006 h 449390"/>
              <a:gd name="connsiteX101" fmla="*/ 2101520 w 2838756"/>
              <a:gd name="connsiteY101" fmla="*/ 415006 h 449390"/>
              <a:gd name="connsiteX102" fmla="*/ 2048942 w 2838756"/>
              <a:gd name="connsiteY102" fmla="*/ 355855 h 449390"/>
              <a:gd name="connsiteX103" fmla="*/ 2048942 w 2838756"/>
              <a:gd name="connsiteY103" fmla="*/ 66772 h 449390"/>
              <a:gd name="connsiteX104" fmla="*/ 2065135 w 2838756"/>
              <a:gd name="connsiteY104" fmla="*/ 50674 h 449390"/>
              <a:gd name="connsiteX105" fmla="*/ 2822563 w 2838756"/>
              <a:gd name="connsiteY105" fmla="*/ 50578 h 449390"/>
              <a:gd name="connsiteX106" fmla="*/ 2838756 w 2838756"/>
              <a:gd name="connsiteY106" fmla="*/ 66771 h 449390"/>
              <a:gd name="connsiteX107" fmla="*/ 2838755 w 2838756"/>
              <a:gd name="connsiteY107" fmla="*/ 317945 h 449390"/>
              <a:gd name="connsiteX108" fmla="*/ 2739695 w 2838756"/>
              <a:gd name="connsiteY108" fmla="*/ 417577 h 449390"/>
              <a:gd name="connsiteX109" fmla="*/ 2635968 w 2838756"/>
              <a:gd name="connsiteY109" fmla="*/ 295752 h 449390"/>
              <a:gd name="connsiteX110" fmla="*/ 2737600 w 2838756"/>
              <a:gd name="connsiteY110" fmla="*/ 174403 h 449390"/>
              <a:gd name="connsiteX111" fmla="*/ 2806370 w 2838756"/>
              <a:gd name="connsiteY111" fmla="*/ 206884 h 449390"/>
              <a:gd name="connsiteX112" fmla="*/ 2806370 w 2838756"/>
              <a:gd name="connsiteY112" fmla="*/ 66771 h 449390"/>
              <a:gd name="connsiteX113" fmla="*/ 2822563 w 2838756"/>
              <a:gd name="connsiteY113" fmla="*/ 50578 h 449390"/>
              <a:gd name="connsiteX114" fmla="*/ 696678 w 2838756"/>
              <a:gd name="connsiteY114" fmla="*/ 25623 h 449390"/>
              <a:gd name="connsiteX115" fmla="*/ 661054 w 2838756"/>
              <a:gd name="connsiteY115" fmla="*/ 449390 h 449390"/>
              <a:gd name="connsiteX116" fmla="*/ 456838 w 2838756"/>
              <a:gd name="connsiteY116" fmla="*/ 449390 h 449390"/>
              <a:gd name="connsiteX117" fmla="*/ 519703 w 2838756"/>
              <a:gd name="connsiteY117" fmla="*/ 338233 h 449390"/>
              <a:gd name="connsiteX118" fmla="*/ 436550 w 2838756"/>
              <a:gd name="connsiteY118" fmla="*/ 338233 h 449390"/>
              <a:gd name="connsiteX119" fmla="*/ 534562 w 2838756"/>
              <a:gd name="connsiteY119" fmla="*/ 165545 h 449390"/>
              <a:gd name="connsiteX120" fmla="*/ 618192 w 2838756"/>
              <a:gd name="connsiteY120" fmla="*/ 165545 h 449390"/>
              <a:gd name="connsiteX121" fmla="*/ 696678 w 2838756"/>
              <a:gd name="connsiteY121" fmla="*/ 25813 h 449390"/>
              <a:gd name="connsiteX122" fmla="*/ 333013 w 2838756"/>
              <a:gd name="connsiteY122" fmla="*/ 0 h 449390"/>
              <a:gd name="connsiteX123" fmla="*/ 552088 w 2838756"/>
              <a:gd name="connsiteY123" fmla="*/ 0 h 449390"/>
              <a:gd name="connsiteX124" fmla="*/ 293484 w 2838756"/>
              <a:gd name="connsiteY124" fmla="*/ 449199 h 449390"/>
              <a:gd name="connsiteX125" fmla="*/ 293389 w 2838756"/>
              <a:gd name="connsiteY125" fmla="*/ 449390 h 449390"/>
              <a:gd name="connsiteX126" fmla="*/ 85173 w 2838756"/>
              <a:gd name="connsiteY126" fmla="*/ 449390 h 449390"/>
              <a:gd name="connsiteX127" fmla="*/ 49073 w 2838756"/>
              <a:gd name="connsiteY127" fmla="*/ 24670 h 449390"/>
              <a:gd name="connsiteX128" fmla="*/ 184137 w 2838756"/>
              <a:gd name="connsiteY128" fmla="*/ 259271 h 44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838756" h="449390">
                <a:moveTo>
                  <a:pt x="2739695" y="203359"/>
                </a:moveTo>
                <a:cubicBezTo>
                  <a:pt x="2692070" y="203359"/>
                  <a:pt x="2668353" y="233173"/>
                  <a:pt x="2668353" y="295371"/>
                </a:cubicBezTo>
                <a:cubicBezTo>
                  <a:pt x="2668353" y="357569"/>
                  <a:pt x="2693118" y="387859"/>
                  <a:pt x="2739695" y="387859"/>
                </a:cubicBezTo>
                <a:cubicBezTo>
                  <a:pt x="2778557" y="387859"/>
                  <a:pt x="2806370" y="365665"/>
                  <a:pt x="2806370" y="317564"/>
                </a:cubicBezTo>
                <a:lnTo>
                  <a:pt x="2806370" y="247841"/>
                </a:lnTo>
                <a:cubicBezTo>
                  <a:pt x="2806370" y="247841"/>
                  <a:pt x="2787320" y="203359"/>
                  <a:pt x="2739695" y="203359"/>
                </a:cubicBezTo>
                <a:close/>
                <a:moveTo>
                  <a:pt x="2250682" y="203359"/>
                </a:moveTo>
                <a:cubicBezTo>
                  <a:pt x="2204104" y="203359"/>
                  <a:pt x="2177434" y="231934"/>
                  <a:pt x="2177434" y="295371"/>
                </a:cubicBezTo>
                <a:cubicBezTo>
                  <a:pt x="2177434" y="358807"/>
                  <a:pt x="2204200" y="387859"/>
                  <a:pt x="2250682" y="387859"/>
                </a:cubicBezTo>
                <a:cubicBezTo>
                  <a:pt x="2297164" y="387859"/>
                  <a:pt x="2324405" y="360046"/>
                  <a:pt x="2324405" y="295371"/>
                </a:cubicBezTo>
                <a:lnTo>
                  <a:pt x="2324024" y="295371"/>
                </a:lnTo>
                <a:cubicBezTo>
                  <a:pt x="2324024" y="231649"/>
                  <a:pt x="2297259" y="203359"/>
                  <a:pt x="2250682" y="203359"/>
                </a:cubicBezTo>
                <a:close/>
                <a:moveTo>
                  <a:pt x="2574718" y="177070"/>
                </a:moveTo>
                <a:cubicBezTo>
                  <a:pt x="2574751" y="177070"/>
                  <a:pt x="2574784" y="177070"/>
                  <a:pt x="2574817" y="177071"/>
                </a:cubicBezTo>
                <a:cubicBezTo>
                  <a:pt x="2583602" y="177175"/>
                  <a:pt x="2590639" y="184380"/>
                  <a:pt x="2590535" y="193165"/>
                </a:cubicBezTo>
                <a:cubicBezTo>
                  <a:pt x="2590535" y="193198"/>
                  <a:pt x="2590534" y="193231"/>
                  <a:pt x="2590533" y="193264"/>
                </a:cubicBezTo>
                <a:lnTo>
                  <a:pt x="2590533" y="325185"/>
                </a:lnTo>
                <a:cubicBezTo>
                  <a:pt x="2590533" y="372810"/>
                  <a:pt x="2574817" y="417196"/>
                  <a:pt x="2496426" y="417196"/>
                </a:cubicBezTo>
                <a:cubicBezTo>
                  <a:pt x="2418036" y="417196"/>
                  <a:pt x="2402415" y="373191"/>
                  <a:pt x="2402415" y="325185"/>
                </a:cubicBezTo>
                <a:lnTo>
                  <a:pt x="2402415" y="193264"/>
                </a:lnTo>
                <a:cubicBezTo>
                  <a:pt x="2402255" y="184480"/>
                  <a:pt x="2409247" y="177230"/>
                  <a:pt x="2418031" y="177071"/>
                </a:cubicBezTo>
                <a:cubicBezTo>
                  <a:pt x="2418223" y="177068"/>
                  <a:pt x="2418415" y="177068"/>
                  <a:pt x="2418607" y="177071"/>
                </a:cubicBezTo>
                <a:cubicBezTo>
                  <a:pt x="2427529" y="177123"/>
                  <a:pt x="2434748" y="184342"/>
                  <a:pt x="2434800" y="193264"/>
                </a:cubicBezTo>
                <a:lnTo>
                  <a:pt x="2434800" y="325185"/>
                </a:lnTo>
                <a:cubicBezTo>
                  <a:pt x="2434800" y="358046"/>
                  <a:pt x="2445373" y="386335"/>
                  <a:pt x="2496426" y="386335"/>
                </a:cubicBezTo>
                <a:cubicBezTo>
                  <a:pt x="2547481" y="386335"/>
                  <a:pt x="2558149" y="357760"/>
                  <a:pt x="2558149" y="325185"/>
                </a:cubicBezTo>
                <a:lnTo>
                  <a:pt x="2558149" y="193264"/>
                </a:lnTo>
                <a:cubicBezTo>
                  <a:pt x="2558252" y="184216"/>
                  <a:pt x="2565671" y="176966"/>
                  <a:pt x="2574718" y="177070"/>
                </a:cubicBezTo>
                <a:close/>
                <a:moveTo>
                  <a:pt x="2250682" y="174022"/>
                </a:moveTo>
                <a:cubicBezTo>
                  <a:pt x="2315833" y="174022"/>
                  <a:pt x="2356885" y="212408"/>
                  <a:pt x="2356885" y="295371"/>
                </a:cubicBezTo>
                <a:cubicBezTo>
                  <a:pt x="2356885" y="378238"/>
                  <a:pt x="2316404" y="417196"/>
                  <a:pt x="2250682" y="417196"/>
                </a:cubicBezTo>
                <a:cubicBezTo>
                  <a:pt x="2184959" y="417196"/>
                  <a:pt x="2144573" y="378238"/>
                  <a:pt x="2144573" y="295371"/>
                </a:cubicBezTo>
                <a:cubicBezTo>
                  <a:pt x="2144573" y="212503"/>
                  <a:pt x="2185531" y="174022"/>
                  <a:pt x="2250682" y="174022"/>
                </a:cubicBezTo>
                <a:close/>
                <a:moveTo>
                  <a:pt x="1920070" y="174022"/>
                </a:moveTo>
                <a:cubicBezTo>
                  <a:pt x="1950053" y="172734"/>
                  <a:pt x="1978890" y="185653"/>
                  <a:pt x="1997889" y="208884"/>
                </a:cubicBezTo>
                <a:cubicBezTo>
                  <a:pt x="2000146" y="211546"/>
                  <a:pt x="2001394" y="214918"/>
                  <a:pt x="2001413" y="218409"/>
                </a:cubicBezTo>
                <a:cubicBezTo>
                  <a:pt x="2001572" y="226351"/>
                  <a:pt x="1995264" y="232918"/>
                  <a:pt x="1987322" y="233077"/>
                </a:cubicBezTo>
                <a:cubicBezTo>
                  <a:pt x="1987129" y="233081"/>
                  <a:pt x="1986937" y="233081"/>
                  <a:pt x="1986745" y="233077"/>
                </a:cubicBezTo>
                <a:cubicBezTo>
                  <a:pt x="1981967" y="233108"/>
                  <a:pt x="1977465" y="230840"/>
                  <a:pt x="1974648" y="226981"/>
                </a:cubicBezTo>
                <a:cubicBezTo>
                  <a:pt x="1961300" y="210833"/>
                  <a:pt x="1940966" y="202139"/>
                  <a:pt x="1920070" y="203645"/>
                </a:cubicBezTo>
                <a:cubicBezTo>
                  <a:pt x="1873492" y="203645"/>
                  <a:pt x="1848727" y="233458"/>
                  <a:pt x="1848727" y="295657"/>
                </a:cubicBezTo>
                <a:cubicBezTo>
                  <a:pt x="1848727" y="357855"/>
                  <a:pt x="1873492" y="388144"/>
                  <a:pt x="1920070" y="388144"/>
                </a:cubicBezTo>
                <a:cubicBezTo>
                  <a:pt x="1941528" y="387943"/>
                  <a:pt x="1962244" y="380263"/>
                  <a:pt x="1978648" y="366427"/>
                </a:cubicBezTo>
                <a:cubicBezTo>
                  <a:pt x="1981311" y="364170"/>
                  <a:pt x="1984683" y="362923"/>
                  <a:pt x="1988173" y="362903"/>
                </a:cubicBezTo>
                <a:cubicBezTo>
                  <a:pt x="1996275" y="362903"/>
                  <a:pt x="2002842" y="369470"/>
                  <a:pt x="2002842" y="377572"/>
                </a:cubicBezTo>
                <a:cubicBezTo>
                  <a:pt x="2002806" y="382577"/>
                  <a:pt x="2000359" y="387258"/>
                  <a:pt x="1996269" y="390145"/>
                </a:cubicBezTo>
                <a:cubicBezTo>
                  <a:pt x="1975028" y="408202"/>
                  <a:pt x="1947945" y="417918"/>
                  <a:pt x="1920069" y="417481"/>
                </a:cubicBezTo>
                <a:cubicBezTo>
                  <a:pt x="1854823" y="417481"/>
                  <a:pt x="1815866" y="378524"/>
                  <a:pt x="1815866" y="295657"/>
                </a:cubicBezTo>
                <a:cubicBezTo>
                  <a:pt x="1815866" y="212789"/>
                  <a:pt x="1854823" y="174022"/>
                  <a:pt x="1920070" y="174022"/>
                </a:cubicBezTo>
                <a:close/>
                <a:moveTo>
                  <a:pt x="1026624" y="94584"/>
                </a:moveTo>
                <a:cubicBezTo>
                  <a:pt x="949281" y="94584"/>
                  <a:pt x="904228" y="141637"/>
                  <a:pt x="904228" y="240792"/>
                </a:cubicBezTo>
                <a:cubicBezTo>
                  <a:pt x="904228" y="339376"/>
                  <a:pt x="949186" y="386334"/>
                  <a:pt x="1026624" y="386334"/>
                </a:cubicBezTo>
                <a:cubicBezTo>
                  <a:pt x="1104063" y="386334"/>
                  <a:pt x="1148925" y="339376"/>
                  <a:pt x="1148925" y="240792"/>
                </a:cubicBezTo>
                <a:cubicBezTo>
                  <a:pt x="1148925" y="142209"/>
                  <a:pt x="1103967" y="94584"/>
                  <a:pt x="1026624" y="94584"/>
                </a:cubicBezTo>
                <a:close/>
                <a:moveTo>
                  <a:pt x="1220456" y="66295"/>
                </a:moveTo>
                <a:cubicBezTo>
                  <a:pt x="1220552" y="66294"/>
                  <a:pt x="1220648" y="66294"/>
                  <a:pt x="1220743" y="66295"/>
                </a:cubicBezTo>
                <a:cubicBezTo>
                  <a:pt x="1227929" y="66295"/>
                  <a:pt x="1234369" y="70727"/>
                  <a:pt x="1236936" y="77439"/>
                </a:cubicBezTo>
                <a:lnTo>
                  <a:pt x="1339520" y="349473"/>
                </a:lnTo>
                <a:lnTo>
                  <a:pt x="1442199" y="77439"/>
                </a:lnTo>
                <a:cubicBezTo>
                  <a:pt x="1444766" y="70727"/>
                  <a:pt x="1451206" y="66295"/>
                  <a:pt x="1458392" y="66295"/>
                </a:cubicBezTo>
                <a:cubicBezTo>
                  <a:pt x="1467808" y="66241"/>
                  <a:pt x="1475484" y="73832"/>
                  <a:pt x="1475538" y="83248"/>
                </a:cubicBezTo>
                <a:cubicBezTo>
                  <a:pt x="1475538" y="83344"/>
                  <a:pt x="1475538" y="83439"/>
                  <a:pt x="1475537" y="83535"/>
                </a:cubicBezTo>
                <a:cubicBezTo>
                  <a:pt x="1475453" y="86111"/>
                  <a:pt x="1474938" y="88654"/>
                  <a:pt x="1474013" y="91060"/>
                </a:cubicBezTo>
                <a:lnTo>
                  <a:pt x="1355712" y="403003"/>
                </a:lnTo>
                <a:cubicBezTo>
                  <a:pt x="1352853" y="411920"/>
                  <a:pt x="1343307" y="416831"/>
                  <a:pt x="1334391" y="413972"/>
                </a:cubicBezTo>
                <a:cubicBezTo>
                  <a:pt x="1329179" y="412300"/>
                  <a:pt x="1325094" y="408216"/>
                  <a:pt x="1323423" y="403003"/>
                </a:cubicBezTo>
                <a:lnTo>
                  <a:pt x="1205122" y="91060"/>
                </a:lnTo>
                <a:cubicBezTo>
                  <a:pt x="1204197" y="88654"/>
                  <a:pt x="1203682" y="86111"/>
                  <a:pt x="1203598" y="83535"/>
                </a:cubicBezTo>
                <a:cubicBezTo>
                  <a:pt x="1203493" y="74119"/>
                  <a:pt x="1211040" y="66401"/>
                  <a:pt x="1220456" y="66295"/>
                </a:cubicBezTo>
                <a:close/>
                <a:moveTo>
                  <a:pt x="1528883" y="64681"/>
                </a:moveTo>
                <a:cubicBezTo>
                  <a:pt x="1538378" y="63974"/>
                  <a:pt x="1546648" y="71098"/>
                  <a:pt x="1547356" y="80593"/>
                </a:cubicBezTo>
                <a:cubicBezTo>
                  <a:pt x="1547419" y="81445"/>
                  <a:pt x="1547419" y="82301"/>
                  <a:pt x="1547356" y="83154"/>
                </a:cubicBezTo>
                <a:lnTo>
                  <a:pt x="1547356" y="220505"/>
                </a:lnTo>
                <a:lnTo>
                  <a:pt x="1723378" y="220505"/>
                </a:lnTo>
                <a:lnTo>
                  <a:pt x="1723378" y="83535"/>
                </a:lnTo>
                <a:cubicBezTo>
                  <a:pt x="1722670" y="74040"/>
                  <a:pt x="1729794" y="65769"/>
                  <a:pt x="1739290" y="65062"/>
                </a:cubicBezTo>
                <a:cubicBezTo>
                  <a:pt x="1748785" y="64355"/>
                  <a:pt x="1757056" y="71479"/>
                  <a:pt x="1757763" y="80974"/>
                </a:cubicBezTo>
                <a:cubicBezTo>
                  <a:pt x="1757826" y="81826"/>
                  <a:pt x="1757826" y="82682"/>
                  <a:pt x="1757763" y="83535"/>
                </a:cubicBezTo>
                <a:lnTo>
                  <a:pt x="1757763" y="397860"/>
                </a:lnTo>
                <a:cubicBezTo>
                  <a:pt x="1758470" y="407355"/>
                  <a:pt x="1751346" y="415626"/>
                  <a:pt x="1741851" y="416333"/>
                </a:cubicBezTo>
                <a:cubicBezTo>
                  <a:pt x="1732356" y="417040"/>
                  <a:pt x="1724085" y="409916"/>
                  <a:pt x="1723378" y="400421"/>
                </a:cubicBezTo>
                <a:cubicBezTo>
                  <a:pt x="1723314" y="399569"/>
                  <a:pt x="1723314" y="398713"/>
                  <a:pt x="1723378" y="397860"/>
                </a:cubicBezTo>
                <a:lnTo>
                  <a:pt x="1723378" y="251842"/>
                </a:lnTo>
                <a:lnTo>
                  <a:pt x="1547356" y="251842"/>
                </a:lnTo>
                <a:lnTo>
                  <a:pt x="1547356" y="397479"/>
                </a:lnTo>
                <a:cubicBezTo>
                  <a:pt x="1548063" y="406974"/>
                  <a:pt x="1540939" y="415245"/>
                  <a:pt x="1531444" y="415952"/>
                </a:cubicBezTo>
                <a:cubicBezTo>
                  <a:pt x="1521948" y="416659"/>
                  <a:pt x="1513678" y="409535"/>
                  <a:pt x="1512970" y="400040"/>
                </a:cubicBezTo>
                <a:cubicBezTo>
                  <a:pt x="1512907" y="399188"/>
                  <a:pt x="1512907" y="398332"/>
                  <a:pt x="1512970" y="397479"/>
                </a:cubicBezTo>
                <a:lnTo>
                  <a:pt x="1512970" y="83154"/>
                </a:lnTo>
                <a:cubicBezTo>
                  <a:pt x="1512263" y="73659"/>
                  <a:pt x="1519387" y="65388"/>
                  <a:pt x="1528883" y="64681"/>
                </a:cubicBezTo>
                <a:close/>
                <a:moveTo>
                  <a:pt x="1026624" y="63246"/>
                </a:moveTo>
                <a:cubicBezTo>
                  <a:pt x="1124732" y="63246"/>
                  <a:pt x="1184358" y="120873"/>
                  <a:pt x="1184358" y="240792"/>
                </a:cubicBezTo>
                <a:cubicBezTo>
                  <a:pt x="1184358" y="360712"/>
                  <a:pt x="1124256" y="417672"/>
                  <a:pt x="1026624" y="417672"/>
                </a:cubicBezTo>
                <a:cubicBezTo>
                  <a:pt x="928993" y="417672"/>
                  <a:pt x="868795" y="359569"/>
                  <a:pt x="868795" y="240792"/>
                </a:cubicBezTo>
                <a:cubicBezTo>
                  <a:pt x="868795" y="120873"/>
                  <a:pt x="928517" y="63246"/>
                  <a:pt x="1026624" y="63246"/>
                </a:cubicBezTo>
                <a:close/>
                <a:moveTo>
                  <a:pt x="2065135" y="50674"/>
                </a:moveTo>
                <a:cubicBezTo>
                  <a:pt x="2074040" y="50674"/>
                  <a:pt x="2081275" y="57866"/>
                  <a:pt x="2081327" y="66772"/>
                </a:cubicBezTo>
                <a:lnTo>
                  <a:pt x="2081327" y="356046"/>
                </a:lnTo>
                <a:cubicBezTo>
                  <a:pt x="2081327" y="376239"/>
                  <a:pt x="2087899" y="384621"/>
                  <a:pt x="2101520" y="384621"/>
                </a:cubicBezTo>
                <a:cubicBezTo>
                  <a:pt x="2109911" y="383956"/>
                  <a:pt x="2117251" y="390219"/>
                  <a:pt x="2117916" y="398609"/>
                </a:cubicBezTo>
                <a:cubicBezTo>
                  <a:pt x="2118581" y="407000"/>
                  <a:pt x="2112319" y="414341"/>
                  <a:pt x="2103928" y="415006"/>
                </a:cubicBezTo>
                <a:cubicBezTo>
                  <a:pt x="2103127" y="415069"/>
                  <a:pt x="2102322" y="415069"/>
                  <a:pt x="2101520" y="415006"/>
                </a:cubicBezTo>
                <a:cubicBezTo>
                  <a:pt x="2067706" y="415006"/>
                  <a:pt x="2048942" y="394717"/>
                  <a:pt x="2048942" y="355855"/>
                </a:cubicBezTo>
                <a:lnTo>
                  <a:pt x="2048942" y="66772"/>
                </a:lnTo>
                <a:cubicBezTo>
                  <a:pt x="2049193" y="57951"/>
                  <a:pt x="2056312" y="50874"/>
                  <a:pt x="2065135" y="50674"/>
                </a:cubicBezTo>
                <a:close/>
                <a:moveTo>
                  <a:pt x="2822563" y="50578"/>
                </a:moveTo>
                <a:cubicBezTo>
                  <a:pt x="2831506" y="50578"/>
                  <a:pt x="2838756" y="57828"/>
                  <a:pt x="2838756" y="66771"/>
                </a:cubicBezTo>
                <a:lnTo>
                  <a:pt x="2838755" y="317945"/>
                </a:lnTo>
                <a:cubicBezTo>
                  <a:pt x="2838755" y="384620"/>
                  <a:pt x="2797322" y="417577"/>
                  <a:pt x="2739695" y="417577"/>
                </a:cubicBezTo>
                <a:cubicBezTo>
                  <a:pt x="2674449" y="417577"/>
                  <a:pt x="2635968" y="378619"/>
                  <a:pt x="2635968" y="295752"/>
                </a:cubicBezTo>
                <a:cubicBezTo>
                  <a:pt x="2635968" y="212884"/>
                  <a:pt x="2672449" y="174403"/>
                  <a:pt x="2737600" y="174403"/>
                </a:cubicBezTo>
                <a:cubicBezTo>
                  <a:pt x="2764334" y="173912"/>
                  <a:pt x="2789767" y="185924"/>
                  <a:pt x="2806370" y="206884"/>
                </a:cubicBezTo>
                <a:lnTo>
                  <a:pt x="2806370" y="66771"/>
                </a:lnTo>
                <a:cubicBezTo>
                  <a:pt x="2806370" y="57828"/>
                  <a:pt x="2813620" y="50578"/>
                  <a:pt x="2822563" y="50578"/>
                </a:cubicBezTo>
                <a:close/>
                <a:moveTo>
                  <a:pt x="696678" y="25623"/>
                </a:moveTo>
                <a:cubicBezTo>
                  <a:pt x="771809" y="161038"/>
                  <a:pt x="757738" y="328418"/>
                  <a:pt x="661054" y="449390"/>
                </a:cubicBezTo>
                <a:lnTo>
                  <a:pt x="456838" y="449390"/>
                </a:lnTo>
                <a:lnTo>
                  <a:pt x="519703" y="338233"/>
                </a:lnTo>
                <a:lnTo>
                  <a:pt x="436550" y="338233"/>
                </a:lnTo>
                <a:lnTo>
                  <a:pt x="534562" y="165545"/>
                </a:lnTo>
                <a:lnTo>
                  <a:pt x="618192" y="165545"/>
                </a:lnTo>
                <a:lnTo>
                  <a:pt x="696678" y="25813"/>
                </a:lnTo>
                <a:close/>
                <a:moveTo>
                  <a:pt x="333013" y="0"/>
                </a:moveTo>
                <a:lnTo>
                  <a:pt x="552088" y="0"/>
                </a:lnTo>
                <a:lnTo>
                  <a:pt x="293484" y="449199"/>
                </a:lnTo>
                <a:lnTo>
                  <a:pt x="293389" y="449390"/>
                </a:lnTo>
                <a:lnTo>
                  <a:pt x="85173" y="449390"/>
                </a:lnTo>
                <a:cubicBezTo>
                  <a:pt x="-13395" y="328848"/>
                  <a:pt x="-27736" y="160118"/>
                  <a:pt x="49073" y="24670"/>
                </a:cubicBezTo>
                <a:lnTo>
                  <a:pt x="184137" y="259271"/>
                </a:lnTo>
                <a:close/>
              </a:path>
            </a:pathLst>
          </a:custGeom>
          <a:solidFill>
            <a:schemeClr val="tx1"/>
          </a:solidFill>
          <a:ln w="9525" cap="flat">
            <a:noFill/>
            <a:prstDash val="solid"/>
            <a:miter/>
          </a:ln>
        </p:spPr>
        <p:txBody>
          <a:bodyPr rtlCol="0" anchor="ctr"/>
          <a:lstStyle/>
          <a:p>
            <a:endParaRPr lang="fr-FR"/>
          </a:p>
        </p:txBody>
      </p:sp>
      <p:sp>
        <p:nvSpPr>
          <p:cNvPr id="3" name="Espace réservé du titre 2">
            <a:extLst>
              <a:ext uri="{FF2B5EF4-FFF2-40B4-BE49-F238E27FC236}">
                <a16:creationId xmlns:a16="http://schemas.microsoft.com/office/drawing/2014/main" id="{5CB34389-8586-0075-8C37-0666FAFCEFDC}"/>
              </a:ext>
            </a:extLst>
          </p:cNvPr>
          <p:cNvSpPr>
            <a:spLocks noGrp="1"/>
          </p:cNvSpPr>
          <p:nvPr>
            <p:ph type="title"/>
          </p:nvPr>
        </p:nvSpPr>
        <p:spPr>
          <a:xfrm>
            <a:off x="731838" y="542925"/>
            <a:ext cx="11117836" cy="452432"/>
          </a:xfrm>
          <a:prstGeom prst="rect">
            <a:avLst/>
          </a:prstGeom>
        </p:spPr>
        <p:txBody>
          <a:bodyPr vert="horz" lIns="0" tIns="45720" rIns="0" bIns="45720" rtlCol="0" anchor="t">
            <a:spAutoFit/>
          </a:bodyPr>
          <a:lstStyle/>
          <a:p>
            <a:r>
              <a:rPr lang="fr-FR"/>
              <a:t>Title of the slide</a:t>
            </a:r>
            <a:endParaRPr lang="en-US" dirty="0"/>
          </a:p>
        </p:txBody>
      </p:sp>
      <p:sp>
        <p:nvSpPr>
          <p:cNvPr id="4" name="Espace réservé du texte 3">
            <a:extLst>
              <a:ext uri="{FF2B5EF4-FFF2-40B4-BE49-F238E27FC236}">
                <a16:creationId xmlns:a16="http://schemas.microsoft.com/office/drawing/2014/main" id="{1F7C5570-D3D0-42C3-9EBA-55A772E5ACB8}"/>
              </a:ext>
            </a:extLst>
          </p:cNvPr>
          <p:cNvSpPr>
            <a:spLocks noGrp="1"/>
          </p:cNvSpPr>
          <p:nvPr>
            <p:ph type="body" idx="1"/>
          </p:nvPr>
        </p:nvSpPr>
        <p:spPr>
          <a:xfrm>
            <a:off x="507423" y="1501372"/>
            <a:ext cx="11342251" cy="4351338"/>
          </a:xfrm>
          <a:prstGeom prst="rect">
            <a:avLst/>
          </a:prstGeom>
        </p:spPr>
        <p:txBody>
          <a:bodyPr vert="horz" lIns="0" tIns="45720" rIns="0" bIns="45720" rtlCol="0">
            <a:normAutofit/>
          </a:bodyPr>
          <a:lstStyle/>
          <a:p>
            <a:pPr lvl="0"/>
            <a:r>
              <a:rPr lang="fr-FR" dirty="0"/>
              <a:t>Click </a:t>
            </a:r>
            <a:r>
              <a:rPr lang="fr-FR" dirty="0" err="1"/>
              <a:t>here</a:t>
            </a:r>
            <a:r>
              <a:rPr lang="fr-FR" dirty="0"/>
              <a:t> to </a:t>
            </a:r>
            <a:r>
              <a:rPr lang="fr-FR" dirty="0" err="1"/>
              <a:t>add</a:t>
            </a:r>
            <a:r>
              <a:rPr lang="fr-FR" dirty="0"/>
              <a:t> </a:t>
            </a:r>
            <a:r>
              <a:rPr lang="fr-FR" dirty="0" err="1"/>
              <a:t>your</a:t>
            </a:r>
            <a:r>
              <a:rPr lang="fr-FR" dirty="0"/>
              <a:t> 01 </a:t>
            </a:r>
            <a:r>
              <a:rPr lang="fr-FR" dirty="0" err="1"/>
              <a:t>level</a:t>
            </a:r>
            <a:r>
              <a:rPr lang="fr-FR" dirty="0"/>
              <a:t> </a:t>
            </a:r>
            <a:r>
              <a:rPr lang="fr-FR" dirty="0" err="1"/>
              <a:t>text</a:t>
            </a:r>
            <a:endParaRPr lang="fr-FR" dirty="0"/>
          </a:p>
          <a:p>
            <a:pPr lvl="1"/>
            <a:r>
              <a:rPr lang="fr-FR" dirty="0"/>
              <a:t>Click </a:t>
            </a:r>
            <a:r>
              <a:rPr lang="fr-FR" dirty="0" err="1"/>
              <a:t>here</a:t>
            </a:r>
            <a:r>
              <a:rPr lang="fr-FR" dirty="0"/>
              <a:t> to </a:t>
            </a:r>
            <a:r>
              <a:rPr lang="fr-FR" dirty="0" err="1"/>
              <a:t>add</a:t>
            </a:r>
            <a:r>
              <a:rPr lang="fr-FR" dirty="0"/>
              <a:t> </a:t>
            </a:r>
            <a:r>
              <a:rPr lang="fr-FR" dirty="0" err="1"/>
              <a:t>your</a:t>
            </a:r>
            <a:r>
              <a:rPr lang="fr-FR" dirty="0"/>
              <a:t> 02 </a:t>
            </a:r>
            <a:r>
              <a:rPr lang="fr-FR" dirty="0" err="1"/>
              <a:t>level</a:t>
            </a:r>
            <a:r>
              <a:rPr lang="fr-FR" dirty="0"/>
              <a:t> </a:t>
            </a:r>
            <a:r>
              <a:rPr lang="fr-FR" dirty="0" err="1"/>
              <a:t>text</a:t>
            </a:r>
            <a:endParaRPr lang="fr-FR" dirty="0"/>
          </a:p>
          <a:p>
            <a:pPr lvl="2"/>
            <a:r>
              <a:rPr lang="fr-FR" dirty="0"/>
              <a:t>Click </a:t>
            </a:r>
            <a:r>
              <a:rPr lang="fr-FR" dirty="0" err="1"/>
              <a:t>here</a:t>
            </a:r>
            <a:r>
              <a:rPr lang="fr-FR" dirty="0"/>
              <a:t> to </a:t>
            </a:r>
            <a:r>
              <a:rPr lang="fr-FR" dirty="0" err="1"/>
              <a:t>add</a:t>
            </a:r>
            <a:r>
              <a:rPr lang="fr-FR" dirty="0"/>
              <a:t> </a:t>
            </a:r>
            <a:r>
              <a:rPr lang="fr-FR" dirty="0" err="1"/>
              <a:t>your</a:t>
            </a:r>
            <a:r>
              <a:rPr lang="fr-FR" dirty="0"/>
              <a:t> 03 </a:t>
            </a:r>
            <a:r>
              <a:rPr lang="fr-FR" dirty="0" err="1"/>
              <a:t>level</a:t>
            </a:r>
            <a:r>
              <a:rPr lang="fr-FR" dirty="0"/>
              <a:t> </a:t>
            </a:r>
            <a:r>
              <a:rPr lang="fr-FR" dirty="0" err="1"/>
              <a:t>text</a:t>
            </a:r>
            <a:endParaRPr lang="fr-FR" dirty="0"/>
          </a:p>
        </p:txBody>
      </p:sp>
      <p:sp>
        <p:nvSpPr>
          <p:cNvPr id="5" name="Espace réservé du pied de page 4">
            <a:extLst>
              <a:ext uri="{FF2B5EF4-FFF2-40B4-BE49-F238E27FC236}">
                <a16:creationId xmlns:a16="http://schemas.microsoft.com/office/drawing/2014/main" id="{74F29B53-0375-DEC0-2076-BE41410AD0A6}"/>
              </a:ext>
            </a:extLst>
          </p:cNvPr>
          <p:cNvSpPr>
            <a:spLocks noGrp="1"/>
          </p:cNvSpPr>
          <p:nvPr>
            <p:ph type="ftr" sz="quarter" idx="3"/>
          </p:nvPr>
        </p:nvSpPr>
        <p:spPr>
          <a:xfrm>
            <a:off x="1511300" y="6383401"/>
            <a:ext cx="7099300" cy="365125"/>
          </a:xfrm>
          <a:prstGeom prst="rect">
            <a:avLst/>
          </a:prstGeom>
        </p:spPr>
        <p:txBody>
          <a:bodyPr vert="horz" lIns="91440" tIns="45720" rIns="91440" bIns="45720" rtlCol="0" anchor="ctr"/>
          <a:lstStyle>
            <a:lvl1pPr algn="l">
              <a:defRPr sz="1000">
                <a:solidFill>
                  <a:srgbClr val="636369"/>
                </a:solidFill>
              </a:defRPr>
            </a:lvl1pPr>
          </a:lstStyle>
          <a:p>
            <a:r>
              <a:rPr lang="fr-FR"/>
              <a:t>Name of the document</a:t>
            </a:r>
            <a:endParaRPr lang="en-US" dirty="0"/>
          </a:p>
        </p:txBody>
      </p:sp>
      <p:sp>
        <p:nvSpPr>
          <p:cNvPr id="6" name="Espace réservé du numéro de diapositive 5">
            <a:extLst>
              <a:ext uri="{FF2B5EF4-FFF2-40B4-BE49-F238E27FC236}">
                <a16:creationId xmlns:a16="http://schemas.microsoft.com/office/drawing/2014/main" id="{F8914547-F39B-F4D0-2BCD-4F15A5D1CC78}"/>
              </a:ext>
            </a:extLst>
          </p:cNvPr>
          <p:cNvSpPr>
            <a:spLocks noGrp="1"/>
          </p:cNvSpPr>
          <p:nvPr>
            <p:ph type="sldNum" sz="quarter" idx="4"/>
          </p:nvPr>
        </p:nvSpPr>
        <p:spPr>
          <a:xfrm>
            <a:off x="9220776" y="6383401"/>
            <a:ext cx="2743200" cy="365125"/>
          </a:xfrm>
          <a:prstGeom prst="rect">
            <a:avLst/>
          </a:prstGeom>
        </p:spPr>
        <p:txBody>
          <a:bodyPr vert="horz" lIns="91440" tIns="45720" rIns="91440" bIns="45720" rtlCol="0" anchor="ctr"/>
          <a:lstStyle>
            <a:lvl1pPr algn="r">
              <a:defRPr sz="1000">
                <a:solidFill>
                  <a:srgbClr val="636369"/>
                </a:solidFill>
              </a:defRPr>
            </a:lvl1pPr>
          </a:lstStyle>
          <a:p>
            <a:fld id="{79AF822A-40E7-450E-BBE0-3EB502F51B07}" type="slidenum">
              <a:rPr lang="en-US" smtClean="0"/>
              <a:pPr/>
              <a:t>‹N°›</a:t>
            </a:fld>
            <a:endParaRPr lang="en-US" dirty="0"/>
          </a:p>
        </p:txBody>
      </p:sp>
      <p:cxnSp>
        <p:nvCxnSpPr>
          <p:cNvPr id="10" name="Connecteur droit 9">
            <a:extLst>
              <a:ext uri="{FF2B5EF4-FFF2-40B4-BE49-F238E27FC236}">
                <a16:creationId xmlns:a16="http://schemas.microsoft.com/office/drawing/2014/main" id="{9BE356E8-9C86-EA17-5197-32FD298D2078}"/>
              </a:ext>
            </a:extLst>
          </p:cNvPr>
          <p:cNvCxnSpPr>
            <a:cxnSpLocks/>
          </p:cNvCxnSpPr>
          <p:nvPr userDrawn="1"/>
        </p:nvCxnSpPr>
        <p:spPr>
          <a:xfrm>
            <a:off x="1506537" y="6436895"/>
            <a:ext cx="0" cy="200733"/>
          </a:xfrm>
          <a:prstGeom prst="line">
            <a:avLst/>
          </a:prstGeom>
          <a:ln>
            <a:solidFill>
              <a:srgbClr val="63636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2193976"/>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 id="2147483751" r:id="rId19"/>
    <p:sldLayoutId id="2147483752" r:id="rId20"/>
    <p:sldLayoutId id="2147483753" r:id="rId21"/>
    <p:sldLayoutId id="2147483754" r:id="rId22"/>
    <p:sldLayoutId id="2147483755" r:id="rId23"/>
    <p:sldLayoutId id="2147483756" r:id="rId24"/>
    <p:sldLayoutId id="2147483757" r:id="rId25"/>
    <p:sldLayoutId id="2147483758" r:id="rId26"/>
    <p:sldLayoutId id="2147483759" r:id="rId27"/>
    <p:sldLayoutId id="2147483760" r:id="rId28"/>
    <p:sldLayoutId id="2147483761" r:id="rId29"/>
    <p:sldLayoutId id="2147483762" r:id="rId30"/>
    <p:sldLayoutId id="2147483763" r:id="rId31"/>
    <p:sldLayoutId id="2147483764" r:id="rId32"/>
    <p:sldLayoutId id="2147483765" r:id="rId33"/>
    <p:sldLayoutId id="2147483766" r:id="rId34"/>
    <p:sldLayoutId id="2147483767" r:id="rId35"/>
    <p:sldLayoutId id="2147483768" r:id="rId36"/>
    <p:sldLayoutId id="2147483769" r:id="rId37"/>
    <p:sldLayoutId id="2147483770" r:id="rId38"/>
    <p:sldLayoutId id="2147483771" r:id="rId39"/>
    <p:sldLayoutId id="2147483772" r:id="rId40"/>
    <p:sldLayoutId id="2147483773" r:id="rId41"/>
    <p:sldLayoutId id="2147483774" r:id="rId42"/>
    <p:sldLayoutId id="2147483775" r:id="rId43"/>
    <p:sldLayoutId id="2147483776" r:id="rId44"/>
    <p:sldLayoutId id="2147483777" r:id="rId45"/>
    <p:sldLayoutId id="2147483778" r:id="rId46"/>
    <p:sldLayoutId id="2147483779" r:id="rId47"/>
    <p:sldLayoutId id="2147483780" r:id="rId48"/>
    <p:sldLayoutId id="2147483781" r:id="rId49"/>
    <p:sldLayoutId id="2147483782" r:id="rId50"/>
    <p:sldLayoutId id="2147483783" r:id="rId51"/>
    <p:sldLayoutId id="2147483784" r:id="rId52"/>
    <p:sldLayoutId id="2147483785" r:id="rId53"/>
    <p:sldLayoutId id="2147483786" r:id="rId54"/>
    <p:sldLayoutId id="2147483787" r:id="rId55"/>
    <p:sldLayoutId id="2147483788" r:id="rId56"/>
    <p:sldLayoutId id="2147483789" r:id="rId57"/>
    <p:sldLayoutId id="2147483790" r:id="rId58"/>
    <p:sldLayoutId id="2147483791" r:id="rId59"/>
    <p:sldLayoutId id="2147483792" r:id="rId60"/>
    <p:sldLayoutId id="2147483793" r:id="rId61"/>
    <p:sldLayoutId id="2147483794" r:id="rId62"/>
    <p:sldLayoutId id="2147483795" r:id="rId63"/>
    <p:sldLayoutId id="2147483796" r:id="rId64"/>
    <p:sldLayoutId id="2147483797" r:id="rId65"/>
    <p:sldLayoutId id="2147483798" r:id="rId66"/>
    <p:sldLayoutId id="2147483799" r:id="rId67"/>
  </p:sldLayoutIdLst>
  <p:hf hdr="0"/>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Source Sans Pro" panose="020B0503030403020204" pitchFamily="34" charset="0"/>
        <a:buChar char=" "/>
        <a:defRPr sz="1600" b="1" kern="1200">
          <a:solidFill>
            <a:schemeClr val="tx1"/>
          </a:solidFill>
          <a:latin typeface="+mn-lt"/>
          <a:ea typeface="+mn-ea"/>
          <a:cs typeface="+mn-cs"/>
        </a:defRPr>
      </a:lvl1pPr>
      <a:lvl2pPr marL="447675" indent="-204788" algn="l" defTabSz="914400" rtl="0" eaLnBrk="1" latinLnBrk="0" hangingPunct="1">
        <a:lnSpc>
          <a:spcPct val="90000"/>
        </a:lnSpc>
        <a:spcBef>
          <a:spcPts val="500"/>
        </a:spcBef>
        <a:buClr>
          <a:schemeClr val="tx1"/>
        </a:buClr>
        <a:buFontTx/>
        <a:buBlip>
          <a:blip>
            <a:extLst>
              <a:ext uri="{96DAC541-7B7A-43D3-8B79-37D633B846F1}">
                <asvg:svgBlip xmlns:asvg="http://schemas.microsoft.com/office/drawing/2016/SVG/main" r:embed="rId69"/>
              </a:ext>
            </a:extLst>
          </a:blip>
        </a:buBlip>
        <a:defRPr sz="1400" b="0" kern="1200">
          <a:solidFill>
            <a:srgbClr val="636369"/>
          </a:solidFill>
          <a:latin typeface="+mn-lt"/>
          <a:ea typeface="+mn-ea"/>
          <a:cs typeface="+mn-cs"/>
        </a:defRPr>
      </a:lvl2pPr>
      <a:lvl3pPr marL="714375" indent="-250825" algn="l" defTabSz="914400" rtl="0" eaLnBrk="1" latinLnBrk="0" hangingPunct="1">
        <a:lnSpc>
          <a:spcPct val="90000"/>
        </a:lnSpc>
        <a:spcBef>
          <a:spcPts val="500"/>
        </a:spcBef>
        <a:buClr>
          <a:schemeClr val="accent2"/>
        </a:buClr>
        <a:buFontTx/>
        <a:buBlip>
          <a:blip>
            <a:extLst>
              <a:ext uri="{96DAC541-7B7A-43D3-8B79-37D633B846F1}">
                <asvg:svgBlip xmlns:asvg="http://schemas.microsoft.com/office/drawing/2016/SVG/main" r:embed="rId70"/>
              </a:ext>
            </a:extLst>
          </a:blip>
        </a:buBlip>
        <a:defRPr sz="1200" kern="1200">
          <a:solidFill>
            <a:srgbClr val="636369"/>
          </a:solidFill>
          <a:latin typeface="+mn-lt"/>
          <a:ea typeface="+mn-ea"/>
          <a:cs typeface="+mn-cs"/>
        </a:defRPr>
      </a:lvl3pPr>
      <a:lvl4pPr marL="895350" indent="-152400" algn="l" defTabSz="914400" rtl="0" eaLnBrk="1" latinLnBrk="0" hangingPunct="1">
        <a:lnSpc>
          <a:spcPct val="90000"/>
        </a:lnSpc>
        <a:spcBef>
          <a:spcPts val="500"/>
        </a:spcBef>
        <a:buFont typeface="Arial" panose="020B0604020202020204" pitchFamily="34" charset="0"/>
        <a:buChar char="•"/>
        <a:defRPr sz="1100" kern="1200">
          <a:solidFill>
            <a:srgbClr val="636369"/>
          </a:solidFill>
          <a:latin typeface="+mn-lt"/>
          <a:ea typeface="+mn-ea"/>
          <a:cs typeface="+mn-cs"/>
        </a:defRPr>
      </a:lvl4pPr>
      <a:lvl5pPr marL="1076325" indent="-139700" algn="l" defTabSz="914400" rtl="0" eaLnBrk="1" latinLnBrk="0" hangingPunct="1">
        <a:lnSpc>
          <a:spcPct val="90000"/>
        </a:lnSpc>
        <a:spcBef>
          <a:spcPts val="500"/>
        </a:spcBef>
        <a:buFont typeface="Arial" panose="020B0604020202020204" pitchFamily="34" charset="0"/>
        <a:buChar char="•"/>
        <a:defRPr sz="1000" kern="1200">
          <a:solidFill>
            <a:srgbClr val="636369"/>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56">
          <p15:clr>
            <a:srgbClr val="F26B43"/>
          </p15:clr>
        </p15:guide>
        <p15:guide id="2" pos="3840">
          <p15:clr>
            <a:srgbClr val="F26B43"/>
          </p15:clr>
        </p15:guide>
        <p15:guide id="3" pos="46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87.xml"/><Relationship Id="rId6" Type="http://schemas.openxmlformats.org/officeDocument/2006/relationships/image" Target="../media/image40.png"/><Relationship Id="rId5" Type="http://schemas.openxmlformats.org/officeDocument/2006/relationships/image" Target="../media/image39.jpeg"/><Relationship Id="rId4" Type="http://schemas.openxmlformats.org/officeDocument/2006/relationships/image" Target="../media/image38.png"/></Relationships>
</file>

<file path=ppt/slides/_rels/slide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7.xml"/></Relationships>
</file>

<file path=ppt/slides/_rels/slide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42.jpeg"/><Relationship Id="rId7" Type="http://schemas.openxmlformats.org/officeDocument/2006/relationships/image" Target="../media/image46.png"/><Relationship Id="rId2" Type="http://schemas.openxmlformats.org/officeDocument/2006/relationships/notesSlide" Target="../notesSlides/notesSlide1.xml"/><Relationship Id="rId1" Type="http://schemas.openxmlformats.org/officeDocument/2006/relationships/slideLayout" Target="../slideLayouts/slideLayout87.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jpeg"/><Relationship Id="rId9" Type="http://schemas.openxmlformats.org/officeDocument/2006/relationships/image" Target="../media/image4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8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8.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customXml" Target="../ink/ink1.xml"/><Relationship Id="rId7" Type="http://schemas.openxmlformats.org/officeDocument/2006/relationships/image" Target="../media/image52.png"/><Relationship Id="rId2" Type="http://schemas.openxmlformats.org/officeDocument/2006/relationships/image" Target="../media/image49.png"/><Relationship Id="rId1" Type="http://schemas.openxmlformats.org/officeDocument/2006/relationships/slideLayout" Target="../slideLayouts/slideLayout87.xml"/><Relationship Id="rId6" Type="http://schemas.openxmlformats.org/officeDocument/2006/relationships/image" Target="../media/image51.png"/><Relationship Id="rId5" Type="http://schemas.openxmlformats.org/officeDocument/2006/relationships/customXml" Target="../ink/ink2.xml"/><Relationship Id="rId4" Type="http://schemas.openxmlformats.org/officeDocument/2006/relationships/image" Target="../media/image50.png"/><Relationship Id="rId9" Type="http://schemas.openxmlformats.org/officeDocument/2006/relationships/image" Target="../media/image53.png"/></Relationships>
</file>

<file path=ppt/slides/_rels/slide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8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7358C05E-0F30-7330-6504-7995D9B1E4D0}"/>
              </a:ext>
            </a:extLst>
          </p:cNvPr>
          <p:cNvSpPr>
            <a:spLocks noGrp="1"/>
          </p:cNvSpPr>
          <p:nvPr>
            <p:ph type="body" sz="quarter" idx="10"/>
          </p:nvPr>
        </p:nvSpPr>
        <p:spPr/>
        <p:txBody>
          <a:bodyPr/>
          <a:lstStyle/>
          <a:p>
            <a:pPr lvl="0"/>
            <a:r>
              <a:rPr lang="en-US" dirty="0" err="1"/>
              <a:t>Invente</a:t>
            </a:r>
            <a:r>
              <a:rPr lang="en-US" dirty="0"/>
              <a:t> SHAI extension  in </a:t>
            </a:r>
            <a:r>
              <a:rPr lang="en-US" dirty="0" err="1"/>
              <a:t>VScode</a:t>
            </a:r>
            <a:endParaRPr lang="fr-FR" dirty="0"/>
          </a:p>
        </p:txBody>
      </p:sp>
      <p:sp>
        <p:nvSpPr>
          <p:cNvPr id="2" name="Espace réservé du texte 1">
            <a:extLst>
              <a:ext uri="{FF2B5EF4-FFF2-40B4-BE49-F238E27FC236}">
                <a16:creationId xmlns:a16="http://schemas.microsoft.com/office/drawing/2014/main" id="{285E9C05-D93C-0901-4B79-5465BA673524}"/>
              </a:ext>
            </a:extLst>
          </p:cNvPr>
          <p:cNvSpPr>
            <a:spLocks noGrp="1"/>
          </p:cNvSpPr>
          <p:nvPr>
            <p:ph type="body" sz="quarter" idx="11"/>
          </p:nvPr>
        </p:nvSpPr>
        <p:spPr>
          <a:xfrm>
            <a:off x="1078116" y="5932317"/>
            <a:ext cx="3669274" cy="249299"/>
          </a:xfrm>
        </p:spPr>
        <p:txBody>
          <a:bodyPr/>
          <a:lstStyle/>
          <a:p>
            <a:pPr lvl="0"/>
            <a:r>
              <a:rPr lang="fr-FR" dirty="0"/>
              <a:t>OVH </a:t>
            </a:r>
            <a:r>
              <a:rPr lang="fr-FR" dirty="0" err="1"/>
              <a:t>HackatHon</a:t>
            </a:r>
            <a:r>
              <a:rPr lang="fr-FR" dirty="0"/>
              <a:t> – MARS 2026</a:t>
            </a:r>
          </a:p>
        </p:txBody>
      </p:sp>
      <p:sp>
        <p:nvSpPr>
          <p:cNvPr id="3" name="Espace réservé de la date 2">
            <a:extLst>
              <a:ext uri="{FF2B5EF4-FFF2-40B4-BE49-F238E27FC236}">
                <a16:creationId xmlns:a16="http://schemas.microsoft.com/office/drawing/2014/main" id="{25C6B2C8-252D-9923-9CF9-DFDA1140CC91}"/>
              </a:ext>
            </a:extLst>
          </p:cNvPr>
          <p:cNvSpPr>
            <a:spLocks noGrp="1"/>
          </p:cNvSpPr>
          <p:nvPr>
            <p:ph type="dt" sz="half"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E1726F3-901A-4754-82AA-3923C6DF046D}" type="datetime3">
              <a:rPr kumimoji="0" lang="fr-FR" sz="1400" b="0" i="0" u="none" strike="noStrike" kern="1200" cap="none" spc="0" normalizeH="0" baseline="0" noProof="0" smtClean="0">
                <a:ln>
                  <a:noFill/>
                </a:ln>
                <a:solidFill>
                  <a:srgbClr val="4AB0F5"/>
                </a:solidFill>
                <a:effectLst/>
                <a:uLnTx/>
                <a:uFillTx/>
                <a:latin typeface="Source Sans Pro"/>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02.04.26</a:t>
            </a:fld>
            <a:endParaRPr kumimoji="0" lang="fr-FR" sz="1400" b="0" i="0" u="none" strike="noStrike" kern="1200" cap="none" spc="0" normalizeH="0" baseline="0" noProof="0">
              <a:ln>
                <a:noFill/>
              </a:ln>
              <a:solidFill>
                <a:srgbClr val="4AB0F5"/>
              </a:solidFill>
              <a:effectLst/>
              <a:uLnTx/>
              <a:uFillTx/>
              <a:latin typeface="Source Sans Pro"/>
              <a:ea typeface="+mn-ea"/>
              <a:cs typeface="+mn-cs"/>
            </a:endParaRPr>
          </a:p>
        </p:txBody>
      </p:sp>
    </p:spTree>
    <p:extLst>
      <p:ext uri="{BB962C8B-B14F-4D97-AF65-F5344CB8AC3E}">
        <p14:creationId xmlns:p14="http://schemas.microsoft.com/office/powerpoint/2010/main" val="3935939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54650-C77B-0785-4041-1810BFE7677E}"/>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6C44B900-E871-90E4-7B5F-B8A9AD9A380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AF822A-40E7-450E-BBE0-3EB502F51B07}" type="slidenum">
              <a:rPr kumimoji="0" lang="en-US" sz="1000" b="0" i="0" u="none" strike="noStrike" kern="1200" cap="none" spc="0" normalizeH="0" baseline="0" noProof="0" smtClean="0">
                <a:ln>
                  <a:noFill/>
                </a:ln>
                <a:solidFill>
                  <a:prstClr val="white"/>
                </a:solidFill>
                <a:effectLst/>
                <a:uLnTx/>
                <a:uFillTx/>
                <a:latin typeface="Source Sans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3" name="Espace réservé du texte 22">
            <a:extLst>
              <a:ext uri="{FF2B5EF4-FFF2-40B4-BE49-F238E27FC236}">
                <a16:creationId xmlns:a16="http://schemas.microsoft.com/office/drawing/2014/main" id="{F468D2F8-BA56-18CC-123D-EEF1F7911BA5}"/>
              </a:ext>
            </a:extLst>
          </p:cNvPr>
          <p:cNvSpPr>
            <a:spLocks noGrp="1"/>
          </p:cNvSpPr>
          <p:nvPr>
            <p:ph type="body" sz="quarter" idx="12"/>
          </p:nvPr>
        </p:nvSpPr>
        <p:spPr/>
        <p:txBody>
          <a:bodyPr/>
          <a:lstStyle/>
          <a:p>
            <a:r>
              <a:rPr lang="fr-FR" dirty="0"/>
              <a:t>Irritant</a:t>
            </a:r>
          </a:p>
        </p:txBody>
      </p:sp>
      <p:sp>
        <p:nvSpPr>
          <p:cNvPr id="24" name="Espace réservé du texte 23">
            <a:extLst>
              <a:ext uri="{FF2B5EF4-FFF2-40B4-BE49-F238E27FC236}">
                <a16:creationId xmlns:a16="http://schemas.microsoft.com/office/drawing/2014/main" id="{48017002-490F-A88C-4308-D062C2C8B2E2}"/>
              </a:ext>
            </a:extLst>
          </p:cNvPr>
          <p:cNvSpPr>
            <a:spLocks noGrp="1"/>
          </p:cNvSpPr>
          <p:nvPr>
            <p:ph type="body" sz="quarter" idx="14"/>
          </p:nvPr>
        </p:nvSpPr>
        <p:spPr>
          <a:xfrm>
            <a:off x="1174007" y="1327786"/>
            <a:ext cx="9843985" cy="4947519"/>
          </a:xfrm>
          <a:noFill/>
          <a:ln>
            <a:noFill/>
          </a:ln>
        </p:spPr>
        <p:txBody>
          <a:bodyPr>
            <a:normAutofit/>
          </a:bodyPr>
          <a:lstStyle/>
          <a:p>
            <a:pPr marL="200025" lvl="0" indent="0">
              <a:buNone/>
            </a:pPr>
            <a:r>
              <a:rPr lang="en-US" sz="2400" b="0" dirty="0"/>
              <a:t>IA assistant in VS Code ready for everyone… </a:t>
            </a:r>
            <a:r>
              <a:rPr lang="en-US" sz="2400" dirty="0"/>
              <a:t>except for us!</a:t>
            </a:r>
          </a:p>
        </p:txBody>
      </p:sp>
      <p:sp>
        <p:nvSpPr>
          <p:cNvPr id="6" name="Rectangle : coins arrondis 5">
            <a:extLst>
              <a:ext uri="{FF2B5EF4-FFF2-40B4-BE49-F238E27FC236}">
                <a16:creationId xmlns:a16="http://schemas.microsoft.com/office/drawing/2014/main" id="{B7C67BE0-755B-AE3B-FB89-FC96EA185617}"/>
              </a:ext>
            </a:extLst>
          </p:cNvPr>
          <p:cNvSpPr/>
          <p:nvPr/>
        </p:nvSpPr>
        <p:spPr>
          <a:xfrm>
            <a:off x="1354975" y="2148358"/>
            <a:ext cx="5116945" cy="777240"/>
          </a:xfrm>
          <a:prstGeom prst="roundRect">
            <a:avLst/>
          </a:prstGeom>
          <a:solidFill>
            <a:schemeClr val="bg1"/>
          </a:soli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pic>
        <p:nvPicPr>
          <p:cNvPr id="5" name="Image 4">
            <a:extLst>
              <a:ext uri="{FF2B5EF4-FFF2-40B4-BE49-F238E27FC236}">
                <a16:creationId xmlns:a16="http://schemas.microsoft.com/office/drawing/2014/main" id="{7B18AA36-8E50-95EA-FDC3-4CC4C94DE4D7}"/>
              </a:ext>
            </a:extLst>
          </p:cNvPr>
          <p:cNvPicPr>
            <a:picLocks noChangeAspect="1"/>
          </p:cNvPicPr>
          <p:nvPr/>
        </p:nvPicPr>
        <p:blipFill>
          <a:blip r:embed="rId2"/>
          <a:stretch>
            <a:fillRect/>
          </a:stretch>
        </p:blipFill>
        <p:spPr>
          <a:xfrm>
            <a:off x="1686231" y="1882571"/>
            <a:ext cx="1883952" cy="1255968"/>
          </a:xfrm>
          <a:prstGeom prst="rect">
            <a:avLst/>
          </a:prstGeom>
        </p:spPr>
      </p:pic>
      <p:sp>
        <p:nvSpPr>
          <p:cNvPr id="7" name="Rectangle : coins arrondis 6">
            <a:extLst>
              <a:ext uri="{FF2B5EF4-FFF2-40B4-BE49-F238E27FC236}">
                <a16:creationId xmlns:a16="http://schemas.microsoft.com/office/drawing/2014/main" id="{5A53B1A9-571E-CDF8-866E-9FB66FE960EE}"/>
              </a:ext>
            </a:extLst>
          </p:cNvPr>
          <p:cNvSpPr/>
          <p:nvPr/>
        </p:nvSpPr>
        <p:spPr>
          <a:xfrm>
            <a:off x="1354976" y="3177775"/>
            <a:ext cx="5116944" cy="777240"/>
          </a:xfrm>
          <a:prstGeom prst="roundRect">
            <a:avLst/>
          </a:prstGeom>
          <a:solidFill>
            <a:schemeClr val="bg1"/>
          </a:soli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pic>
        <p:nvPicPr>
          <p:cNvPr id="1030" name="Picture 6">
            <a:extLst>
              <a:ext uri="{FF2B5EF4-FFF2-40B4-BE49-F238E27FC236}">
                <a16:creationId xmlns:a16="http://schemas.microsoft.com/office/drawing/2014/main" id="{81A2A759-CC13-479F-2838-25B63289AE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0915" y="3319076"/>
            <a:ext cx="934585" cy="559778"/>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 coins arrondis 7">
            <a:extLst>
              <a:ext uri="{FF2B5EF4-FFF2-40B4-BE49-F238E27FC236}">
                <a16:creationId xmlns:a16="http://schemas.microsoft.com/office/drawing/2014/main" id="{2BC81044-C473-053C-DF28-AF812E026943}"/>
              </a:ext>
            </a:extLst>
          </p:cNvPr>
          <p:cNvSpPr/>
          <p:nvPr/>
        </p:nvSpPr>
        <p:spPr>
          <a:xfrm>
            <a:off x="1354974" y="4207192"/>
            <a:ext cx="5116943" cy="777240"/>
          </a:xfrm>
          <a:prstGeom prst="roundRect">
            <a:avLst/>
          </a:prstGeom>
          <a:solidFill>
            <a:schemeClr val="bg1"/>
          </a:soli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fr-FR" sz="1800" b="0" i="0" u="none" strike="noStrike" kern="1200" cap="none" spc="0" normalizeH="0" baseline="0" noProof="0">
              <a:ln>
                <a:noFill/>
              </a:ln>
              <a:solidFill>
                <a:prstClr val="white"/>
              </a:solidFill>
              <a:effectLst/>
              <a:uLnTx/>
              <a:uFillTx/>
              <a:latin typeface="Source Sans Pro"/>
              <a:ea typeface="+mn-ea"/>
              <a:cs typeface="+mn-cs"/>
            </a:endParaRPr>
          </a:p>
        </p:txBody>
      </p:sp>
      <p:pic>
        <p:nvPicPr>
          <p:cNvPr id="1032" name="Picture 8">
            <a:extLst>
              <a:ext uri="{FF2B5EF4-FFF2-40B4-BE49-F238E27FC236}">
                <a16:creationId xmlns:a16="http://schemas.microsoft.com/office/drawing/2014/main" id="{EB394B31-2B72-917B-4FE3-AE77011681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3523" y="4420133"/>
            <a:ext cx="2009368" cy="318673"/>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FC0BD6BD-1F2E-62C6-BCF2-DA51AE4945D1}"/>
              </a:ext>
            </a:extLst>
          </p:cNvPr>
          <p:cNvSpPr txBox="1"/>
          <p:nvPr/>
        </p:nvSpPr>
        <p:spPr>
          <a:xfrm>
            <a:off x="6024877" y="4241869"/>
            <a:ext cx="894080" cy="707886"/>
          </a:xfrm>
          <a:prstGeom prst="rect">
            <a:avLst/>
          </a:prstGeom>
          <a:noFill/>
        </p:spPr>
        <p:txBody>
          <a:bodyPr wrap="square">
            <a:spAutoFit/>
          </a:bodyPr>
          <a:lstStyle/>
          <a:p>
            <a:r>
              <a:rPr lang="fr-FR" sz="4000" dirty="0"/>
              <a:t>😢</a:t>
            </a:r>
          </a:p>
        </p:txBody>
      </p:sp>
      <p:sp>
        <p:nvSpPr>
          <p:cNvPr id="12" name="ZoneTexte 11">
            <a:extLst>
              <a:ext uri="{FF2B5EF4-FFF2-40B4-BE49-F238E27FC236}">
                <a16:creationId xmlns:a16="http://schemas.microsoft.com/office/drawing/2014/main" id="{7403481D-F719-E14C-1275-403D5ADD3D9E}"/>
              </a:ext>
            </a:extLst>
          </p:cNvPr>
          <p:cNvSpPr txBox="1"/>
          <p:nvPr/>
        </p:nvSpPr>
        <p:spPr>
          <a:xfrm>
            <a:off x="6024877" y="3214550"/>
            <a:ext cx="934585" cy="707886"/>
          </a:xfrm>
          <a:prstGeom prst="rect">
            <a:avLst/>
          </a:prstGeom>
          <a:noFill/>
        </p:spPr>
        <p:txBody>
          <a:bodyPr wrap="square">
            <a:spAutoFit/>
          </a:bodyPr>
          <a:lstStyle/>
          <a:p>
            <a:r>
              <a:rPr lang="fr-FR" sz="4000" dirty="0"/>
              <a:t>🤩</a:t>
            </a:r>
          </a:p>
        </p:txBody>
      </p:sp>
      <p:sp>
        <p:nvSpPr>
          <p:cNvPr id="13" name="ZoneTexte 12">
            <a:extLst>
              <a:ext uri="{FF2B5EF4-FFF2-40B4-BE49-F238E27FC236}">
                <a16:creationId xmlns:a16="http://schemas.microsoft.com/office/drawing/2014/main" id="{37CFFAF3-FA78-5AF9-A46E-997C6E093F7E}"/>
              </a:ext>
            </a:extLst>
          </p:cNvPr>
          <p:cNvSpPr txBox="1"/>
          <p:nvPr/>
        </p:nvSpPr>
        <p:spPr>
          <a:xfrm>
            <a:off x="6024877" y="2183035"/>
            <a:ext cx="934585" cy="707886"/>
          </a:xfrm>
          <a:prstGeom prst="rect">
            <a:avLst/>
          </a:prstGeom>
          <a:noFill/>
        </p:spPr>
        <p:txBody>
          <a:bodyPr wrap="square">
            <a:spAutoFit/>
          </a:bodyPr>
          <a:lstStyle/>
          <a:p>
            <a:r>
              <a:rPr lang="fr-FR" sz="4000" dirty="0"/>
              <a:t>🤩</a:t>
            </a:r>
          </a:p>
        </p:txBody>
      </p:sp>
      <p:pic>
        <p:nvPicPr>
          <p:cNvPr id="1036" name="Picture 12" descr="Kiro - Dapps | IQ.wiki">
            <a:extLst>
              <a:ext uri="{FF2B5EF4-FFF2-40B4-BE49-F238E27FC236}">
                <a16:creationId xmlns:a16="http://schemas.microsoft.com/office/drawing/2014/main" id="{6F29E29F-E893-F909-2167-6D1CE77720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78133" y="3264384"/>
            <a:ext cx="770840" cy="577912"/>
          </a:xfrm>
          <a:prstGeom prst="rect">
            <a:avLst/>
          </a:prstGeom>
          <a:noFill/>
          <a:extLst>
            <a:ext uri="{909E8E84-426E-40DD-AFC4-6F175D3DCCD1}">
              <a14:hiddenFill xmlns:a14="http://schemas.microsoft.com/office/drawing/2010/main">
                <a:solidFill>
                  <a:srgbClr val="FFFFFF"/>
                </a:solidFill>
              </a14:hiddenFill>
            </a:ext>
          </a:extLst>
        </p:spPr>
      </p:pic>
      <p:sp>
        <p:nvSpPr>
          <p:cNvPr id="14" name="ZoneTexte 13">
            <a:extLst>
              <a:ext uri="{FF2B5EF4-FFF2-40B4-BE49-F238E27FC236}">
                <a16:creationId xmlns:a16="http://schemas.microsoft.com/office/drawing/2014/main" id="{3FD11B9C-A757-622E-C9F7-17968C025684}"/>
              </a:ext>
            </a:extLst>
          </p:cNvPr>
          <p:cNvSpPr txBox="1"/>
          <p:nvPr/>
        </p:nvSpPr>
        <p:spPr>
          <a:xfrm>
            <a:off x="3813126" y="2296581"/>
            <a:ext cx="591997" cy="523220"/>
          </a:xfrm>
          <a:prstGeom prst="rect">
            <a:avLst/>
          </a:prstGeom>
          <a:noFill/>
        </p:spPr>
        <p:txBody>
          <a:bodyPr wrap="square">
            <a:spAutoFit/>
          </a:bodyPr>
          <a:lstStyle/>
          <a:p>
            <a:r>
              <a:rPr lang="fr-FR" sz="2800" dirty="0">
                <a:sym typeface="Wingdings" panose="05000000000000000000" pitchFamily="2" charset="2"/>
              </a:rPr>
              <a:t></a:t>
            </a:r>
            <a:endParaRPr lang="fr-FR" sz="2800" dirty="0"/>
          </a:p>
        </p:txBody>
      </p:sp>
      <p:sp>
        <p:nvSpPr>
          <p:cNvPr id="16" name="ZoneTexte 15">
            <a:extLst>
              <a:ext uri="{FF2B5EF4-FFF2-40B4-BE49-F238E27FC236}">
                <a16:creationId xmlns:a16="http://schemas.microsoft.com/office/drawing/2014/main" id="{BA3136D9-0B12-806F-4E26-26BD260CF10B}"/>
              </a:ext>
            </a:extLst>
          </p:cNvPr>
          <p:cNvSpPr txBox="1"/>
          <p:nvPr/>
        </p:nvSpPr>
        <p:spPr>
          <a:xfrm>
            <a:off x="3813126" y="3319076"/>
            <a:ext cx="591997" cy="523220"/>
          </a:xfrm>
          <a:prstGeom prst="rect">
            <a:avLst/>
          </a:prstGeom>
          <a:noFill/>
        </p:spPr>
        <p:txBody>
          <a:bodyPr wrap="square">
            <a:spAutoFit/>
          </a:bodyPr>
          <a:lstStyle/>
          <a:p>
            <a:r>
              <a:rPr lang="fr-FR" sz="2800" dirty="0">
                <a:sym typeface="Wingdings" panose="05000000000000000000" pitchFamily="2" charset="2"/>
              </a:rPr>
              <a:t></a:t>
            </a:r>
            <a:endParaRPr lang="fr-FR" sz="2800" dirty="0"/>
          </a:p>
        </p:txBody>
      </p:sp>
      <p:sp>
        <p:nvSpPr>
          <p:cNvPr id="17" name="ZoneTexte 16">
            <a:extLst>
              <a:ext uri="{FF2B5EF4-FFF2-40B4-BE49-F238E27FC236}">
                <a16:creationId xmlns:a16="http://schemas.microsoft.com/office/drawing/2014/main" id="{FD661638-7B24-2AFE-DEA6-BE5E95CE319F}"/>
              </a:ext>
            </a:extLst>
          </p:cNvPr>
          <p:cNvSpPr txBox="1"/>
          <p:nvPr/>
        </p:nvSpPr>
        <p:spPr>
          <a:xfrm>
            <a:off x="3813126" y="4355917"/>
            <a:ext cx="591997" cy="523220"/>
          </a:xfrm>
          <a:prstGeom prst="rect">
            <a:avLst/>
          </a:prstGeom>
          <a:noFill/>
        </p:spPr>
        <p:txBody>
          <a:bodyPr wrap="square">
            <a:spAutoFit/>
          </a:bodyPr>
          <a:lstStyle/>
          <a:p>
            <a:r>
              <a:rPr lang="fr-FR" sz="2800" dirty="0">
                <a:sym typeface="Wingdings" panose="05000000000000000000" pitchFamily="2" charset="2"/>
              </a:rPr>
              <a:t></a:t>
            </a:r>
            <a:endParaRPr lang="fr-FR" sz="2800" dirty="0"/>
          </a:p>
        </p:txBody>
      </p:sp>
      <p:pic>
        <p:nvPicPr>
          <p:cNvPr id="19" name="Image 18">
            <a:extLst>
              <a:ext uri="{FF2B5EF4-FFF2-40B4-BE49-F238E27FC236}">
                <a16:creationId xmlns:a16="http://schemas.microsoft.com/office/drawing/2014/main" id="{DE40B258-8BAC-9656-A7B2-6C06A05D7068}"/>
              </a:ext>
            </a:extLst>
          </p:cNvPr>
          <p:cNvPicPr>
            <a:picLocks noChangeAspect="1"/>
          </p:cNvPicPr>
          <p:nvPr/>
        </p:nvPicPr>
        <p:blipFill>
          <a:blip r:embed="rId6"/>
          <a:stretch>
            <a:fillRect/>
          </a:stretch>
        </p:blipFill>
        <p:spPr>
          <a:xfrm>
            <a:off x="4594519" y="2409065"/>
            <a:ext cx="1317517" cy="297759"/>
          </a:xfrm>
          <a:prstGeom prst="rect">
            <a:avLst/>
          </a:prstGeom>
        </p:spPr>
      </p:pic>
      <p:sp>
        <p:nvSpPr>
          <p:cNvPr id="21" name="ZoneTexte 20">
            <a:extLst>
              <a:ext uri="{FF2B5EF4-FFF2-40B4-BE49-F238E27FC236}">
                <a16:creationId xmlns:a16="http://schemas.microsoft.com/office/drawing/2014/main" id="{F6D4E858-BC64-C012-C31D-0A6308463D96}"/>
              </a:ext>
            </a:extLst>
          </p:cNvPr>
          <p:cNvSpPr txBox="1"/>
          <p:nvPr/>
        </p:nvSpPr>
        <p:spPr>
          <a:xfrm>
            <a:off x="4867858" y="4254317"/>
            <a:ext cx="591997" cy="523220"/>
          </a:xfrm>
          <a:prstGeom prst="rect">
            <a:avLst/>
          </a:prstGeom>
          <a:noFill/>
        </p:spPr>
        <p:txBody>
          <a:bodyPr wrap="square">
            <a:spAutoFit/>
          </a:bodyPr>
          <a:lstStyle/>
          <a:p>
            <a:r>
              <a:rPr lang="fr-FR" sz="2800" dirty="0">
                <a:sym typeface="Wingdings" panose="05000000000000000000" pitchFamily="2" charset="2"/>
              </a:rPr>
              <a:t>…</a:t>
            </a:r>
            <a:endParaRPr lang="fr-FR" sz="2800" dirty="0"/>
          </a:p>
        </p:txBody>
      </p:sp>
    </p:spTree>
    <p:extLst>
      <p:ext uri="{BB962C8B-B14F-4D97-AF65-F5344CB8AC3E}">
        <p14:creationId xmlns:p14="http://schemas.microsoft.com/office/powerpoint/2010/main" val="3868309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DD1A0-0364-168D-90E0-959555F849B5}"/>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B090EFAF-8F58-47CB-0946-62606E9A752C}"/>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AF822A-40E7-450E-BBE0-3EB502F51B07}" type="slidenum">
              <a:rPr kumimoji="0" lang="en-US" sz="1000" b="0" i="0" u="none" strike="noStrike" kern="1200" cap="none" spc="0" normalizeH="0" baseline="0" noProof="0" smtClean="0">
                <a:ln>
                  <a:noFill/>
                </a:ln>
                <a:solidFill>
                  <a:prstClr val="white"/>
                </a:solidFill>
                <a:effectLst/>
                <a:uLnTx/>
                <a:uFillTx/>
                <a:latin typeface="Source Sans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3" name="Espace réservé du texte 22">
            <a:extLst>
              <a:ext uri="{FF2B5EF4-FFF2-40B4-BE49-F238E27FC236}">
                <a16:creationId xmlns:a16="http://schemas.microsoft.com/office/drawing/2014/main" id="{DC473D46-F3AD-3448-36A1-5F7E0A2B0A62}"/>
              </a:ext>
            </a:extLst>
          </p:cNvPr>
          <p:cNvSpPr>
            <a:spLocks noGrp="1"/>
          </p:cNvSpPr>
          <p:nvPr>
            <p:ph type="body" sz="quarter" idx="12"/>
          </p:nvPr>
        </p:nvSpPr>
        <p:spPr/>
        <p:txBody>
          <a:bodyPr/>
          <a:lstStyle/>
          <a:p>
            <a:r>
              <a:rPr lang="fr-FR" dirty="0"/>
              <a:t>Our Goal</a:t>
            </a:r>
          </a:p>
        </p:txBody>
      </p:sp>
      <p:sp>
        <p:nvSpPr>
          <p:cNvPr id="15" name="ZoneTexte 14">
            <a:extLst>
              <a:ext uri="{FF2B5EF4-FFF2-40B4-BE49-F238E27FC236}">
                <a16:creationId xmlns:a16="http://schemas.microsoft.com/office/drawing/2014/main" id="{116FFC27-1C96-BA83-C812-9B4B468DC911}"/>
              </a:ext>
            </a:extLst>
          </p:cNvPr>
          <p:cNvSpPr txBox="1">
            <a:spLocks/>
          </p:cNvSpPr>
          <p:nvPr/>
        </p:nvSpPr>
        <p:spPr>
          <a:xfrm>
            <a:off x="1252663" y="1473200"/>
            <a:ext cx="10117395" cy="2618804"/>
          </a:xfrm>
          <a:prstGeom prst="rect">
            <a:avLst/>
          </a:prstGeom>
          <a:noFill/>
        </p:spPr>
        <p:txBody>
          <a:bodyPr wrap="square" anchor="ctr">
            <a:noAutofit/>
          </a:bodyPr>
          <a:lstStyle/>
          <a:p>
            <a:pPr lvl="0" indent="0">
              <a:buNone/>
            </a:pPr>
            <a:r>
              <a:rPr lang="en-US" sz="4800" b="1" dirty="0">
                <a:highlight>
                  <a:srgbClr val="DCDCDC"/>
                </a:highlight>
                <a:latin typeface="Bahnschrift" panose="020B0502040204020203" pitchFamily="34" charset="0"/>
              </a:rPr>
              <a:t>Set up VS Code with an AI extension dedicated to OVH: </a:t>
            </a:r>
            <a:r>
              <a:rPr lang="en-US" sz="4800" b="1" u="sng" dirty="0">
                <a:highlight>
                  <a:srgbClr val="DCDCDC"/>
                </a:highlight>
                <a:latin typeface="Bahnschrift" panose="020B0502040204020203" pitchFamily="34" charset="0"/>
              </a:rPr>
              <a:t>SHAI</a:t>
            </a:r>
          </a:p>
        </p:txBody>
      </p:sp>
      <p:sp>
        <p:nvSpPr>
          <p:cNvPr id="2" name="AutoShape 2" descr="Download Microsoft Azure (Windows Azure) Logo in SVG Vector ...">
            <a:extLst>
              <a:ext uri="{FF2B5EF4-FFF2-40B4-BE49-F238E27FC236}">
                <a16:creationId xmlns:a16="http://schemas.microsoft.com/office/drawing/2014/main" id="{C197B8BD-1B88-0B42-8052-E49CAD6F41A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Image 3">
            <a:extLst>
              <a:ext uri="{FF2B5EF4-FFF2-40B4-BE49-F238E27FC236}">
                <a16:creationId xmlns:a16="http://schemas.microsoft.com/office/drawing/2014/main" id="{19F23E9B-EA9A-7FAC-3E0B-FF69B26B3BD5}"/>
              </a:ext>
            </a:extLst>
          </p:cNvPr>
          <p:cNvPicPr>
            <a:picLocks noChangeAspect="1"/>
          </p:cNvPicPr>
          <p:nvPr/>
        </p:nvPicPr>
        <p:blipFill>
          <a:blip r:embed="rId2"/>
          <a:srcRect r="535" b="72427"/>
          <a:stretch>
            <a:fillRect/>
          </a:stretch>
        </p:blipFill>
        <p:spPr>
          <a:xfrm>
            <a:off x="1379554" y="3971488"/>
            <a:ext cx="7561246" cy="1705011"/>
          </a:xfrm>
          <a:prstGeom prst="rect">
            <a:avLst/>
          </a:prstGeom>
          <a:ln w="57150">
            <a:solidFill>
              <a:schemeClr val="bg1">
                <a:lumMod val="95000"/>
              </a:schemeClr>
            </a:solidFill>
          </a:ln>
        </p:spPr>
      </p:pic>
    </p:spTree>
    <p:extLst>
      <p:ext uri="{BB962C8B-B14F-4D97-AF65-F5344CB8AC3E}">
        <p14:creationId xmlns:p14="http://schemas.microsoft.com/office/powerpoint/2010/main" val="1034469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47B22-314C-EBFE-0077-891B8036CE10}"/>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22504779-BDA4-F9E7-15C8-502B1B787AF4}"/>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AF822A-40E7-450E-BBE0-3EB502F51B07}" type="slidenum">
              <a:rPr kumimoji="0" lang="en-US" sz="1000" b="0" i="0" u="none" strike="noStrike" kern="1200" cap="none" spc="0" normalizeH="0" baseline="0" noProof="0" smtClean="0">
                <a:ln>
                  <a:noFill/>
                </a:ln>
                <a:solidFill>
                  <a:prstClr val="white"/>
                </a:solidFill>
                <a:effectLst/>
                <a:uLnTx/>
                <a:uFillTx/>
                <a:latin typeface="Source Sans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3" name="Espace réservé du texte 22">
            <a:extLst>
              <a:ext uri="{FF2B5EF4-FFF2-40B4-BE49-F238E27FC236}">
                <a16:creationId xmlns:a16="http://schemas.microsoft.com/office/drawing/2014/main" id="{6197EF15-809C-83C1-3CEE-1FC2A4DE2A36}"/>
              </a:ext>
            </a:extLst>
          </p:cNvPr>
          <p:cNvSpPr>
            <a:spLocks noGrp="1"/>
          </p:cNvSpPr>
          <p:nvPr>
            <p:ph type="body" sz="quarter" idx="12"/>
          </p:nvPr>
        </p:nvSpPr>
        <p:spPr/>
        <p:txBody>
          <a:bodyPr/>
          <a:lstStyle/>
          <a:p>
            <a:r>
              <a:rPr lang="fr-FR" dirty="0"/>
              <a:t>The Super Crew</a:t>
            </a:r>
          </a:p>
        </p:txBody>
      </p:sp>
      <p:sp>
        <p:nvSpPr>
          <p:cNvPr id="2" name="AutoShape 2" descr="Download Microsoft Azure (Windows Azure) Logo in SVG Vector ...">
            <a:extLst>
              <a:ext uri="{FF2B5EF4-FFF2-40B4-BE49-F238E27FC236}">
                <a16:creationId xmlns:a16="http://schemas.microsoft.com/office/drawing/2014/main" id="{9488F591-FCC0-9A91-7E4C-C9267D9C0717}"/>
              </a:ext>
            </a:extLst>
          </p:cNvPr>
          <p:cNvSpPr>
            <a:spLocks noChangeAspect="1" noChangeArrowheads="1"/>
          </p:cNvSpPr>
          <p:nvPr/>
        </p:nvSpPr>
        <p:spPr bwMode="auto">
          <a:xfrm>
            <a:off x="8051507" y="2145865"/>
            <a:ext cx="350381" cy="35038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2064" name="Picture 16" descr="Power Rangers Turbo FigZero 1:6 Scale Action Figure 5-Pack">
            <a:extLst>
              <a:ext uri="{FF2B5EF4-FFF2-40B4-BE49-F238E27FC236}">
                <a16:creationId xmlns:a16="http://schemas.microsoft.com/office/drawing/2014/main" id="{611FB9CD-37A4-41EB-F6E1-C81FE8E153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0327" y="1150185"/>
            <a:ext cx="5261561" cy="526156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Photo de Dominique Pinchon">
            <a:extLst>
              <a:ext uri="{FF2B5EF4-FFF2-40B4-BE49-F238E27FC236}">
                <a16:creationId xmlns:a16="http://schemas.microsoft.com/office/drawing/2014/main" id="{38AA6DEB-13CA-F5B7-A38F-8CE02A0C1DF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1974" t="3510" r="21552" b="57447"/>
          <a:stretch>
            <a:fillRect/>
          </a:stretch>
        </p:blipFill>
        <p:spPr bwMode="auto">
          <a:xfrm>
            <a:off x="4394009" y="1140845"/>
            <a:ext cx="1099821" cy="1494266"/>
          </a:xfrm>
          <a:prstGeom prst="ellipse">
            <a:avLst/>
          </a:prstGeom>
          <a:noFill/>
          <a:extLst>
            <a:ext uri="{909E8E84-426E-40DD-AFC4-6F175D3DCCD1}">
              <a14:hiddenFill xmlns:a14="http://schemas.microsoft.com/office/drawing/2010/main">
                <a:solidFill>
                  <a:srgbClr val="FFFFFF"/>
                </a:solidFill>
              </a14:hiddenFill>
            </a:ext>
          </a:extLst>
        </p:spPr>
      </p:pic>
      <p:pic>
        <p:nvPicPr>
          <p:cNvPr id="2052" name="Picture 4" descr="Photo de François Fleury">
            <a:extLst>
              <a:ext uri="{FF2B5EF4-FFF2-40B4-BE49-F238E27FC236}">
                <a16:creationId xmlns:a16="http://schemas.microsoft.com/office/drawing/2014/main" id="{58536DCF-9752-A0F8-1775-C1515C2371D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243" t="13390" r="29539" b="41095"/>
          <a:stretch>
            <a:fillRect/>
          </a:stretch>
        </p:blipFill>
        <p:spPr bwMode="auto">
          <a:xfrm>
            <a:off x="3363514" y="2473901"/>
            <a:ext cx="1273778" cy="1495082"/>
          </a:xfrm>
          <a:prstGeom prst="ellipse">
            <a:avLst/>
          </a:prstGeom>
          <a:noFill/>
          <a:extLst>
            <a:ext uri="{909E8E84-426E-40DD-AFC4-6F175D3DCCD1}">
              <a14:hiddenFill xmlns:a14="http://schemas.microsoft.com/office/drawing/2010/main">
                <a:solidFill>
                  <a:srgbClr val="FFFFFF"/>
                </a:solidFill>
              </a14:hiddenFill>
            </a:ext>
          </a:extLst>
        </p:spPr>
      </p:pic>
      <p:pic>
        <p:nvPicPr>
          <p:cNvPr id="2054" name="Picture 6" descr="Photo de Gwennin Gassen">
            <a:extLst>
              <a:ext uri="{FF2B5EF4-FFF2-40B4-BE49-F238E27FC236}">
                <a16:creationId xmlns:a16="http://schemas.microsoft.com/office/drawing/2014/main" id="{ED679DB6-7DD5-F337-5600-08CFE3E5336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8913" t="11344" r="27067" b="36724"/>
          <a:stretch>
            <a:fillRect/>
          </a:stretch>
        </p:blipFill>
        <p:spPr bwMode="auto">
          <a:xfrm>
            <a:off x="6157831" y="939715"/>
            <a:ext cx="1156290" cy="1731344"/>
          </a:xfrm>
          <a:prstGeom prst="ellipse">
            <a:avLst/>
          </a:prstGeom>
          <a:noFill/>
          <a:extLst>
            <a:ext uri="{909E8E84-426E-40DD-AFC4-6F175D3DCCD1}">
              <a14:hiddenFill xmlns:a14="http://schemas.microsoft.com/office/drawing/2010/main">
                <a:solidFill>
                  <a:srgbClr val="FFFFFF"/>
                </a:solidFill>
              </a14:hiddenFill>
            </a:ext>
          </a:extLst>
        </p:spPr>
      </p:pic>
      <p:pic>
        <p:nvPicPr>
          <p:cNvPr id="2056" name="Picture 8" descr="samuel lepetre🏉 - Architecte Cloud OVH Cloud - Professional ...">
            <a:extLst>
              <a:ext uri="{FF2B5EF4-FFF2-40B4-BE49-F238E27FC236}">
                <a16:creationId xmlns:a16="http://schemas.microsoft.com/office/drawing/2014/main" id="{31777E59-977C-51F7-E3FE-6D2985DCEE39}"/>
              </a:ext>
            </a:extLst>
          </p:cNvPr>
          <p:cNvPicPr>
            <a:picLocks noChangeAspect="1" noChangeArrowheads="1"/>
          </p:cNvPicPr>
          <p:nvPr/>
        </p:nvPicPr>
        <p:blipFill rotWithShape="1">
          <a:blip r:embed="rId7">
            <a:extLst>
              <a:ext uri="{BEBA8EAE-BF5A-486C-A8C5-ECC9F3942E4B}">
                <a14:imgProps xmlns:a14="http://schemas.microsoft.com/office/drawing/2010/main">
                  <a14:imgLayer r:embed="rId8">
                    <a14:imgEffect>
                      <a14:brightnessContrast bright="20000" contrast="-40000"/>
                    </a14:imgEffect>
                  </a14:imgLayer>
                </a14:imgProps>
              </a:ext>
              <a:ext uri="{28A0092B-C50C-407E-A947-70E740481C1C}">
                <a14:useLocalDpi xmlns:a14="http://schemas.microsoft.com/office/drawing/2010/main" val="0"/>
              </a:ext>
            </a:extLst>
          </a:blip>
          <a:srcRect l="19884" t="20582" r="38734" b="23167"/>
          <a:stretch>
            <a:fillRect/>
          </a:stretch>
        </p:blipFill>
        <p:spPr bwMode="auto">
          <a:xfrm>
            <a:off x="5260378" y="2458001"/>
            <a:ext cx="1099821" cy="1495082"/>
          </a:xfrm>
          <a:prstGeom prst="ellipse">
            <a:avLst/>
          </a:prstGeom>
          <a:noFill/>
          <a:extLst>
            <a:ext uri="{909E8E84-426E-40DD-AFC4-6F175D3DCCD1}">
              <a14:hiddenFill xmlns:a14="http://schemas.microsoft.com/office/drawing/2010/main">
                <a:solidFill>
                  <a:srgbClr val="FFFFFF"/>
                </a:solidFill>
              </a14:hiddenFill>
            </a:ext>
          </a:extLst>
        </p:spPr>
      </p:pic>
      <p:pic>
        <p:nvPicPr>
          <p:cNvPr id="2058" name="Picture 10" descr="Delphine Deillon - OVHcloud | LinkedIn">
            <a:extLst>
              <a:ext uri="{FF2B5EF4-FFF2-40B4-BE49-F238E27FC236}">
                <a16:creationId xmlns:a16="http://schemas.microsoft.com/office/drawing/2014/main" id="{F8BFB8E0-A158-B8E5-A761-85F258CB90C5}"/>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5134" t="4650" r="27383" b="31691"/>
          <a:stretch>
            <a:fillRect/>
          </a:stretch>
        </p:blipFill>
        <p:spPr bwMode="auto">
          <a:xfrm>
            <a:off x="6951686" y="2496246"/>
            <a:ext cx="1099821" cy="1386013"/>
          </a:xfrm>
          <a:prstGeom prst="ellipse">
            <a:avLst/>
          </a:prstGeom>
          <a:noFill/>
          <a:extLst>
            <a:ext uri="{909E8E84-426E-40DD-AFC4-6F175D3DCCD1}">
              <a14:hiddenFill xmlns:a14="http://schemas.microsoft.com/office/drawing/2010/main">
                <a:solidFill>
                  <a:srgbClr val="FFFFFF"/>
                </a:solidFill>
              </a14:hiddenFill>
            </a:ext>
          </a:extLst>
        </p:spPr>
      </p:pic>
      <p:sp>
        <p:nvSpPr>
          <p:cNvPr id="17" name="ZoneTexte 16">
            <a:extLst>
              <a:ext uri="{FF2B5EF4-FFF2-40B4-BE49-F238E27FC236}">
                <a16:creationId xmlns:a16="http://schemas.microsoft.com/office/drawing/2014/main" id="{D825423F-86C5-46AF-54B7-897FAB7ADE55}"/>
              </a:ext>
            </a:extLst>
          </p:cNvPr>
          <p:cNvSpPr txBox="1"/>
          <p:nvPr/>
        </p:nvSpPr>
        <p:spPr>
          <a:xfrm>
            <a:off x="8578491" y="2114355"/>
            <a:ext cx="3064797" cy="3083921"/>
          </a:xfrm>
          <a:prstGeom prst="rect">
            <a:avLst/>
          </a:prstGeom>
          <a:noFill/>
        </p:spPr>
        <p:txBody>
          <a:bodyPr wrap="square">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Source Sans Pro"/>
                <a:ea typeface="+mn-ea"/>
                <a:cs typeface="+mn-cs"/>
              </a:rPr>
              <a:t>Samuel </a:t>
            </a:r>
            <a:r>
              <a:rPr kumimoji="0" lang="en-US" sz="1800" b="1" i="0" u="none" strike="noStrike" kern="1200" cap="none" spc="0" normalizeH="0" baseline="0" noProof="0" dirty="0" err="1">
                <a:ln>
                  <a:noFill/>
                </a:ln>
                <a:solidFill>
                  <a:prstClr val="white"/>
                </a:solidFill>
                <a:effectLst/>
                <a:uLnTx/>
                <a:uFillTx/>
                <a:latin typeface="Source Sans Pro"/>
                <a:ea typeface="+mn-ea"/>
                <a:cs typeface="+mn-cs"/>
              </a:rPr>
              <a:t>Lepetre</a:t>
            </a:r>
            <a:br>
              <a:rPr kumimoji="0" lang="en-US" sz="1800" b="0" i="0" u="none" strike="noStrike" kern="1200" cap="none" spc="0" normalizeH="0" baseline="0" noProof="0" dirty="0">
                <a:ln>
                  <a:noFill/>
                </a:ln>
                <a:solidFill>
                  <a:prstClr val="white"/>
                </a:solidFill>
                <a:effectLst/>
                <a:uLnTx/>
                <a:uFillTx/>
                <a:latin typeface="Source Sans Pro"/>
                <a:ea typeface="+mn-ea"/>
                <a:cs typeface="+mn-cs"/>
              </a:rPr>
            </a:br>
            <a:r>
              <a:rPr kumimoji="0" lang="en-US" sz="1400" b="0" i="1" u="none" strike="noStrike" kern="1200" cap="none" spc="0" normalizeH="0" baseline="0" noProof="0" dirty="0">
                <a:ln>
                  <a:noFill/>
                </a:ln>
                <a:solidFill>
                  <a:prstClr val="white"/>
                </a:solidFill>
                <a:effectLst/>
                <a:uLnTx/>
                <a:uFillTx/>
                <a:latin typeface="Source Sans Pro"/>
                <a:ea typeface="+mn-ea"/>
                <a:cs typeface="+mn-cs"/>
              </a:rPr>
              <a:t>CHAIR - Strategy intelligence</a:t>
            </a:r>
            <a:endParaRPr kumimoji="0" lang="fr-FR" sz="1400" b="0" i="1" u="none" strike="noStrike" kern="1200" cap="none" spc="0" normalizeH="0" baseline="0" noProof="0" dirty="0">
              <a:ln>
                <a:noFill/>
              </a:ln>
              <a:solidFill>
                <a:prstClr val="white"/>
              </a:solidFill>
              <a:effectLst/>
              <a:uLnTx/>
              <a:uFillTx/>
              <a:latin typeface="Source Sans Pro"/>
              <a:ea typeface="+mn-ea"/>
              <a:cs typeface="+mn-cs"/>
            </a:endParaRPr>
          </a:p>
          <a:p>
            <a:pPr>
              <a:lnSpc>
                <a:spcPct val="90000"/>
              </a:lnSpc>
            </a:pPr>
            <a:endParaRPr lang="en-US" sz="1400" b="0" dirty="0">
              <a:solidFill>
                <a:schemeClr val="bg1"/>
              </a:solidFill>
            </a:endParaRPr>
          </a:p>
          <a:p>
            <a:pPr>
              <a:lnSpc>
                <a:spcPct val="90000"/>
              </a:lnSpc>
            </a:pPr>
            <a:r>
              <a:rPr lang="en-US" sz="1800" b="1" dirty="0">
                <a:solidFill>
                  <a:schemeClr val="bg1"/>
                </a:solidFill>
              </a:rPr>
              <a:t>Dominique Pinchon</a:t>
            </a:r>
            <a:br>
              <a:rPr lang="en-US" dirty="0">
                <a:solidFill>
                  <a:schemeClr val="bg1"/>
                </a:solidFill>
              </a:rPr>
            </a:br>
            <a:r>
              <a:rPr lang="en-US" sz="1400" i="1" dirty="0">
                <a:solidFill>
                  <a:schemeClr val="bg1"/>
                </a:solidFill>
              </a:rPr>
              <a:t>CIO O2C – </a:t>
            </a:r>
            <a:r>
              <a:rPr lang="en-US" sz="1400" b="0" i="1" dirty="0">
                <a:solidFill>
                  <a:schemeClr val="bg1"/>
                </a:solidFill>
              </a:rPr>
              <a:t>Sales Operations</a:t>
            </a:r>
          </a:p>
          <a:p>
            <a:pPr>
              <a:lnSpc>
                <a:spcPct val="90000"/>
              </a:lnSpc>
            </a:pPr>
            <a:endParaRPr lang="en-US" sz="1400" i="1" dirty="0">
              <a:solidFill>
                <a:schemeClr val="bg1"/>
              </a:solidFill>
            </a:endParaRPr>
          </a:p>
          <a:p>
            <a:pPr lvl="0">
              <a:lnSpc>
                <a:spcPct val="90000"/>
              </a:lnSpc>
              <a:defRPr/>
            </a:pPr>
            <a:r>
              <a:rPr kumimoji="0" lang="en-US" sz="1800" b="1" i="0" u="none" strike="noStrike" kern="1200" cap="none" spc="0" normalizeH="0" baseline="0" noProof="0" dirty="0">
                <a:ln>
                  <a:noFill/>
                </a:ln>
                <a:solidFill>
                  <a:prstClr val="white"/>
                </a:solidFill>
                <a:effectLst/>
                <a:uLnTx/>
                <a:uFillTx/>
                <a:latin typeface="Source Sans Pro"/>
                <a:ea typeface="+mn-ea"/>
                <a:cs typeface="+mn-cs"/>
              </a:rPr>
              <a:t>Gwennin </a:t>
            </a:r>
            <a:r>
              <a:rPr kumimoji="0" lang="en-US" sz="1800" b="1" i="0" u="none" strike="noStrike" kern="1200" cap="none" spc="0" normalizeH="0" baseline="0" noProof="0" dirty="0" err="1">
                <a:ln>
                  <a:noFill/>
                </a:ln>
                <a:solidFill>
                  <a:prstClr val="white"/>
                </a:solidFill>
                <a:effectLst/>
                <a:uLnTx/>
                <a:uFillTx/>
                <a:latin typeface="Source Sans Pro"/>
                <a:ea typeface="+mn-ea"/>
                <a:cs typeface="+mn-cs"/>
              </a:rPr>
              <a:t>Gwassen</a:t>
            </a:r>
            <a:br>
              <a:rPr kumimoji="0" lang="en-US" sz="1800" b="0" i="0" u="none" strike="noStrike" kern="1200" cap="none" spc="0" normalizeH="0" baseline="0" noProof="0" dirty="0">
                <a:ln>
                  <a:noFill/>
                </a:ln>
                <a:solidFill>
                  <a:prstClr val="white"/>
                </a:solidFill>
                <a:effectLst/>
                <a:uLnTx/>
                <a:uFillTx/>
                <a:latin typeface="Source Sans Pro"/>
                <a:ea typeface="+mn-ea"/>
                <a:cs typeface="+mn-cs"/>
              </a:rPr>
            </a:br>
            <a:r>
              <a:rPr lang="en-US" sz="1400" i="1" dirty="0">
                <a:solidFill>
                  <a:schemeClr val="bg1"/>
                </a:solidFill>
              </a:rPr>
              <a:t>CIO O2C </a:t>
            </a:r>
            <a:r>
              <a:rPr kumimoji="0" lang="en-US" sz="1400" b="0" i="1" u="none" strike="noStrike" kern="1200" cap="none" spc="0" normalizeH="0" baseline="0" noProof="0" dirty="0">
                <a:ln>
                  <a:noFill/>
                </a:ln>
                <a:solidFill>
                  <a:prstClr val="white"/>
                </a:solidFill>
                <a:effectLst/>
                <a:uLnTx/>
                <a:uFillTx/>
                <a:latin typeface="Source Sans Pro"/>
                <a:ea typeface="+mn-ea"/>
                <a:cs typeface="+mn-cs"/>
              </a:rPr>
              <a:t>– Billing</a:t>
            </a:r>
          </a:p>
          <a:p>
            <a:pPr marL="0" marR="0" lvl="0" indent="0" algn="l" defTabSz="914400" rtl="0" eaLnBrk="1" fontAlgn="auto" latinLnBrk="0" hangingPunct="1">
              <a:lnSpc>
                <a:spcPct val="90000"/>
              </a:lnSpc>
              <a:spcBef>
                <a:spcPts val="0"/>
              </a:spcBef>
              <a:spcAft>
                <a:spcPts val="0"/>
              </a:spcAft>
              <a:buClrTx/>
              <a:buSzTx/>
              <a:buFontTx/>
              <a:buNone/>
              <a:tabLst/>
              <a:defRPr/>
            </a:pPr>
            <a:endParaRPr lang="en-US" sz="1400" i="1" dirty="0">
              <a:solidFill>
                <a:prstClr val="white"/>
              </a:solidFill>
              <a:latin typeface="Source Sans Pro"/>
            </a:endParaRPr>
          </a:p>
          <a:p>
            <a:pPr>
              <a:lnSpc>
                <a:spcPct val="90000"/>
              </a:lnSpc>
              <a:defRPr/>
            </a:pPr>
            <a:r>
              <a:rPr lang="en-US" b="1" dirty="0">
                <a:solidFill>
                  <a:schemeClr val="bg1"/>
                </a:solidFill>
              </a:rPr>
              <a:t>François Fleury</a:t>
            </a:r>
            <a:br>
              <a:rPr lang="en-US" sz="1400" dirty="0">
                <a:solidFill>
                  <a:schemeClr val="bg1"/>
                </a:solidFill>
              </a:rPr>
            </a:br>
            <a:r>
              <a:rPr lang="en-US" sz="1400" i="1" dirty="0">
                <a:solidFill>
                  <a:schemeClr val="bg1"/>
                </a:solidFill>
              </a:rPr>
              <a:t>CIO O2C - Sales Operations</a:t>
            </a:r>
            <a:endParaRPr lang="fr-FR" sz="1400" i="1" dirty="0">
              <a:solidFill>
                <a:schemeClr val="bg1"/>
              </a:solidFill>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fr-FR" sz="1400" b="0" i="1" u="none" strike="noStrike" kern="1200" cap="none" spc="0" normalizeH="0" baseline="0" noProof="0" dirty="0">
              <a:ln>
                <a:noFill/>
              </a:ln>
              <a:solidFill>
                <a:prstClr val="white"/>
              </a:solidFill>
              <a:effectLst/>
              <a:uLnTx/>
              <a:uFillTx/>
              <a:latin typeface="Source Sans Pro"/>
              <a:ea typeface="+mn-ea"/>
              <a:cs typeface="+mn-cs"/>
            </a:endParaRPr>
          </a:p>
          <a:p>
            <a:pPr>
              <a:lnSpc>
                <a:spcPct val="90000"/>
              </a:lnSpc>
            </a:pPr>
            <a:r>
              <a:rPr lang="en-US" b="1" dirty="0">
                <a:solidFill>
                  <a:schemeClr val="bg1"/>
                </a:solidFill>
              </a:rPr>
              <a:t>Delphine Deillon</a:t>
            </a:r>
            <a:br>
              <a:rPr lang="en-US" sz="1400" dirty="0">
                <a:solidFill>
                  <a:schemeClr val="bg1"/>
                </a:solidFill>
              </a:rPr>
            </a:br>
            <a:r>
              <a:rPr lang="en-US" sz="1400" i="1" dirty="0">
                <a:solidFill>
                  <a:schemeClr val="bg1"/>
                </a:solidFill>
              </a:rPr>
              <a:t>CIO O2C - Sales Operations</a:t>
            </a:r>
            <a:endParaRPr lang="fr-FR" sz="1400" i="1" dirty="0">
              <a:solidFill>
                <a:schemeClr val="bg1"/>
              </a:solidFill>
            </a:endParaRPr>
          </a:p>
        </p:txBody>
      </p:sp>
    </p:spTree>
    <p:extLst>
      <p:ext uri="{BB962C8B-B14F-4D97-AF65-F5344CB8AC3E}">
        <p14:creationId xmlns:p14="http://schemas.microsoft.com/office/powerpoint/2010/main" val="3556442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CBA2E-5697-6995-6EE8-666DB739A16F}"/>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50FBF0BD-F190-110F-7279-DF4300F0DF0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AF822A-40E7-450E-BBE0-3EB502F51B07}" type="slidenum">
              <a:rPr kumimoji="0" lang="en-US" sz="1000" b="0" i="0" u="none" strike="noStrike" kern="1200" cap="none" spc="0" normalizeH="0" baseline="0" noProof="0" smtClean="0">
                <a:ln>
                  <a:noFill/>
                </a:ln>
                <a:solidFill>
                  <a:prstClr val="white"/>
                </a:solidFill>
                <a:effectLst/>
                <a:uLnTx/>
                <a:uFillTx/>
                <a:latin typeface="Source Sans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3" name="Espace réservé du texte 22">
            <a:extLst>
              <a:ext uri="{FF2B5EF4-FFF2-40B4-BE49-F238E27FC236}">
                <a16:creationId xmlns:a16="http://schemas.microsoft.com/office/drawing/2014/main" id="{03D5858A-DBE1-5B7F-B612-B2FFFF2DBB11}"/>
              </a:ext>
            </a:extLst>
          </p:cNvPr>
          <p:cNvSpPr>
            <a:spLocks noGrp="1"/>
          </p:cNvSpPr>
          <p:nvPr>
            <p:ph type="body" sz="quarter" idx="12"/>
          </p:nvPr>
        </p:nvSpPr>
        <p:spPr/>
        <p:txBody>
          <a:bodyPr/>
          <a:lstStyle/>
          <a:p>
            <a:r>
              <a:rPr lang="fr-FR" dirty="0" err="1"/>
              <a:t>Context</a:t>
            </a:r>
            <a:endParaRPr lang="fr-FR" dirty="0"/>
          </a:p>
        </p:txBody>
      </p:sp>
      <p:sp>
        <p:nvSpPr>
          <p:cNvPr id="5" name="Espace réservé du texte 23">
            <a:extLst>
              <a:ext uri="{FF2B5EF4-FFF2-40B4-BE49-F238E27FC236}">
                <a16:creationId xmlns:a16="http://schemas.microsoft.com/office/drawing/2014/main" id="{68A99786-F8F6-DD60-CC81-B111D56DCF78}"/>
              </a:ext>
            </a:extLst>
          </p:cNvPr>
          <p:cNvSpPr>
            <a:spLocks noGrp="1"/>
          </p:cNvSpPr>
          <p:nvPr>
            <p:ph type="body" sz="quarter" idx="14"/>
          </p:nvPr>
        </p:nvSpPr>
        <p:spPr>
          <a:xfrm>
            <a:off x="1174007" y="1327787"/>
            <a:ext cx="9843985" cy="4097654"/>
          </a:xfrm>
          <a:ln>
            <a:noFill/>
          </a:ln>
        </p:spPr>
        <p:txBody>
          <a:bodyPr>
            <a:normAutofit lnSpcReduction="10000"/>
          </a:bodyPr>
          <a:lstStyle/>
          <a:p>
            <a:pPr marL="200025" lvl="0" indent="0">
              <a:buNone/>
            </a:pPr>
            <a:r>
              <a:rPr lang="en-US" sz="2400" dirty="0"/>
              <a:t>SHAI is a cutting-edge</a:t>
            </a:r>
            <a:r>
              <a:rPr lang="en-US" sz="2400" b="0" dirty="0"/>
              <a:t>, terminal-based AI assistant designed to simplify your day-to-day development tasks.</a:t>
            </a:r>
          </a:p>
          <a:p>
            <a:pPr marL="200025" lvl="0" indent="0">
              <a:buNone/>
            </a:pPr>
            <a:r>
              <a:rPr lang="en-US" sz="2400" dirty="0"/>
              <a:t>SHAI can be integrated as a VS Code extension</a:t>
            </a:r>
            <a:r>
              <a:rPr lang="en-US" sz="2400" b="0" dirty="0"/>
              <a:t>, directly into your editor with a chat interface.</a:t>
            </a:r>
          </a:p>
          <a:p>
            <a:pPr marL="542925" lvl="0" indent="-342900">
              <a:buFont typeface="Arial" panose="020B0604020202020204" pitchFamily="34" charset="0"/>
              <a:buChar char="•"/>
            </a:pPr>
            <a:r>
              <a:rPr lang="en-US" sz="2400" b="0" i="1" dirty="0"/>
              <a:t>Features Chat Interface</a:t>
            </a:r>
            <a:r>
              <a:rPr lang="en-US" sz="2400" b="0" dirty="0"/>
              <a:t>: </a:t>
            </a:r>
            <a:r>
              <a:rPr lang="en-US" sz="2400" dirty="0"/>
              <a:t>Interactive chat panel </a:t>
            </a:r>
            <a:r>
              <a:rPr lang="en-US" sz="2400" b="0" dirty="0"/>
              <a:t>in VS Code sidebar </a:t>
            </a:r>
          </a:p>
          <a:p>
            <a:pPr marL="542925" lvl="0" indent="-342900">
              <a:buFont typeface="Arial" panose="020B0604020202020204" pitchFamily="34" charset="0"/>
              <a:buChar char="•"/>
            </a:pPr>
            <a:r>
              <a:rPr lang="en-US" sz="2400" b="0" i="1" dirty="0"/>
              <a:t>Shell Integration: </a:t>
            </a:r>
            <a:r>
              <a:rPr lang="en-US" sz="2400" dirty="0"/>
              <a:t>Executes Shai AI commands </a:t>
            </a:r>
            <a:r>
              <a:rPr lang="en-US" sz="2400" b="0" dirty="0"/>
              <a:t>directly through your system shell </a:t>
            </a:r>
          </a:p>
          <a:p>
            <a:pPr marL="542925" lvl="0" indent="-342900">
              <a:buFont typeface="Arial" panose="020B0604020202020204" pitchFamily="34" charset="0"/>
              <a:buChar char="•"/>
            </a:pPr>
            <a:r>
              <a:rPr lang="en-US" sz="2400" b="0" i="1" dirty="0"/>
              <a:t>Workspace Aware: </a:t>
            </a:r>
            <a:r>
              <a:rPr lang="en-US" sz="2400" dirty="0"/>
              <a:t>Runs commands </a:t>
            </a:r>
            <a:r>
              <a:rPr lang="en-US" sz="2400" b="0" dirty="0"/>
              <a:t>in your current workspace context </a:t>
            </a:r>
          </a:p>
          <a:p>
            <a:pPr marL="542925" lvl="0" indent="-342900">
              <a:buFont typeface="Arial" panose="020B0604020202020204" pitchFamily="34" charset="0"/>
              <a:buChar char="•"/>
            </a:pPr>
            <a:r>
              <a:rPr lang="en-US" sz="2400" b="0" i="1" dirty="0"/>
              <a:t>Customizable</a:t>
            </a:r>
            <a:r>
              <a:rPr lang="en-US" sz="2400" b="0" dirty="0"/>
              <a:t>: </a:t>
            </a:r>
            <a:r>
              <a:rPr lang="en-US" sz="2400" dirty="0"/>
              <a:t>Configure the Shai command path </a:t>
            </a:r>
            <a:r>
              <a:rPr lang="en-US" sz="2400" b="0" dirty="0"/>
              <a:t>in settings</a:t>
            </a:r>
          </a:p>
          <a:p>
            <a:pPr marL="542925" lvl="0" indent="-342900">
              <a:buFont typeface="Arial" panose="020B0604020202020204" pitchFamily="34" charset="0"/>
              <a:buChar char="•"/>
            </a:pPr>
            <a:r>
              <a:rPr lang="en-US" sz="2400" b="0" dirty="0"/>
              <a:t>Opensource, available in </a:t>
            </a:r>
            <a:r>
              <a:rPr lang="en-US" sz="2400" b="0" dirty="0" err="1"/>
              <a:t>Github</a:t>
            </a:r>
            <a:endParaRPr lang="fr-FR" sz="2400" b="0" dirty="0"/>
          </a:p>
        </p:txBody>
      </p:sp>
    </p:spTree>
    <p:extLst>
      <p:ext uri="{BB962C8B-B14F-4D97-AF65-F5344CB8AC3E}">
        <p14:creationId xmlns:p14="http://schemas.microsoft.com/office/powerpoint/2010/main" val="1229845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5706-70E9-F554-62FD-B2331D074FC9}"/>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DA555086-D680-55A4-7455-CD3CC0945F8C}"/>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AF822A-40E7-450E-BBE0-3EB502F51B07}" type="slidenum">
              <a:rPr kumimoji="0" lang="en-US" sz="1000" b="0" i="0" u="none" strike="noStrike" kern="1200" cap="none" spc="0" normalizeH="0" baseline="0" noProof="0" smtClean="0">
                <a:ln>
                  <a:noFill/>
                </a:ln>
                <a:solidFill>
                  <a:prstClr val="white"/>
                </a:solidFill>
                <a:effectLst/>
                <a:uLnTx/>
                <a:uFillTx/>
                <a:latin typeface="Source Sans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3" name="Espace réservé du texte 22">
            <a:extLst>
              <a:ext uri="{FF2B5EF4-FFF2-40B4-BE49-F238E27FC236}">
                <a16:creationId xmlns:a16="http://schemas.microsoft.com/office/drawing/2014/main" id="{DE2CE50B-3EF1-832C-9868-F63BFFB59410}"/>
              </a:ext>
            </a:extLst>
          </p:cNvPr>
          <p:cNvSpPr>
            <a:spLocks noGrp="1"/>
          </p:cNvSpPr>
          <p:nvPr>
            <p:ph type="body" sz="quarter" idx="12"/>
          </p:nvPr>
        </p:nvSpPr>
        <p:spPr/>
        <p:txBody>
          <a:bodyPr/>
          <a:lstStyle/>
          <a:p>
            <a:r>
              <a:rPr lang="fr-FR" dirty="0"/>
              <a:t>Roadmap</a:t>
            </a:r>
          </a:p>
        </p:txBody>
      </p:sp>
      <p:pic>
        <p:nvPicPr>
          <p:cNvPr id="5" name="Image 4">
            <a:extLst>
              <a:ext uri="{FF2B5EF4-FFF2-40B4-BE49-F238E27FC236}">
                <a16:creationId xmlns:a16="http://schemas.microsoft.com/office/drawing/2014/main" id="{244A5620-AC05-0141-CDF0-397CCBD9372F}"/>
              </a:ext>
            </a:extLst>
          </p:cNvPr>
          <p:cNvPicPr>
            <a:picLocks noChangeAspect="1"/>
          </p:cNvPicPr>
          <p:nvPr/>
        </p:nvPicPr>
        <p:blipFill>
          <a:blip r:embed="rId2"/>
          <a:stretch>
            <a:fillRect/>
          </a:stretch>
        </p:blipFill>
        <p:spPr>
          <a:xfrm>
            <a:off x="2143506" y="1219437"/>
            <a:ext cx="7904987" cy="5269991"/>
          </a:xfrm>
          <a:prstGeom prst="rect">
            <a:avLst/>
          </a:prstGeom>
        </p:spPr>
      </p:pic>
    </p:spTree>
    <p:extLst>
      <p:ext uri="{BB962C8B-B14F-4D97-AF65-F5344CB8AC3E}">
        <p14:creationId xmlns:p14="http://schemas.microsoft.com/office/powerpoint/2010/main" val="817025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C0958-3F26-4A8B-643D-AAF50B77C8F9}"/>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7BAE30DE-8578-69E3-D377-AB256D2DE44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AF822A-40E7-450E-BBE0-3EB502F51B07}" type="slidenum">
              <a:rPr kumimoji="0" lang="en-US" sz="1000" b="0" i="0" u="none" strike="noStrike" kern="1200" cap="none" spc="0" normalizeH="0" baseline="0" noProof="0" smtClean="0">
                <a:ln>
                  <a:noFill/>
                </a:ln>
                <a:solidFill>
                  <a:prstClr val="white"/>
                </a:solidFill>
                <a:effectLst/>
                <a:uLnTx/>
                <a:uFillTx/>
                <a:latin typeface="Source Sans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3" name="Espace réservé du texte 22">
            <a:extLst>
              <a:ext uri="{FF2B5EF4-FFF2-40B4-BE49-F238E27FC236}">
                <a16:creationId xmlns:a16="http://schemas.microsoft.com/office/drawing/2014/main" id="{1A68A490-225D-DDA5-1F1B-C2A18283D2AF}"/>
              </a:ext>
            </a:extLst>
          </p:cNvPr>
          <p:cNvSpPr>
            <a:spLocks noGrp="1"/>
          </p:cNvSpPr>
          <p:nvPr>
            <p:ph type="body" sz="quarter" idx="12"/>
          </p:nvPr>
        </p:nvSpPr>
        <p:spPr/>
        <p:txBody>
          <a:bodyPr/>
          <a:lstStyle/>
          <a:p>
            <a:r>
              <a:rPr lang="fr-FR" dirty="0"/>
              <a:t>Our actions</a:t>
            </a:r>
          </a:p>
        </p:txBody>
      </p:sp>
      <p:graphicFrame>
        <p:nvGraphicFramePr>
          <p:cNvPr id="5" name="Tableau 4">
            <a:extLst>
              <a:ext uri="{FF2B5EF4-FFF2-40B4-BE49-F238E27FC236}">
                <a16:creationId xmlns:a16="http://schemas.microsoft.com/office/drawing/2014/main" id="{768D944C-8D9A-E8C3-37BB-1C4500BED53A}"/>
              </a:ext>
            </a:extLst>
          </p:cNvPr>
          <p:cNvGraphicFramePr>
            <a:graphicFrameLocks noGrp="1"/>
          </p:cNvGraphicFramePr>
          <p:nvPr>
            <p:extLst>
              <p:ext uri="{D42A27DB-BD31-4B8C-83A1-F6EECF244321}">
                <p14:modId xmlns:p14="http://schemas.microsoft.com/office/powerpoint/2010/main" val="1044383641"/>
              </p:ext>
            </p:extLst>
          </p:nvPr>
        </p:nvGraphicFramePr>
        <p:xfrm>
          <a:off x="684982" y="1327786"/>
          <a:ext cx="10051844" cy="4809509"/>
        </p:xfrm>
        <a:graphic>
          <a:graphicData uri="http://schemas.openxmlformats.org/drawingml/2006/table">
            <a:tbl>
              <a:tblPr firstRow="1" bandRow="1">
                <a:tableStyleId>{5C22544A-7EE6-4342-B048-85BDC9FD1C3A}</a:tableStyleId>
              </a:tblPr>
              <a:tblGrid>
                <a:gridCol w="830898">
                  <a:extLst>
                    <a:ext uri="{9D8B030D-6E8A-4147-A177-3AD203B41FA5}">
                      <a16:colId xmlns:a16="http://schemas.microsoft.com/office/drawing/2014/main" val="1854165081"/>
                    </a:ext>
                  </a:extLst>
                </a:gridCol>
                <a:gridCol w="7398442">
                  <a:extLst>
                    <a:ext uri="{9D8B030D-6E8A-4147-A177-3AD203B41FA5}">
                      <a16:colId xmlns:a16="http://schemas.microsoft.com/office/drawing/2014/main" val="935354882"/>
                    </a:ext>
                  </a:extLst>
                </a:gridCol>
                <a:gridCol w="1822504">
                  <a:extLst>
                    <a:ext uri="{9D8B030D-6E8A-4147-A177-3AD203B41FA5}">
                      <a16:colId xmlns:a16="http://schemas.microsoft.com/office/drawing/2014/main" val="358343016"/>
                    </a:ext>
                  </a:extLst>
                </a:gridCol>
              </a:tblGrid>
              <a:tr h="345568">
                <a:tc>
                  <a:txBody>
                    <a:bodyPr/>
                    <a:lstStyle/>
                    <a:p>
                      <a:r>
                        <a:rPr lang="fr-FR" dirty="0"/>
                        <a:t>#</a:t>
                      </a:r>
                    </a:p>
                  </a:txBody>
                  <a:tcPr/>
                </a:tc>
                <a:tc>
                  <a:txBody>
                    <a:bodyPr/>
                    <a:lstStyle/>
                    <a:p>
                      <a:r>
                        <a:rPr lang="fr-FR" dirty="0"/>
                        <a:t>Actions</a:t>
                      </a:r>
                    </a:p>
                  </a:txBody>
                  <a:tcPr/>
                </a:tc>
                <a:tc>
                  <a:txBody>
                    <a:bodyPr/>
                    <a:lstStyle/>
                    <a:p>
                      <a:r>
                        <a:rPr lang="fr-FR" dirty="0" err="1"/>
                        <a:t>Status</a:t>
                      </a:r>
                      <a:endParaRPr lang="fr-FR" dirty="0"/>
                    </a:p>
                  </a:txBody>
                  <a:tcPr/>
                </a:tc>
                <a:extLst>
                  <a:ext uri="{0D108BD9-81ED-4DB2-BD59-A6C34878D82A}">
                    <a16:rowId xmlns:a16="http://schemas.microsoft.com/office/drawing/2014/main" val="2912909040"/>
                  </a:ext>
                </a:extLst>
              </a:tr>
              <a:tr h="420389">
                <a:tc>
                  <a:txBody>
                    <a:bodyPr/>
                    <a:lstStyle/>
                    <a:p>
                      <a:r>
                        <a:rPr lang="fr-FR"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Bug fix duplication of the </a:t>
                      </a:r>
                      <a:r>
                        <a:rPr lang="fr-FR" dirty="0" err="1"/>
                        <a:t>answers</a:t>
                      </a:r>
                      <a:r>
                        <a:rPr lang="fr-FR" dirty="0"/>
                        <a:t> by </a:t>
                      </a:r>
                      <a:r>
                        <a:rPr lang="fr-FR" dirty="0" err="1"/>
                        <a:t>Shai</a:t>
                      </a:r>
                      <a:r>
                        <a:rPr lang="fr-FR" dirty="0"/>
                        <a:t> to user </a:t>
                      </a:r>
                      <a:r>
                        <a:rPr lang="fr-FR" dirty="0" err="1"/>
                        <a:t>requests</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t>
                      </a:r>
                    </a:p>
                  </a:txBody>
                  <a:tcPr/>
                </a:tc>
                <a:extLst>
                  <a:ext uri="{0D108BD9-81ED-4DB2-BD59-A6C34878D82A}">
                    <a16:rowId xmlns:a16="http://schemas.microsoft.com/office/drawing/2014/main" val="1477241657"/>
                  </a:ext>
                </a:extLst>
              </a:tr>
              <a:tr h="345568">
                <a:tc>
                  <a:txBody>
                    <a:bodyPr/>
                    <a:lstStyle/>
                    <a:p>
                      <a:r>
                        <a:rPr lang="fr-FR"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Modify the context sent to Shai in order to formalize the answer so that </a:t>
                      </a:r>
                      <a:r>
                        <a:rPr lang="en-US" dirty="0" err="1"/>
                        <a:t>VSCode</a:t>
                      </a:r>
                      <a:r>
                        <a:rPr lang="en-US" dirty="0"/>
                        <a:t> tooling extension is converted into buttons for the user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t>
                      </a:r>
                    </a:p>
                  </a:txBody>
                  <a:tcPr/>
                </a:tc>
                <a:extLst>
                  <a:ext uri="{0D108BD9-81ED-4DB2-BD59-A6C34878D82A}">
                    <a16:rowId xmlns:a16="http://schemas.microsoft.com/office/drawing/2014/main" val="4114482798"/>
                  </a:ext>
                </a:extLst>
              </a:tr>
              <a:tr h="345568">
                <a:tc>
                  <a:txBody>
                    <a:bodyPr/>
                    <a:lstStyle/>
                    <a:p>
                      <a:r>
                        <a:rPr lang="fr-FR"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Validate the panel that display the way the LLM is dealing with the request (only few LLM models propose this kind of feature)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t>
                      </a:r>
                    </a:p>
                  </a:txBody>
                  <a:tcPr/>
                </a:tc>
                <a:extLst>
                  <a:ext uri="{0D108BD9-81ED-4DB2-BD59-A6C34878D82A}">
                    <a16:rowId xmlns:a16="http://schemas.microsoft.com/office/drawing/2014/main" val="4289278965"/>
                  </a:ext>
                </a:extLst>
              </a:tr>
              <a:tr h="345568">
                <a:tc>
                  <a:txBody>
                    <a:bodyPr/>
                    <a:lstStyle/>
                    <a:p>
                      <a:r>
                        <a:rPr lang="fr-FR"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Add a panel in multi tabbed notebook area to implement mechanism of generating specification (see </a:t>
                      </a:r>
                      <a:r>
                        <a:rPr lang="en-US" dirty="0" err="1"/>
                        <a:t>kiro</a:t>
                      </a:r>
                      <a:r>
                        <a:rPr lang="en-US"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t>
                      </a:r>
                    </a:p>
                  </a:txBody>
                  <a:tcPr/>
                </a:tc>
                <a:extLst>
                  <a:ext uri="{0D108BD9-81ED-4DB2-BD59-A6C34878D82A}">
                    <a16:rowId xmlns:a16="http://schemas.microsoft.com/office/drawing/2014/main" val="304109739"/>
                  </a:ext>
                </a:extLst>
              </a:tr>
              <a:tr h="345568">
                <a:tc>
                  <a:txBody>
                    <a:bodyPr/>
                    <a:lstStyle/>
                    <a:p>
                      <a:r>
                        <a:rPr lang="fr-FR"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Add a panel in multi tabbed notebook area to implement mechanism of generating </a:t>
                      </a:r>
                      <a:r>
                        <a:rPr lang="en-US" dirty="0" err="1"/>
                        <a:t>devops</a:t>
                      </a:r>
                      <a:r>
                        <a:rPr lang="en-US" dirty="0"/>
                        <a:t> agent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t>
                      </a:r>
                    </a:p>
                  </a:txBody>
                  <a:tcPr/>
                </a:tc>
                <a:extLst>
                  <a:ext uri="{0D108BD9-81ED-4DB2-BD59-A6C34878D82A}">
                    <a16:rowId xmlns:a16="http://schemas.microsoft.com/office/drawing/2014/main" val="1761384298"/>
                  </a:ext>
                </a:extLst>
              </a:tr>
              <a:tr h="345568">
                <a:tc>
                  <a:txBody>
                    <a:bodyPr/>
                    <a:lstStyle/>
                    <a:p>
                      <a:r>
                        <a:rPr lang="fr-FR"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Update the readme.md based on </a:t>
                      </a:r>
                      <a:r>
                        <a:rPr lang="en-US" dirty="0" err="1"/>
                        <a:t>latests</a:t>
                      </a:r>
                      <a:r>
                        <a:rPr lang="en-US" dirty="0"/>
                        <a:t> modifications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t>✅</a:t>
                      </a:r>
                      <a:endParaRPr lang="fr-FR" dirty="0"/>
                    </a:p>
                  </a:txBody>
                  <a:tcPr/>
                </a:tc>
                <a:extLst>
                  <a:ext uri="{0D108BD9-81ED-4DB2-BD59-A6C34878D82A}">
                    <a16:rowId xmlns:a16="http://schemas.microsoft.com/office/drawing/2014/main" val="3901970448"/>
                  </a:ext>
                </a:extLst>
              </a:tr>
              <a:tr h="345568">
                <a:tc>
                  <a:txBody>
                    <a:bodyPr/>
                    <a:lstStyle/>
                    <a:p>
                      <a:r>
                        <a:rPr lang="fr-FR" dirty="0"/>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Add PFR.md to follow-up the features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t>
                      </a:r>
                    </a:p>
                  </a:txBody>
                  <a:tcPr/>
                </a:tc>
                <a:extLst>
                  <a:ext uri="{0D108BD9-81ED-4DB2-BD59-A6C34878D82A}">
                    <a16:rowId xmlns:a16="http://schemas.microsoft.com/office/drawing/2014/main" val="4110233351"/>
                  </a:ext>
                </a:extLst>
              </a:tr>
              <a:tr h="345568">
                <a:tc>
                  <a:txBody>
                    <a:bodyPr/>
                    <a:lstStyle/>
                    <a:p>
                      <a:r>
                        <a:rPr lang="fr-FR" dirty="0"/>
                        <a:t>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Demo video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t>
                      </a:r>
                    </a:p>
                  </a:txBody>
                  <a:tcPr/>
                </a:tc>
                <a:extLst>
                  <a:ext uri="{0D108BD9-81ED-4DB2-BD59-A6C34878D82A}">
                    <a16:rowId xmlns:a16="http://schemas.microsoft.com/office/drawing/2014/main" val="130894661"/>
                  </a:ext>
                </a:extLst>
              </a:tr>
              <a:tr h="239203">
                <a:tc>
                  <a:txBody>
                    <a:bodyPr/>
                    <a:lstStyle/>
                    <a:p>
                      <a:r>
                        <a:rPr lang="fr-FR" dirty="0"/>
                        <a:t>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Prepare pitch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t>
                      </a:r>
                    </a:p>
                  </a:txBody>
                  <a:tcPr/>
                </a:tc>
                <a:extLst>
                  <a:ext uri="{0D108BD9-81ED-4DB2-BD59-A6C34878D82A}">
                    <a16:rowId xmlns:a16="http://schemas.microsoft.com/office/drawing/2014/main" val="2231486703"/>
                  </a:ext>
                </a:extLst>
              </a:tr>
            </a:tbl>
          </a:graphicData>
        </a:graphic>
      </p:graphicFrame>
    </p:spTree>
    <p:extLst>
      <p:ext uri="{BB962C8B-B14F-4D97-AF65-F5344CB8AC3E}">
        <p14:creationId xmlns:p14="http://schemas.microsoft.com/office/powerpoint/2010/main" val="4073784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13004-8336-7F89-5FE3-17FFB01480C9}"/>
            </a:ext>
          </a:extLst>
        </p:cNvPr>
        <p:cNvGrpSpPr/>
        <p:nvPr/>
      </p:nvGrpSpPr>
      <p:grpSpPr>
        <a:xfrm>
          <a:off x="0" y="0"/>
          <a:ext cx="0" cy="0"/>
          <a:chOff x="0" y="0"/>
          <a:chExt cx="0" cy="0"/>
        </a:xfrm>
      </p:grpSpPr>
      <p:pic>
        <p:nvPicPr>
          <p:cNvPr id="11" name="Image 10">
            <a:extLst>
              <a:ext uri="{FF2B5EF4-FFF2-40B4-BE49-F238E27FC236}">
                <a16:creationId xmlns:a16="http://schemas.microsoft.com/office/drawing/2014/main" id="{66071C26-C22B-B998-E214-6CA928976654}"/>
              </a:ext>
            </a:extLst>
          </p:cNvPr>
          <p:cNvPicPr>
            <a:picLocks noChangeAspect="1"/>
          </p:cNvPicPr>
          <p:nvPr/>
        </p:nvPicPr>
        <p:blipFill>
          <a:blip r:embed="rId2"/>
          <a:stretch>
            <a:fillRect/>
          </a:stretch>
        </p:blipFill>
        <p:spPr>
          <a:xfrm>
            <a:off x="1819288" y="1033426"/>
            <a:ext cx="8773088" cy="5530214"/>
          </a:xfrm>
          <a:prstGeom prst="rect">
            <a:avLst/>
          </a:prstGeom>
        </p:spPr>
      </p:pic>
      <p:sp>
        <p:nvSpPr>
          <p:cNvPr id="3" name="Espace réservé du numéro de diapositive 2">
            <a:extLst>
              <a:ext uri="{FF2B5EF4-FFF2-40B4-BE49-F238E27FC236}">
                <a16:creationId xmlns:a16="http://schemas.microsoft.com/office/drawing/2014/main" id="{495127D9-AF4E-D71F-441B-4DEA8CFECF77}"/>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AF822A-40E7-450E-BBE0-3EB502F51B07}" type="slidenum">
              <a:rPr kumimoji="0" lang="en-US" sz="1000" b="0" i="0" u="none" strike="noStrike" kern="1200" cap="none" spc="0" normalizeH="0" baseline="0" noProof="0" smtClean="0">
                <a:ln>
                  <a:noFill/>
                </a:ln>
                <a:solidFill>
                  <a:prstClr val="white"/>
                </a:solidFill>
                <a:effectLst/>
                <a:uLnTx/>
                <a:uFillTx/>
                <a:latin typeface="Source Sans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3" name="Espace réservé du texte 22">
            <a:extLst>
              <a:ext uri="{FF2B5EF4-FFF2-40B4-BE49-F238E27FC236}">
                <a16:creationId xmlns:a16="http://schemas.microsoft.com/office/drawing/2014/main" id="{58BDDB2D-2D06-E9A3-8EB8-42FF1356C385}"/>
              </a:ext>
            </a:extLst>
          </p:cNvPr>
          <p:cNvSpPr>
            <a:spLocks noGrp="1"/>
          </p:cNvSpPr>
          <p:nvPr>
            <p:ph type="body" sz="quarter" idx="12"/>
          </p:nvPr>
        </p:nvSpPr>
        <p:spPr/>
        <p:txBody>
          <a:bodyPr/>
          <a:lstStyle/>
          <a:p>
            <a:r>
              <a:rPr lang="fr-FR" dirty="0"/>
              <a:t>Screenshot</a:t>
            </a:r>
          </a:p>
        </p:txBody>
      </p:sp>
      <p:sp>
        <p:nvSpPr>
          <p:cNvPr id="9" name="Flèche : gauche 8">
            <a:extLst>
              <a:ext uri="{FF2B5EF4-FFF2-40B4-BE49-F238E27FC236}">
                <a16:creationId xmlns:a16="http://schemas.microsoft.com/office/drawing/2014/main" id="{B3075EC1-BDAA-11B4-EB9D-9AD80188981D}"/>
              </a:ext>
            </a:extLst>
          </p:cNvPr>
          <p:cNvSpPr/>
          <p:nvPr/>
        </p:nvSpPr>
        <p:spPr>
          <a:xfrm rot="20389186">
            <a:off x="7369651" y="978301"/>
            <a:ext cx="2188395" cy="881532"/>
          </a:xfrm>
          <a:prstGeom prst="leftArrow">
            <a:avLst/>
          </a:prstGeom>
          <a:solidFill>
            <a:srgbClr val="FFC000"/>
          </a:soli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0" lang="fr-FR" sz="1800" b="0" i="0" u="none" strike="noStrike" kern="1200" cap="none" spc="0" normalizeH="0" baseline="0" noProof="0" dirty="0" err="1">
                <a:ln>
                  <a:noFill/>
                </a:ln>
                <a:solidFill>
                  <a:schemeClr val="tx1">
                    <a:lumMod val="75000"/>
                  </a:schemeClr>
                </a:solidFill>
                <a:effectLst/>
                <a:uLnTx/>
                <a:uFillTx/>
                <a:latin typeface="Source Sans Pro"/>
                <a:ea typeface="+mn-ea"/>
                <a:cs typeface="+mn-cs"/>
              </a:rPr>
              <a:t>Shai</a:t>
            </a:r>
            <a:r>
              <a:rPr kumimoji="0" lang="fr-FR" sz="1800" b="0" i="0" u="none" strike="noStrike" kern="1200" cap="none" spc="0" normalizeH="0" baseline="0" noProof="0" dirty="0">
                <a:ln>
                  <a:noFill/>
                </a:ln>
                <a:solidFill>
                  <a:schemeClr val="tx1">
                    <a:lumMod val="75000"/>
                  </a:schemeClr>
                </a:solidFill>
                <a:effectLst/>
                <a:uLnTx/>
                <a:uFillTx/>
                <a:latin typeface="Source Sans Pro"/>
                <a:ea typeface="+mn-ea"/>
                <a:cs typeface="+mn-cs"/>
              </a:rPr>
              <a:t> </a:t>
            </a:r>
            <a:r>
              <a:rPr kumimoji="0" lang="fr-FR" sz="1800" b="0" i="0" u="none" strike="noStrike" kern="1200" cap="none" spc="0" normalizeH="0" baseline="0" noProof="0" dirty="0" err="1">
                <a:ln>
                  <a:noFill/>
                </a:ln>
                <a:solidFill>
                  <a:schemeClr val="tx1">
                    <a:lumMod val="75000"/>
                  </a:schemeClr>
                </a:solidFill>
                <a:effectLst/>
                <a:uLnTx/>
                <a:uFillTx/>
                <a:latin typeface="Source Sans Pro"/>
                <a:ea typeface="+mn-ea"/>
                <a:cs typeface="+mn-cs"/>
              </a:rPr>
              <a:t>auth</a:t>
            </a:r>
            <a:endParaRPr kumimoji="0" lang="en-US" sz="1800" b="0" i="0" u="none" strike="noStrike" kern="1200" cap="none" spc="0" normalizeH="0" baseline="0" noProof="0" dirty="0">
              <a:ln>
                <a:noFill/>
              </a:ln>
              <a:solidFill>
                <a:schemeClr val="tx1">
                  <a:lumMod val="75000"/>
                </a:schemeClr>
              </a:solidFill>
              <a:effectLst/>
              <a:uLnTx/>
              <a:uFillTx/>
              <a:latin typeface="Source Sans Pro"/>
              <a:ea typeface="+mn-ea"/>
              <a:cs typeface="+mn-cs"/>
            </a:endParaRPr>
          </a:p>
        </p:txBody>
      </p:sp>
      <p:sp>
        <p:nvSpPr>
          <p:cNvPr id="2" name="Flèche : gauche 1">
            <a:extLst>
              <a:ext uri="{FF2B5EF4-FFF2-40B4-BE49-F238E27FC236}">
                <a16:creationId xmlns:a16="http://schemas.microsoft.com/office/drawing/2014/main" id="{F6EF6884-E9E8-6D3C-3E4C-E0A26006BF9F}"/>
              </a:ext>
            </a:extLst>
          </p:cNvPr>
          <p:cNvSpPr/>
          <p:nvPr/>
        </p:nvSpPr>
        <p:spPr>
          <a:xfrm rot="20389186">
            <a:off x="3994571" y="4369909"/>
            <a:ext cx="2188395" cy="881532"/>
          </a:xfrm>
          <a:prstGeom prst="leftArrow">
            <a:avLst/>
          </a:prstGeom>
          <a:solidFill>
            <a:srgbClr val="FFC000"/>
          </a:soli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0" lang="fr-FR" sz="1800" b="0" i="0" u="none" strike="noStrike" kern="1200" cap="none" spc="0" normalizeH="0" baseline="0" noProof="0" dirty="0" err="1">
                <a:ln>
                  <a:noFill/>
                </a:ln>
                <a:solidFill>
                  <a:schemeClr val="tx1">
                    <a:lumMod val="75000"/>
                  </a:schemeClr>
                </a:solidFill>
                <a:effectLst/>
                <a:uLnTx/>
                <a:uFillTx/>
                <a:latin typeface="Source Sans Pro"/>
                <a:ea typeface="+mn-ea"/>
                <a:cs typeface="+mn-cs"/>
              </a:rPr>
              <a:t>Deployments</a:t>
            </a:r>
            <a:endParaRPr kumimoji="0" lang="en-US" sz="1800" b="0" i="0" u="none" strike="noStrike" kern="1200" cap="none" spc="0" normalizeH="0" baseline="0" noProof="0" dirty="0">
              <a:ln>
                <a:noFill/>
              </a:ln>
              <a:solidFill>
                <a:schemeClr val="tx1">
                  <a:lumMod val="75000"/>
                </a:schemeClr>
              </a:solidFill>
              <a:effectLst/>
              <a:uLnTx/>
              <a:uFillTx/>
              <a:latin typeface="Source Sans Pro"/>
              <a:ea typeface="+mn-ea"/>
              <a:cs typeface="+mn-cs"/>
            </a:endParaRPr>
          </a:p>
        </p:txBody>
      </p:sp>
      <mc:AlternateContent xmlns:mc="http://schemas.openxmlformats.org/markup-compatibility/2006">
        <mc:Choice xmlns:p14="http://schemas.microsoft.com/office/powerpoint/2010/main" Requires="p14">
          <p:contentPart p14:bwMode="auto" r:id="rId3">
            <p14:nvContentPartPr>
              <p14:cNvPr id="15" name="Encre 14">
                <a:extLst>
                  <a:ext uri="{FF2B5EF4-FFF2-40B4-BE49-F238E27FC236}">
                    <a16:creationId xmlns:a16="http://schemas.microsoft.com/office/drawing/2014/main" id="{8829F30B-FE2B-49A6-846D-DB61049EA0BA}"/>
                  </a:ext>
                </a:extLst>
              </p14:cNvPr>
              <p14:cNvContentPartPr/>
              <p14:nvPr/>
            </p14:nvContentPartPr>
            <p14:xfrm>
              <a:off x="-1304964" y="1921178"/>
              <a:ext cx="360" cy="360"/>
            </p14:xfrm>
          </p:contentPart>
        </mc:Choice>
        <mc:Fallback>
          <p:pic>
            <p:nvPicPr>
              <p:cNvPr id="15" name="Encre 14">
                <a:extLst>
                  <a:ext uri="{FF2B5EF4-FFF2-40B4-BE49-F238E27FC236}">
                    <a16:creationId xmlns:a16="http://schemas.microsoft.com/office/drawing/2014/main" id="{8829F30B-FE2B-49A6-846D-DB61049EA0BA}"/>
                  </a:ext>
                </a:extLst>
              </p:cNvPr>
              <p:cNvPicPr/>
              <p:nvPr/>
            </p:nvPicPr>
            <p:blipFill>
              <a:blip r:embed="rId4"/>
              <a:stretch>
                <a:fillRect/>
              </a:stretch>
            </p:blipFill>
            <p:spPr>
              <a:xfrm>
                <a:off x="-1367604" y="1858178"/>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7" name="Encre 16">
                <a:extLst>
                  <a:ext uri="{FF2B5EF4-FFF2-40B4-BE49-F238E27FC236}">
                    <a16:creationId xmlns:a16="http://schemas.microsoft.com/office/drawing/2014/main" id="{B405383E-B70D-7D37-3893-9AE3C047C2C2}"/>
                  </a:ext>
                </a:extLst>
              </p14:cNvPr>
              <p14:cNvContentPartPr/>
              <p14:nvPr/>
            </p14:nvContentPartPr>
            <p14:xfrm>
              <a:off x="1599624" y="4810675"/>
              <a:ext cx="701787" cy="542520"/>
            </p14:xfrm>
          </p:contentPart>
        </mc:Choice>
        <mc:Fallback>
          <p:pic>
            <p:nvPicPr>
              <p:cNvPr id="17" name="Encre 16">
                <a:extLst>
                  <a:ext uri="{FF2B5EF4-FFF2-40B4-BE49-F238E27FC236}">
                    <a16:creationId xmlns:a16="http://schemas.microsoft.com/office/drawing/2014/main" id="{B405383E-B70D-7D37-3893-9AE3C047C2C2}"/>
                  </a:ext>
                </a:extLst>
              </p:cNvPr>
              <p:cNvPicPr/>
              <p:nvPr/>
            </p:nvPicPr>
            <p:blipFill>
              <a:blip r:embed="rId6"/>
              <a:stretch>
                <a:fillRect/>
              </a:stretch>
            </p:blipFill>
            <p:spPr>
              <a:xfrm>
                <a:off x="1536611" y="4748035"/>
                <a:ext cx="827453" cy="668160"/>
              </a:xfrm>
              <a:prstGeom prst="rect">
                <a:avLst/>
              </a:prstGeom>
            </p:spPr>
          </p:pic>
        </mc:Fallback>
      </mc:AlternateContent>
      <p:pic>
        <p:nvPicPr>
          <p:cNvPr id="19" name="Image 18">
            <a:extLst>
              <a:ext uri="{FF2B5EF4-FFF2-40B4-BE49-F238E27FC236}">
                <a16:creationId xmlns:a16="http://schemas.microsoft.com/office/drawing/2014/main" id="{DCA1B63D-F25A-F0EF-F731-0F60621A3212}"/>
              </a:ext>
            </a:extLst>
          </p:cNvPr>
          <p:cNvPicPr>
            <a:picLocks noChangeAspect="1"/>
          </p:cNvPicPr>
          <p:nvPr/>
        </p:nvPicPr>
        <p:blipFill>
          <a:blip r:embed="rId7"/>
          <a:stretch>
            <a:fillRect/>
          </a:stretch>
        </p:blipFill>
        <p:spPr>
          <a:xfrm>
            <a:off x="548712" y="1033426"/>
            <a:ext cx="905194" cy="5313092"/>
          </a:xfrm>
          <a:prstGeom prst="rect">
            <a:avLst/>
          </a:prstGeom>
        </p:spPr>
      </p:pic>
      <p:sp>
        <p:nvSpPr>
          <p:cNvPr id="20" name="Flèche : gauche 19">
            <a:extLst>
              <a:ext uri="{FF2B5EF4-FFF2-40B4-BE49-F238E27FC236}">
                <a16:creationId xmlns:a16="http://schemas.microsoft.com/office/drawing/2014/main" id="{06C94D94-A26A-4BA6-F048-27B00621C5E7}"/>
              </a:ext>
            </a:extLst>
          </p:cNvPr>
          <p:cNvSpPr/>
          <p:nvPr/>
        </p:nvSpPr>
        <p:spPr>
          <a:xfrm rot="20389186">
            <a:off x="3275139" y="2395844"/>
            <a:ext cx="2188395" cy="881532"/>
          </a:xfrm>
          <a:prstGeom prst="leftArrow">
            <a:avLst/>
          </a:prstGeom>
          <a:solidFill>
            <a:srgbClr val="FFC000"/>
          </a:soli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0" lang="fr-FR" sz="1800" b="0" i="0" u="none" strike="noStrike" kern="1200" cap="none" spc="0" normalizeH="0" baseline="0" noProof="0" dirty="0">
                <a:ln>
                  <a:noFill/>
                </a:ln>
                <a:solidFill>
                  <a:schemeClr val="tx1">
                    <a:lumMod val="75000"/>
                  </a:schemeClr>
                </a:solidFill>
                <a:effectLst/>
                <a:uLnTx/>
                <a:uFillTx/>
                <a:latin typeface="Source Sans Pro"/>
                <a:ea typeface="+mn-ea"/>
                <a:cs typeface="+mn-cs"/>
              </a:rPr>
              <a:t>Chat</a:t>
            </a:r>
            <a:endParaRPr kumimoji="0" lang="en-US" sz="1800" b="0" i="0" u="none" strike="noStrike" kern="1200" cap="none" spc="0" normalizeH="0" baseline="0" noProof="0" dirty="0">
              <a:ln>
                <a:noFill/>
              </a:ln>
              <a:solidFill>
                <a:schemeClr val="tx1">
                  <a:lumMod val="75000"/>
                </a:schemeClr>
              </a:solidFill>
              <a:effectLst/>
              <a:uLnTx/>
              <a:uFillTx/>
              <a:latin typeface="Source Sans Pro"/>
              <a:ea typeface="+mn-ea"/>
              <a:cs typeface="+mn-cs"/>
            </a:endParaRPr>
          </a:p>
        </p:txBody>
      </p:sp>
      <mc:AlternateContent xmlns:mc="http://schemas.openxmlformats.org/markup-compatibility/2006">
        <mc:Choice xmlns:p14="http://schemas.microsoft.com/office/powerpoint/2010/main" Requires="p14">
          <p:contentPart p14:bwMode="auto" r:id="rId8">
            <p14:nvContentPartPr>
              <p14:cNvPr id="41" name="Encre 40">
                <a:extLst>
                  <a:ext uri="{FF2B5EF4-FFF2-40B4-BE49-F238E27FC236}">
                    <a16:creationId xmlns:a16="http://schemas.microsoft.com/office/drawing/2014/main" id="{D66D684B-BDB7-04EB-D35D-603186971C7B}"/>
                  </a:ext>
                </a:extLst>
              </p14:cNvPr>
              <p14:cNvContentPartPr/>
              <p14:nvPr/>
            </p14:nvContentPartPr>
            <p14:xfrm>
              <a:off x="1335276" y="5426498"/>
              <a:ext cx="637920" cy="542520"/>
            </p14:xfrm>
          </p:contentPart>
        </mc:Choice>
        <mc:Fallback>
          <p:pic>
            <p:nvPicPr>
              <p:cNvPr id="41" name="Encre 40">
                <a:extLst>
                  <a:ext uri="{FF2B5EF4-FFF2-40B4-BE49-F238E27FC236}">
                    <a16:creationId xmlns:a16="http://schemas.microsoft.com/office/drawing/2014/main" id="{D66D684B-BDB7-04EB-D35D-603186971C7B}"/>
                  </a:ext>
                </a:extLst>
              </p:cNvPr>
              <p:cNvPicPr/>
              <p:nvPr/>
            </p:nvPicPr>
            <p:blipFill>
              <a:blip r:embed="rId9"/>
              <a:stretch>
                <a:fillRect/>
              </a:stretch>
            </p:blipFill>
            <p:spPr>
              <a:xfrm>
                <a:off x="1272636" y="5363858"/>
                <a:ext cx="763560" cy="668160"/>
              </a:xfrm>
              <a:prstGeom prst="rect">
                <a:avLst/>
              </a:prstGeom>
            </p:spPr>
          </p:pic>
        </mc:Fallback>
      </mc:AlternateContent>
    </p:spTree>
    <p:extLst>
      <p:ext uri="{BB962C8B-B14F-4D97-AF65-F5344CB8AC3E}">
        <p14:creationId xmlns:p14="http://schemas.microsoft.com/office/powerpoint/2010/main" val="367628421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animBg="1"/>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84E77-96C9-9F9A-A6F1-32A09F325266}"/>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F41226CD-C43D-5B4A-3720-82B492E150C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AF822A-40E7-450E-BBE0-3EB502F51B07}" type="slidenum">
              <a:rPr kumimoji="0" lang="en-US" sz="1000" b="0" i="0" u="none" strike="noStrike" kern="1200" cap="none" spc="0" normalizeH="0" baseline="0" noProof="0" smtClean="0">
                <a:ln>
                  <a:noFill/>
                </a:ln>
                <a:solidFill>
                  <a:prstClr val="white"/>
                </a:solidFill>
                <a:effectLst/>
                <a:uLnTx/>
                <a:uFillTx/>
                <a:latin typeface="Source Sans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0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3" name="Espace réservé du texte 22">
            <a:extLst>
              <a:ext uri="{FF2B5EF4-FFF2-40B4-BE49-F238E27FC236}">
                <a16:creationId xmlns:a16="http://schemas.microsoft.com/office/drawing/2014/main" id="{FF0DC3E5-B7C5-6ACF-9226-61B941650B7C}"/>
              </a:ext>
            </a:extLst>
          </p:cNvPr>
          <p:cNvSpPr>
            <a:spLocks noGrp="1"/>
          </p:cNvSpPr>
          <p:nvPr>
            <p:ph type="body" sz="quarter" idx="12"/>
          </p:nvPr>
        </p:nvSpPr>
        <p:spPr/>
        <p:txBody>
          <a:bodyPr/>
          <a:lstStyle/>
          <a:p>
            <a:r>
              <a:rPr lang="fr-FR" dirty="0"/>
              <a:t>Screenshot</a:t>
            </a:r>
          </a:p>
        </p:txBody>
      </p:sp>
      <p:pic>
        <p:nvPicPr>
          <p:cNvPr id="2" name="Image 1">
            <a:extLst>
              <a:ext uri="{FF2B5EF4-FFF2-40B4-BE49-F238E27FC236}">
                <a16:creationId xmlns:a16="http://schemas.microsoft.com/office/drawing/2014/main" id="{C2E36859-3741-F000-9F3E-AC8C8FED4D96}"/>
              </a:ext>
            </a:extLst>
          </p:cNvPr>
          <p:cNvPicPr>
            <a:picLocks noChangeAspect="1"/>
          </p:cNvPicPr>
          <p:nvPr/>
        </p:nvPicPr>
        <p:blipFill>
          <a:blip r:embed="rId2"/>
          <a:stretch>
            <a:fillRect/>
          </a:stretch>
        </p:blipFill>
        <p:spPr>
          <a:xfrm>
            <a:off x="676766" y="1140955"/>
            <a:ext cx="7569317" cy="5089158"/>
          </a:xfrm>
          <a:prstGeom prst="rect">
            <a:avLst/>
          </a:prstGeom>
        </p:spPr>
      </p:pic>
      <p:sp>
        <p:nvSpPr>
          <p:cNvPr id="9" name="Flèche : gauche 8">
            <a:extLst>
              <a:ext uri="{FF2B5EF4-FFF2-40B4-BE49-F238E27FC236}">
                <a16:creationId xmlns:a16="http://schemas.microsoft.com/office/drawing/2014/main" id="{5647FE00-ED2F-2A63-534C-CA57E2B14E93}"/>
              </a:ext>
            </a:extLst>
          </p:cNvPr>
          <p:cNvSpPr/>
          <p:nvPr/>
        </p:nvSpPr>
        <p:spPr>
          <a:xfrm rot="20389186">
            <a:off x="6492327" y="1678197"/>
            <a:ext cx="2188395" cy="881532"/>
          </a:xfrm>
          <a:prstGeom prst="leftArrow">
            <a:avLst/>
          </a:prstGeom>
          <a:solidFill>
            <a:srgbClr val="FFC000"/>
          </a:solidFill>
          <a:ln w="603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0" lang="fr-FR" sz="1800" b="0" i="0" u="none" strike="noStrike" kern="1200" cap="none" spc="0" normalizeH="0" baseline="0" noProof="0" dirty="0">
                <a:ln>
                  <a:noFill/>
                </a:ln>
                <a:solidFill>
                  <a:schemeClr val="tx1">
                    <a:lumMod val="75000"/>
                  </a:schemeClr>
                </a:solidFill>
                <a:effectLst/>
                <a:uLnTx/>
                <a:uFillTx/>
                <a:latin typeface="Source Sans Pro"/>
                <a:ea typeface="+mn-ea"/>
                <a:cs typeface="+mn-cs"/>
              </a:rPr>
              <a:t>Agents </a:t>
            </a:r>
            <a:r>
              <a:rPr kumimoji="0" lang="fr-FR" sz="1800" b="0" i="0" u="none" strike="noStrike" kern="1200" cap="none" spc="0" normalizeH="0" baseline="0" noProof="0" dirty="0" err="1">
                <a:ln>
                  <a:noFill/>
                </a:ln>
                <a:solidFill>
                  <a:schemeClr val="tx1">
                    <a:lumMod val="75000"/>
                  </a:schemeClr>
                </a:solidFill>
                <a:effectLst/>
                <a:uLnTx/>
                <a:uFillTx/>
                <a:latin typeface="Source Sans Pro"/>
                <a:ea typeface="+mn-ea"/>
                <a:cs typeface="+mn-cs"/>
              </a:rPr>
              <a:t>contexts</a:t>
            </a:r>
            <a:endParaRPr kumimoji="0" lang="en-US" sz="1800" b="0" i="0" u="none" strike="noStrike" kern="1200" cap="none" spc="0" normalizeH="0" baseline="0" noProof="0" dirty="0">
              <a:ln>
                <a:noFill/>
              </a:ln>
              <a:solidFill>
                <a:schemeClr val="tx1">
                  <a:lumMod val="75000"/>
                </a:schemeClr>
              </a:solidFill>
              <a:effectLst/>
              <a:uLnTx/>
              <a:uFillTx/>
              <a:latin typeface="Source Sans Pro"/>
              <a:ea typeface="+mn-ea"/>
              <a:cs typeface="+mn-cs"/>
            </a:endParaRPr>
          </a:p>
        </p:txBody>
      </p:sp>
      <p:sp>
        <p:nvSpPr>
          <p:cNvPr id="4" name="ZoneTexte 3">
            <a:extLst>
              <a:ext uri="{FF2B5EF4-FFF2-40B4-BE49-F238E27FC236}">
                <a16:creationId xmlns:a16="http://schemas.microsoft.com/office/drawing/2014/main" id="{81DBFC2B-F6D0-BD42-24A7-50B282FFA5CB}"/>
              </a:ext>
            </a:extLst>
          </p:cNvPr>
          <p:cNvSpPr txBox="1"/>
          <p:nvPr/>
        </p:nvSpPr>
        <p:spPr>
          <a:xfrm>
            <a:off x="9030285" y="2514600"/>
            <a:ext cx="914400" cy="914400"/>
          </a:xfrm>
          <a:prstGeom prst="rect">
            <a:avLst/>
          </a:prstGeom>
        </p:spPr>
        <p:txBody>
          <a:bodyPr vert="horz" wrap="none" lIns="0" tIns="45720" rIns="0" bIns="45720" rtlCol="0" anchor="t">
            <a:noAutofit/>
          </a:bodyPr>
          <a:lstStyle/>
          <a:p>
            <a:pPr algn="l"/>
            <a:r>
              <a:rPr lang="fr-FR" sz="2800" dirty="0" err="1">
                <a:solidFill>
                  <a:srgbClr val="FFC000"/>
                </a:solidFill>
              </a:rPr>
              <a:t>Contexts</a:t>
            </a:r>
            <a:r>
              <a:rPr lang="fr-FR" sz="2800" dirty="0">
                <a:solidFill>
                  <a:srgbClr val="FFC000"/>
                </a:solidFill>
              </a:rPr>
              <a:t>:</a:t>
            </a:r>
          </a:p>
          <a:p>
            <a:pPr marL="285750" indent="-285750" algn="l">
              <a:buFontTx/>
              <a:buChar char="-"/>
            </a:pPr>
            <a:r>
              <a:rPr lang="fr-FR" sz="2800" dirty="0">
                <a:solidFill>
                  <a:srgbClr val="FFC000"/>
                </a:solidFill>
              </a:rPr>
              <a:t>Dev</a:t>
            </a:r>
          </a:p>
          <a:p>
            <a:pPr marL="285750" indent="-285750" algn="l">
              <a:buFontTx/>
              <a:buChar char="-"/>
            </a:pPr>
            <a:r>
              <a:rPr lang="fr-FR" sz="2800" dirty="0" err="1">
                <a:solidFill>
                  <a:srgbClr val="FFC000"/>
                </a:solidFill>
              </a:rPr>
              <a:t>Devops</a:t>
            </a:r>
            <a:endParaRPr lang="fr-FR" sz="2800" dirty="0">
              <a:solidFill>
                <a:srgbClr val="FFC000"/>
              </a:solidFill>
            </a:endParaRPr>
          </a:p>
          <a:p>
            <a:pPr marL="285750" indent="-285750" algn="l">
              <a:buFontTx/>
              <a:buChar char="-"/>
            </a:pPr>
            <a:r>
              <a:rPr lang="fr-FR" sz="2800" dirty="0">
                <a:solidFill>
                  <a:srgbClr val="FFC000"/>
                </a:solidFill>
              </a:rPr>
              <a:t>Docker Compose</a:t>
            </a:r>
          </a:p>
          <a:p>
            <a:pPr marL="285750" indent="-285750" algn="l">
              <a:buFontTx/>
              <a:buChar char="-"/>
            </a:pPr>
            <a:r>
              <a:rPr lang="fr-FR" sz="2800" dirty="0" err="1">
                <a:solidFill>
                  <a:srgbClr val="FFC000"/>
                </a:solidFill>
              </a:rPr>
              <a:t>Spec</a:t>
            </a:r>
            <a:endParaRPr lang="en-US" sz="2800" dirty="0">
              <a:solidFill>
                <a:srgbClr val="FFC000"/>
              </a:solidFill>
            </a:endParaRPr>
          </a:p>
        </p:txBody>
      </p:sp>
    </p:spTree>
    <p:extLst>
      <p:ext uri="{BB962C8B-B14F-4D97-AF65-F5344CB8AC3E}">
        <p14:creationId xmlns:p14="http://schemas.microsoft.com/office/powerpoint/2010/main" val="3916975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44FEA-75AA-5069-1F14-066CBDB460A8}"/>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A13A527E-0F88-84B4-8E59-8D2E229B150B}"/>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AF822A-40E7-450E-BBE0-3EB502F51B07}" type="slidenum">
              <a:rPr kumimoji="0" lang="en-US" sz="1000" b="0" i="0" u="none" strike="noStrike" kern="1200" cap="none" spc="0" normalizeH="0" baseline="0" noProof="0" smtClean="0">
                <a:ln>
                  <a:noFill/>
                </a:ln>
                <a:solidFill>
                  <a:prstClr val="white"/>
                </a:solidFill>
                <a:effectLst/>
                <a:uLnTx/>
                <a:uFillTx/>
                <a:latin typeface="Source Sans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3" name="Espace réservé du texte 22">
            <a:extLst>
              <a:ext uri="{FF2B5EF4-FFF2-40B4-BE49-F238E27FC236}">
                <a16:creationId xmlns:a16="http://schemas.microsoft.com/office/drawing/2014/main" id="{A8C5FE52-4E09-2E35-E5A9-C0D55ADD4414}"/>
              </a:ext>
            </a:extLst>
          </p:cNvPr>
          <p:cNvSpPr>
            <a:spLocks noGrp="1"/>
          </p:cNvSpPr>
          <p:nvPr>
            <p:ph type="body" sz="quarter" idx="12"/>
          </p:nvPr>
        </p:nvSpPr>
        <p:spPr/>
        <p:txBody>
          <a:bodyPr/>
          <a:lstStyle/>
          <a:p>
            <a:r>
              <a:rPr lang="fr-FR"/>
              <a:t>DEMO</a:t>
            </a:r>
            <a:endParaRPr lang="fr-FR" dirty="0"/>
          </a:p>
        </p:txBody>
      </p:sp>
    </p:spTree>
    <p:extLst>
      <p:ext uri="{BB962C8B-B14F-4D97-AF65-F5344CB8AC3E}">
        <p14:creationId xmlns:p14="http://schemas.microsoft.com/office/powerpoint/2010/main" val="395062334"/>
      </p:ext>
    </p:extLst>
  </p:cSld>
  <p:clrMapOvr>
    <a:masterClrMapping/>
  </p:clrMapOvr>
</p:sld>
</file>

<file path=ppt/theme/theme1.xml><?xml version="1.0" encoding="utf-8"?>
<a:theme xmlns:a="http://schemas.openxmlformats.org/drawingml/2006/main" name="OVH Template">
  <a:themeElements>
    <a:clrScheme name="OVH">
      <a:dk1>
        <a:srgbClr val="000E9C"/>
      </a:dk1>
      <a:lt1>
        <a:sysClr val="window" lastClr="FFFFFF"/>
      </a:lt1>
      <a:dk2>
        <a:srgbClr val="00185E"/>
      </a:dk2>
      <a:lt2>
        <a:srgbClr val="FFFFFF"/>
      </a:lt2>
      <a:accent1>
        <a:srgbClr val="000E9C"/>
      </a:accent1>
      <a:accent2>
        <a:srgbClr val="00185E"/>
      </a:accent2>
      <a:accent3>
        <a:srgbClr val="0050D5"/>
      </a:accent3>
      <a:accent4>
        <a:srgbClr val="147DE8"/>
      </a:accent4>
      <a:accent5>
        <a:srgbClr val="4AB0F5"/>
      </a:accent5>
      <a:accent6>
        <a:srgbClr val="73E3FF"/>
      </a:accent6>
      <a:hlink>
        <a:srgbClr val="636369"/>
      </a:hlink>
      <a:folHlink>
        <a:srgbClr val="A5A5A5"/>
      </a:folHlink>
    </a:clrScheme>
    <a:fontScheme name="OVH">
      <a:majorFont>
        <a:latin typeface="Source Sans Pro Black"/>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60325" cap="rnd">
          <a:noFill/>
          <a:round/>
        </a:ln>
      </a:spPr>
      <a:bodyPr rtlCol="0" anchor="ctr"/>
      <a:lstStyle>
        <a:defPPr marL="0" marR="0" indent="0" algn="ctr" defTabSz="914400" rtl="0" eaLnBrk="1" fontAlgn="auto" latinLnBrk="0" hangingPunct="1">
          <a:lnSpc>
            <a:spcPct val="100000"/>
          </a:lnSpc>
          <a:spcBef>
            <a:spcPts val="0"/>
          </a:spcBef>
          <a:spcAft>
            <a:spcPts val="0"/>
          </a:spcAft>
          <a:buClrTx/>
          <a:buSzTx/>
          <a:buFontTx/>
          <a:buNone/>
          <a:tabLst/>
          <a:defRPr kumimoji="0" sz="1800" b="0" i="0" u="none" strike="noStrike" kern="1200" cap="none" spc="0" normalizeH="0" baseline="0" noProof="0">
            <a:ln>
              <a:noFill/>
            </a:ln>
            <a:solidFill>
              <a:prstClr val="white"/>
            </a:solidFill>
            <a:effectLst/>
            <a:uLnTx/>
            <a:uFillTx/>
            <a:latin typeface="Source Sans Pro"/>
            <a:ea typeface="+mn-ea"/>
            <a:cs typeface="+mn-cs"/>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bodyPr vert="horz" lIns="0" tIns="45720" rIns="0" bIns="45720" rtlCol="0" anchor="t">
        <a:normAutofit/>
      </a:bodyPr>
      <a:lstStyle>
        <a:defPPr algn="l">
          <a:defRPr/>
        </a:defPPr>
      </a:lstStyle>
    </a:txDef>
  </a:objectDefaults>
  <a:extraClrSchemeLst/>
  <a:custClrLst>
    <a:custClr name="Neon Blue">
      <a:srgbClr val="00FBFC"/>
    </a:custClr>
    <a:custClr name="Neon Green">
      <a:srgbClr val="CAFA50"/>
    </a:custClr>
    <a:custClr name="Neon Yellow">
      <a:srgbClr val="F0F551"/>
    </a:custClr>
    <a:custClr name="Custom Color 4">
      <a:srgbClr val="1009FB"/>
    </a:custClr>
    <a:custClr name="Dark Sky">
      <a:srgbClr val="2BCFFA"/>
    </a:custClr>
    <a:custClr name="Dark Green">
      <a:srgbClr val="7BB73C"/>
    </a:custClr>
    <a:custClr name="Dark Yellow">
      <a:srgbClr val="FFBB22"/>
    </a:custClr>
    <a:custClr name="Dark Orange">
      <a:srgbClr val="D85639"/>
    </a:custClr>
    <a:custClr name="Light Sky">
      <a:srgbClr val="BFF0FF"/>
    </a:custClr>
    <a:custClr name="Light Green">
      <a:srgbClr val="BDE475"/>
    </a:custClr>
    <a:custClr name="Light Yellow">
      <a:srgbClr val="FFE16D"/>
    </a:custClr>
    <a:custClr name="Light Orange">
      <a:srgbClr val="F4A17D"/>
    </a:custClr>
    <a:custClr name="Dark Grey">
      <a:srgbClr val="636369"/>
    </a:custClr>
    <a:custClr name="Grey">
      <a:srgbClr val="87878C"/>
    </a:custClr>
    <a:custClr name="Soft Grey">
      <a:srgbClr val="BEC0C6"/>
    </a:custClr>
    <a:custClr name="Light Grey">
      <a:srgbClr val="E5E7ED"/>
    </a:custClr>
    <a:custClr name="Sky Blue">
      <a:srgbClr val="73E3FF"/>
    </a:custClr>
    <a:custClr name="Green">
      <a:srgbClr val="A6D64D"/>
    </a:custClr>
    <a:custClr name="Yellow">
      <a:srgbClr val="FFD124"/>
    </a:custClr>
    <a:custClr name="Orange">
      <a:srgbClr val="ED733D"/>
    </a:custClr>
  </a:custClrLst>
  <a:extLst>
    <a:ext uri="{05A4C25C-085E-4340-85A3-A5531E510DB2}">
      <thm15:themeFamily xmlns:thm15="http://schemas.microsoft.com/office/thememl/2012/main" name="OVHcloud Full template" id="{BFC6EC4C-CB4E-41C8-9D38-F1296F6DED67}" vid="{6C15A42E-AA17-4200-A71B-4255778A54C6}"/>
    </a:ext>
  </a:extLst>
</a:theme>
</file>

<file path=ppt/theme/theme2.xml><?xml version="1.0" encoding="utf-8"?>
<a:theme xmlns:a="http://schemas.openxmlformats.org/drawingml/2006/main" name="1_OVH Template">
  <a:themeElements>
    <a:clrScheme name="OVH">
      <a:dk1>
        <a:srgbClr val="000E9C"/>
      </a:dk1>
      <a:lt1>
        <a:sysClr val="window" lastClr="FFFFFF"/>
      </a:lt1>
      <a:dk2>
        <a:srgbClr val="00185E"/>
      </a:dk2>
      <a:lt2>
        <a:srgbClr val="FFFFFF"/>
      </a:lt2>
      <a:accent1>
        <a:srgbClr val="000E9C"/>
      </a:accent1>
      <a:accent2>
        <a:srgbClr val="00185E"/>
      </a:accent2>
      <a:accent3>
        <a:srgbClr val="0050D5"/>
      </a:accent3>
      <a:accent4>
        <a:srgbClr val="147DE8"/>
      </a:accent4>
      <a:accent5>
        <a:srgbClr val="4AB0F5"/>
      </a:accent5>
      <a:accent6>
        <a:srgbClr val="73E3FF"/>
      </a:accent6>
      <a:hlink>
        <a:srgbClr val="636369"/>
      </a:hlink>
      <a:folHlink>
        <a:srgbClr val="A5A5A5"/>
      </a:folHlink>
    </a:clrScheme>
    <a:fontScheme name="OVH">
      <a:majorFont>
        <a:latin typeface="Source Sans Pro Black"/>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60325" cap="rnd">
          <a:noFill/>
          <a:round/>
        </a:ln>
      </a:spPr>
      <a:bodyPr rtlCol="0" anchor="ctr"/>
      <a:lstStyle>
        <a:defPPr marL="0" marR="0" indent="0" algn="ctr" defTabSz="914400" rtl="0" eaLnBrk="1" fontAlgn="auto" latinLnBrk="0" hangingPunct="1">
          <a:lnSpc>
            <a:spcPct val="100000"/>
          </a:lnSpc>
          <a:spcBef>
            <a:spcPts val="0"/>
          </a:spcBef>
          <a:spcAft>
            <a:spcPts val="0"/>
          </a:spcAft>
          <a:buClrTx/>
          <a:buSzTx/>
          <a:buFontTx/>
          <a:buNone/>
          <a:tabLst/>
          <a:defRPr kumimoji="0" sz="1800" b="0" i="0" u="none" strike="noStrike" kern="1200" cap="none" spc="0" normalizeH="0" baseline="0" noProof="0">
            <a:ln>
              <a:noFill/>
            </a:ln>
            <a:solidFill>
              <a:prstClr val="white"/>
            </a:solidFill>
            <a:effectLst/>
            <a:uLnTx/>
            <a:uFillTx/>
            <a:latin typeface="Source Sans Pro"/>
            <a:ea typeface="+mn-ea"/>
            <a:cs typeface="+mn-cs"/>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bodyPr vert="horz" lIns="0" tIns="45720" rIns="0" bIns="45720" rtlCol="0" anchor="t">
        <a:normAutofit/>
      </a:bodyPr>
      <a:lstStyle>
        <a:defPPr algn="l">
          <a:defRPr/>
        </a:defPPr>
      </a:lstStyle>
    </a:txDef>
  </a:objectDefaults>
  <a:extraClrSchemeLst/>
  <a:custClrLst>
    <a:custClr name="Neon Blue">
      <a:srgbClr val="00FBFC"/>
    </a:custClr>
    <a:custClr name="Neon Green">
      <a:srgbClr val="CAFA50"/>
    </a:custClr>
    <a:custClr name="Neon Yellow">
      <a:srgbClr val="F0F551"/>
    </a:custClr>
    <a:custClr name="Custom Color 4">
      <a:srgbClr val="1009FB"/>
    </a:custClr>
    <a:custClr name="Dark Sky">
      <a:srgbClr val="2BCFFA"/>
    </a:custClr>
    <a:custClr name="Dark Green">
      <a:srgbClr val="7BB73C"/>
    </a:custClr>
    <a:custClr name="Dark Yellow">
      <a:srgbClr val="FFBB22"/>
    </a:custClr>
    <a:custClr name="Dark Orange">
      <a:srgbClr val="D85639"/>
    </a:custClr>
    <a:custClr name="Light Sky">
      <a:srgbClr val="BFF0FF"/>
    </a:custClr>
    <a:custClr name="Light Green">
      <a:srgbClr val="BDE475"/>
    </a:custClr>
    <a:custClr name="Light Yellow">
      <a:srgbClr val="FFE16D"/>
    </a:custClr>
    <a:custClr name="Light Orange">
      <a:srgbClr val="F4A17D"/>
    </a:custClr>
    <a:custClr name="Dark Grey">
      <a:srgbClr val="636369"/>
    </a:custClr>
    <a:custClr name="Grey">
      <a:srgbClr val="87878C"/>
    </a:custClr>
    <a:custClr name="Soft Grey">
      <a:srgbClr val="BEC0C6"/>
    </a:custClr>
    <a:custClr name="Light Grey">
      <a:srgbClr val="E5E7ED"/>
    </a:custClr>
    <a:custClr name="Sky Blue">
      <a:srgbClr val="73E3FF"/>
    </a:custClr>
    <a:custClr name="Green">
      <a:srgbClr val="A6D64D"/>
    </a:custClr>
    <a:custClr name="Yellow">
      <a:srgbClr val="FFD124"/>
    </a:custClr>
    <a:custClr name="Orange">
      <a:srgbClr val="ED733D"/>
    </a:custClr>
  </a:custClrLst>
  <a:extLst>
    <a:ext uri="{05A4C25C-085E-4340-85A3-A5531E510DB2}">
      <thm15:themeFamily xmlns:thm15="http://schemas.microsoft.com/office/thememl/2012/main" name="OVHcloud Full template" id="{BFC6EC4C-CB4E-41C8-9D38-F1296F6DED67}" vid="{8072E4F9-0ABF-404F-AEA6-0BA055F5BFDC}"/>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Neon Blue">
      <a:srgbClr val="00FBFC"/>
    </a:custClr>
    <a:custClr name="Neon Green">
      <a:srgbClr val="CAFA50"/>
    </a:custClr>
    <a:custClr name="Neon Yellow">
      <a:srgbClr val="F0F551"/>
    </a:custClr>
    <a:custClr name="Custom Color 4">
      <a:srgbClr val="1009FB"/>
    </a:custClr>
    <a:custClr name="Dark Sky">
      <a:srgbClr val="2BCFFA"/>
    </a:custClr>
    <a:custClr name="Dark Green">
      <a:srgbClr val="7BB73C"/>
    </a:custClr>
    <a:custClr name="Dark Yellow">
      <a:srgbClr val="FFBB22"/>
    </a:custClr>
    <a:custClr name="Dark Orange">
      <a:srgbClr val="D85639"/>
    </a:custClr>
    <a:custClr name="Light Sky">
      <a:srgbClr val="BFF0FF"/>
    </a:custClr>
    <a:custClr name="Light Green">
      <a:srgbClr val="BDE475"/>
    </a:custClr>
    <a:custClr name="Light Yellow">
      <a:srgbClr val="FFE16D"/>
    </a:custClr>
    <a:custClr name="Light Orange">
      <a:srgbClr val="F4A17D"/>
    </a:custClr>
    <a:custClr name="Dark Grey">
      <a:srgbClr val="636369"/>
    </a:custClr>
    <a:custClr name="Grey">
      <a:srgbClr val="87878C"/>
    </a:custClr>
    <a:custClr name="Soft Grey">
      <a:srgbClr val="BEC0C6"/>
    </a:custClr>
    <a:custClr name="Light Grey">
      <a:srgbClr val="E5E7ED"/>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Neon Blue">
      <a:srgbClr val="00FBFC"/>
    </a:custClr>
    <a:custClr name="Neon Green">
      <a:srgbClr val="CAFA50"/>
    </a:custClr>
    <a:custClr name="Neon Yellow">
      <a:srgbClr val="F0F551"/>
    </a:custClr>
    <a:custClr name="Custom Color 4">
      <a:srgbClr val="1009FB"/>
    </a:custClr>
    <a:custClr name="Dark Sky">
      <a:srgbClr val="2BCFFA"/>
    </a:custClr>
    <a:custClr name="Dark Green">
      <a:srgbClr val="7BB73C"/>
    </a:custClr>
    <a:custClr name="Dark Yellow">
      <a:srgbClr val="FFBB22"/>
    </a:custClr>
    <a:custClr name="Dark Orange">
      <a:srgbClr val="D85639"/>
    </a:custClr>
    <a:custClr name="Light Sky">
      <a:srgbClr val="BFF0FF"/>
    </a:custClr>
    <a:custClr name="Light Green">
      <a:srgbClr val="BDE475"/>
    </a:custClr>
    <a:custClr name="Light Yellow">
      <a:srgbClr val="FFE16D"/>
    </a:custClr>
    <a:custClr name="Light Orange">
      <a:srgbClr val="F4A17D"/>
    </a:custClr>
    <a:custClr name="Dark Grey">
      <a:srgbClr val="636369"/>
    </a:custClr>
    <a:custClr name="Grey">
      <a:srgbClr val="87878C"/>
    </a:custClr>
    <a:custClr name="Soft Grey">
      <a:srgbClr val="BEC0C6"/>
    </a:custClr>
    <a:custClr name="Light Grey">
      <a:srgbClr val="E5E7E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8953E4CDA80348A3B0C6E084EE9AFD" ma:contentTypeVersion="17" ma:contentTypeDescription="Crée un document." ma:contentTypeScope="" ma:versionID="dd5d9a6c5fa845a3e6a8ca0174a3d470">
  <xsd:schema xmlns:xsd="http://www.w3.org/2001/XMLSchema" xmlns:xs="http://www.w3.org/2001/XMLSchema" xmlns:p="http://schemas.microsoft.com/office/2006/metadata/properties" xmlns:ns2="ec9730e7-46a7-4b57-8ed6-4af83f26200d" xmlns:ns3="7f0de041-62fb-44cc-a81b-bfb825d3836e" targetNamespace="http://schemas.microsoft.com/office/2006/metadata/properties" ma:root="true" ma:fieldsID="ade77289314917190995006affdbdff1" ns2:_="" ns3:_="">
    <xsd:import namespace="ec9730e7-46a7-4b57-8ed6-4af83f26200d"/>
    <xsd:import namespace="7f0de041-62fb-44cc-a81b-bfb825d3836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element ref="ns3:lcf76f155ced4ddcb4097134ff3c332f" minOccurs="0"/>
                <xsd:element ref="ns2:TaxCatchAll"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9730e7-46a7-4b57-8ed6-4af83f26200d"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element name="TaxCatchAll" ma:index="23" nillable="true" ma:displayName="Taxonomy Catch All Column" ma:hidden="true" ma:list="{0467bd24-1efc-4569-83cd-f31088944196}" ma:internalName="TaxCatchAll" ma:showField="CatchAllData" ma:web="ec9730e7-46a7-4b57-8ed6-4af83f26200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f0de041-62fb-44cc-a81b-bfb825d3836e"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Length (seconds)" ma:internalName="MediaLengthInSeconds" ma:readOnly="true">
      <xsd:simpleType>
        <xsd:restriction base="dms:Unknow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Balises d’images" ma:readOnly="false" ma:fieldId="{5cf76f15-5ced-4ddc-b409-7134ff3c332f}" ma:taxonomyMulti="true" ma:sspId="1e532aea-7245-4c01-aa8d-8078939f130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f0de041-62fb-44cc-a81b-bfb825d3836e">
      <Terms xmlns="http://schemas.microsoft.com/office/infopath/2007/PartnerControls"/>
    </lcf76f155ced4ddcb4097134ff3c332f>
    <TaxCatchAll xmlns="ec9730e7-46a7-4b57-8ed6-4af83f26200d" xsi:nil="true"/>
  </documentManagement>
</p:properties>
</file>

<file path=customXml/itemProps1.xml><?xml version="1.0" encoding="utf-8"?>
<ds:datastoreItem xmlns:ds="http://schemas.openxmlformats.org/officeDocument/2006/customXml" ds:itemID="{D4320794-2AAC-4D41-B6E4-404C6ADE2F7E}">
  <ds:schemaRefs>
    <ds:schemaRef ds:uri="7f0de041-62fb-44cc-a81b-bfb825d3836e"/>
    <ds:schemaRef ds:uri="ec9730e7-46a7-4b57-8ed6-4af83f26200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BB0A178-6B31-4042-8F21-CAC5DD804131}">
  <ds:schemaRefs>
    <ds:schemaRef ds:uri="http://schemas.microsoft.com/sharepoint/v3/contenttype/forms"/>
  </ds:schemaRefs>
</ds:datastoreItem>
</file>

<file path=customXml/itemProps3.xml><?xml version="1.0" encoding="utf-8"?>
<ds:datastoreItem xmlns:ds="http://schemas.openxmlformats.org/officeDocument/2006/customXml" ds:itemID="{A4082846-96C8-4852-937D-82C4DE42BDF1}">
  <ds:schemaRefs>
    <ds:schemaRef ds:uri="http://www.w3.org/XML/1998/namespace"/>
    <ds:schemaRef ds:uri="http://schemas.microsoft.com/office/2006/documentManagement/types"/>
    <ds:schemaRef ds:uri="http://purl.org/dc/elements/1.1/"/>
    <ds:schemaRef ds:uri="ec9730e7-46a7-4b57-8ed6-4af83f26200d"/>
    <ds:schemaRef ds:uri="7f0de041-62fb-44cc-a81b-bfb825d3836e"/>
    <ds:schemaRef ds:uri="http://purl.org/dc/terms/"/>
    <ds:schemaRef ds:uri="http://schemas.microsoft.com/office/infopath/2007/PartnerControls"/>
    <ds:schemaRef ds:uri="http://schemas.openxmlformats.org/package/2006/metadata/core-properti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OVHcloud Full template</Template>
  <TotalTime>372</TotalTime>
  <Words>335</Words>
  <Application>Microsoft Office PowerPoint</Application>
  <PresentationFormat>Grand écran</PresentationFormat>
  <Paragraphs>86</Paragraphs>
  <Slides>10</Slides>
  <Notes>1</Notes>
  <HiddenSlides>0</HiddenSlides>
  <MMClips>0</MMClips>
  <ScaleCrop>false</ScaleCrop>
  <HeadingPairs>
    <vt:vector size="6" baseType="variant">
      <vt:variant>
        <vt:lpstr>Polices utilisées</vt:lpstr>
      </vt:variant>
      <vt:variant>
        <vt:i4>12</vt:i4>
      </vt:variant>
      <vt:variant>
        <vt:lpstr>Thème</vt:lpstr>
      </vt:variant>
      <vt:variant>
        <vt:i4>2</vt:i4>
      </vt:variant>
      <vt:variant>
        <vt:lpstr>Titres des diapositives</vt:lpstr>
      </vt:variant>
      <vt:variant>
        <vt:i4>10</vt:i4>
      </vt:variant>
    </vt:vector>
  </HeadingPairs>
  <TitlesOfParts>
    <vt:vector size="24" baseType="lpstr">
      <vt:lpstr>Wingdings 3</vt:lpstr>
      <vt:lpstr>Aleo Bold italic</vt:lpstr>
      <vt:lpstr>Wingdings</vt:lpstr>
      <vt:lpstr>Source Sans Pro SemiBold</vt:lpstr>
      <vt:lpstr>Arial</vt:lpstr>
      <vt:lpstr>Source Sans Pro</vt:lpstr>
      <vt:lpstr>Aleo Light</vt:lpstr>
      <vt:lpstr>Aleo</vt:lpstr>
      <vt:lpstr>Outfit</vt:lpstr>
      <vt:lpstr>Source Sans Pro Black</vt:lpstr>
      <vt:lpstr>Calibri</vt:lpstr>
      <vt:lpstr>Bahnschrift</vt:lpstr>
      <vt:lpstr>OVH Template</vt:lpstr>
      <vt:lpstr>1_OVH Template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OVHcloud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Delphine Deillon (EXT)</dc:creator>
  <cp:lastModifiedBy>Samuel Lepetre</cp:lastModifiedBy>
  <cp:revision>21</cp:revision>
  <dcterms:created xsi:type="dcterms:W3CDTF">2026-04-01T08:34:10Z</dcterms:created>
  <dcterms:modified xsi:type="dcterms:W3CDTF">2026-04-02T09:41:44Z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0x010100198953E4CDA80348A3B0C6E084EE9AFD</vt:lpwstr>
  </property>
  <property fmtid="{D5CDD505-2E9C-101B-9397-08002B2CF9AE}" pid="3" name="MediaServiceImageTags">
    <vt:lpwstr/>
  </property>
</Properties>
</file>